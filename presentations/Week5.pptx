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69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262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257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66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27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68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274.xml"/>
  <Override ContentType="application/vnd.openxmlformats-officedocument.presentationml.slideLayout+xml" PartName="/ppt/slideLayouts/slideLayout273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256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263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67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260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59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272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26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255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25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261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265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271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254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922" r:id="rId3"/>
    <p:sldMasterId id="2147483923" r:id="rId4"/>
    <p:sldMasterId id="2147483924" r:id="rId5"/>
    <p:sldMasterId id="2147483925" r:id="rId6"/>
    <p:sldMasterId id="2147483926" r:id="rId7"/>
    <p:sldMasterId id="2147483927" r:id="rId8"/>
    <p:sldMasterId id="2147483928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y="5143500" cx="9144000"/>
  <p:notesSz cx="6858000" cy="9144000"/>
  <p:embeddedFontLst>
    <p:embeddedFont>
      <p:font typeface="Anton"/>
      <p:regular r:id="rId17"/>
    </p:embeddedFont>
    <p:embeddedFont>
      <p:font typeface="Red Hat Display SemiBold"/>
      <p:regular r:id="rId18"/>
      <p:bold r:id="rId19"/>
      <p:italic r:id="rId20"/>
      <p:boldItalic r:id="rId21"/>
    </p:embeddedFont>
    <p:embeddedFont>
      <p:font typeface="Lexend Light"/>
      <p:regular r:id="rId22"/>
      <p:bold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Manrope SemiBold"/>
      <p:regular r:id="rId28"/>
      <p:bold r:id="rId29"/>
    </p:embeddedFont>
    <p:embeddedFont>
      <p:font typeface="Manrope"/>
      <p:regular r:id="rId30"/>
      <p:bold r:id="rId31"/>
    </p:embeddedFont>
    <p:embeddedFont>
      <p:font typeface="Red Hat Display Medium"/>
      <p:regular r:id="rId32"/>
      <p:bold r:id="rId33"/>
      <p:italic r:id="rId34"/>
      <p:boldItalic r:id="rId35"/>
    </p:embeddedFont>
    <p:embeddedFont>
      <p:font typeface="Urbanist SemiBold"/>
      <p:regular r:id="rId36"/>
      <p:bold r:id="rId37"/>
      <p:italic r:id="rId38"/>
      <p:boldItalic r:id="rId39"/>
    </p:embeddedFont>
    <p:embeddedFont>
      <p:font typeface="Manrope ExtraBold"/>
      <p:bold r:id="rId40"/>
    </p:embeddedFont>
    <p:embeddedFont>
      <p:font typeface="Lexend"/>
      <p:regular r:id="rId41"/>
      <p:bold r:id="rId42"/>
    </p:embeddedFont>
    <p:embeddedFont>
      <p:font typeface="Manrope Light"/>
      <p:regular r:id="rId43"/>
      <p:bold r:id="rId44"/>
    </p:embeddedFont>
    <p:embeddedFont>
      <p:font typeface="Spline Sans"/>
      <p:regular r:id="rId45"/>
      <p:bold r:id="rId46"/>
    </p:embeddedFont>
    <p:embeddedFont>
      <p:font typeface="IBM Plex Sans"/>
      <p:regular r:id="rId47"/>
      <p:bold r:id="rId48"/>
      <p:italic r:id="rId49"/>
      <p:boldItalic r:id="rId50"/>
    </p:embeddedFont>
    <p:embeddedFont>
      <p:font typeface="Arimo"/>
      <p:regular r:id="rId51"/>
      <p:bold r:id="rId52"/>
      <p:italic r:id="rId53"/>
      <p:boldItalic r:id="rId54"/>
    </p:embeddedFont>
    <p:embeddedFont>
      <p:font typeface="Arimo SemiBold"/>
      <p:regular r:id="rId55"/>
      <p:bold r:id="rId56"/>
      <p:italic r:id="rId57"/>
      <p:boldItalic r:id="rId58"/>
    </p:embeddedFont>
    <p:embeddedFont>
      <p:font typeface="Montserrat"/>
      <p:regular r:id="rId59"/>
      <p:bold r:id="rId60"/>
      <p:italic r:id="rId61"/>
      <p:boldItalic r:id="rId62"/>
    </p:embeddedFont>
    <p:embeddedFont>
      <p:font typeface="Montserrat Medium"/>
      <p:regular r:id="rId63"/>
      <p:bold r:id="rId64"/>
      <p:italic r:id="rId65"/>
      <p:boldItalic r:id="rId66"/>
    </p:embeddedFont>
    <p:embeddedFont>
      <p:font typeface="Urbanist Medium"/>
      <p:regular r:id="rId67"/>
      <p:bold r:id="rId68"/>
      <p:italic r:id="rId69"/>
      <p:boldItalic r:id="rId70"/>
    </p:embeddedFont>
    <p:embeddedFont>
      <p:font typeface="Urbanist"/>
      <p:regular r:id="rId71"/>
      <p:bold r:id="rId72"/>
      <p:italic r:id="rId73"/>
      <p:boldItalic r:id="rId74"/>
    </p:embeddedFont>
    <p:embeddedFont>
      <p:font typeface="Manrope Medium"/>
      <p:regular r:id="rId75"/>
      <p:bold r:id="rId76"/>
    </p:embeddedFont>
    <p:embeddedFont>
      <p:font typeface="Red Hat Display"/>
      <p:regular r:id="rId77"/>
      <p:bold r:id="rId78"/>
      <p:italic r:id="rId79"/>
      <p:boldItalic r:id="rId80"/>
    </p:embeddedFont>
    <p:embeddedFont>
      <p:font typeface="Arimo Medium"/>
      <p:regular r:id="rId81"/>
      <p:bold r:id="rId82"/>
      <p:italic r:id="rId83"/>
      <p:boldItalic r:id="rId84"/>
    </p:embeddedFont>
    <p:embeddedFont>
      <p:font typeface="Montserrat ExtraBold"/>
      <p:bold r:id="rId85"/>
      <p:boldItalic r:id="rId8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nropeExtraBold-bold.fntdata"/><Relationship Id="rId84" Type="http://schemas.openxmlformats.org/officeDocument/2006/relationships/font" Target="fonts/ArimoMedium-boldItalic.fntdata"/><Relationship Id="rId83" Type="http://schemas.openxmlformats.org/officeDocument/2006/relationships/font" Target="fonts/ArimoMedium-italic.fntdata"/><Relationship Id="rId42" Type="http://schemas.openxmlformats.org/officeDocument/2006/relationships/font" Target="fonts/Lexend-bold.fntdata"/><Relationship Id="rId86" Type="http://schemas.openxmlformats.org/officeDocument/2006/relationships/font" Target="fonts/MontserratExtraBold-boldItalic.fntdata"/><Relationship Id="rId41" Type="http://schemas.openxmlformats.org/officeDocument/2006/relationships/font" Target="fonts/Lexend-regular.fntdata"/><Relationship Id="rId85" Type="http://schemas.openxmlformats.org/officeDocument/2006/relationships/font" Target="fonts/MontserratExtraBold-bold.fntdata"/><Relationship Id="rId44" Type="http://schemas.openxmlformats.org/officeDocument/2006/relationships/font" Target="fonts/ManropeLight-bold.fntdata"/><Relationship Id="rId43" Type="http://schemas.openxmlformats.org/officeDocument/2006/relationships/font" Target="fonts/ManropeLight-regular.fntdata"/><Relationship Id="rId46" Type="http://schemas.openxmlformats.org/officeDocument/2006/relationships/font" Target="fonts/SplineSans-bold.fntdata"/><Relationship Id="rId45" Type="http://schemas.openxmlformats.org/officeDocument/2006/relationships/font" Target="fonts/SplineSans-regular.fntdata"/><Relationship Id="rId80" Type="http://schemas.openxmlformats.org/officeDocument/2006/relationships/font" Target="fonts/RedHatDisplay-boldItalic.fntdata"/><Relationship Id="rId82" Type="http://schemas.openxmlformats.org/officeDocument/2006/relationships/font" Target="fonts/ArimoMedium-bold.fntdata"/><Relationship Id="rId81" Type="http://schemas.openxmlformats.org/officeDocument/2006/relationships/font" Target="fonts/ArimoMedium-regular.fntdata"/><Relationship Id="rId1" Type="http://schemas.openxmlformats.org/officeDocument/2006/relationships/theme" Target="theme/theme6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48" Type="http://schemas.openxmlformats.org/officeDocument/2006/relationships/font" Target="fonts/IBMPlexSans-bold.fntdata"/><Relationship Id="rId47" Type="http://schemas.openxmlformats.org/officeDocument/2006/relationships/font" Target="fonts/IBMPlexSans-regular.fntdata"/><Relationship Id="rId49" Type="http://schemas.openxmlformats.org/officeDocument/2006/relationships/font" Target="fonts/IBMPlexSans-italic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73" Type="http://schemas.openxmlformats.org/officeDocument/2006/relationships/font" Target="fonts/Urbanist-italic.fntdata"/><Relationship Id="rId72" Type="http://schemas.openxmlformats.org/officeDocument/2006/relationships/font" Target="fonts/Urbanist-bold.fntdata"/><Relationship Id="rId31" Type="http://schemas.openxmlformats.org/officeDocument/2006/relationships/font" Target="fonts/Manrope-bold.fntdata"/><Relationship Id="rId75" Type="http://schemas.openxmlformats.org/officeDocument/2006/relationships/font" Target="fonts/ManropeMedium-regular.fntdata"/><Relationship Id="rId30" Type="http://schemas.openxmlformats.org/officeDocument/2006/relationships/font" Target="fonts/Manrope-regular.fntdata"/><Relationship Id="rId74" Type="http://schemas.openxmlformats.org/officeDocument/2006/relationships/font" Target="fonts/Urbanist-boldItalic.fntdata"/><Relationship Id="rId33" Type="http://schemas.openxmlformats.org/officeDocument/2006/relationships/font" Target="fonts/RedHatDisplayMedium-bold.fntdata"/><Relationship Id="rId77" Type="http://schemas.openxmlformats.org/officeDocument/2006/relationships/font" Target="fonts/RedHatDisplay-regular.fntdata"/><Relationship Id="rId32" Type="http://schemas.openxmlformats.org/officeDocument/2006/relationships/font" Target="fonts/RedHatDisplayMedium-regular.fntdata"/><Relationship Id="rId76" Type="http://schemas.openxmlformats.org/officeDocument/2006/relationships/font" Target="fonts/ManropeMedium-bold.fntdata"/><Relationship Id="rId35" Type="http://schemas.openxmlformats.org/officeDocument/2006/relationships/font" Target="fonts/RedHatDisplayMedium-boldItalic.fntdata"/><Relationship Id="rId79" Type="http://schemas.openxmlformats.org/officeDocument/2006/relationships/font" Target="fonts/RedHatDisplay-italic.fntdata"/><Relationship Id="rId34" Type="http://schemas.openxmlformats.org/officeDocument/2006/relationships/font" Target="fonts/RedHatDisplayMedium-italic.fntdata"/><Relationship Id="rId78" Type="http://schemas.openxmlformats.org/officeDocument/2006/relationships/font" Target="fonts/RedHatDisplay-bold.fntdata"/><Relationship Id="rId71" Type="http://schemas.openxmlformats.org/officeDocument/2006/relationships/font" Target="fonts/Urbanist-regular.fntdata"/><Relationship Id="rId70" Type="http://schemas.openxmlformats.org/officeDocument/2006/relationships/font" Target="fonts/UrbanistMedium-boldItalic.fntdata"/><Relationship Id="rId37" Type="http://schemas.openxmlformats.org/officeDocument/2006/relationships/font" Target="fonts/UrbanistSemiBold-bold.fntdata"/><Relationship Id="rId36" Type="http://schemas.openxmlformats.org/officeDocument/2006/relationships/font" Target="fonts/UrbanistSemiBold-regular.fntdata"/><Relationship Id="rId39" Type="http://schemas.openxmlformats.org/officeDocument/2006/relationships/font" Target="fonts/UrbanistSemiBold-boldItalic.fntdata"/><Relationship Id="rId38" Type="http://schemas.openxmlformats.org/officeDocument/2006/relationships/font" Target="fonts/UrbanistSemiBold-italic.fntdata"/><Relationship Id="rId62" Type="http://schemas.openxmlformats.org/officeDocument/2006/relationships/font" Target="fonts/Montserrat-boldItalic.fntdata"/><Relationship Id="rId61" Type="http://schemas.openxmlformats.org/officeDocument/2006/relationships/font" Target="fonts/Montserrat-italic.fntdata"/><Relationship Id="rId20" Type="http://schemas.openxmlformats.org/officeDocument/2006/relationships/font" Target="fonts/RedHatDisplaySemiBold-italic.fntdata"/><Relationship Id="rId64" Type="http://schemas.openxmlformats.org/officeDocument/2006/relationships/font" Target="fonts/MontserratMedium-bold.fntdata"/><Relationship Id="rId63" Type="http://schemas.openxmlformats.org/officeDocument/2006/relationships/font" Target="fonts/MontserratMedium-regular.fntdata"/><Relationship Id="rId22" Type="http://schemas.openxmlformats.org/officeDocument/2006/relationships/font" Target="fonts/LexendLight-regular.fntdata"/><Relationship Id="rId66" Type="http://schemas.openxmlformats.org/officeDocument/2006/relationships/font" Target="fonts/MontserratMedium-boldItalic.fntdata"/><Relationship Id="rId21" Type="http://schemas.openxmlformats.org/officeDocument/2006/relationships/font" Target="fonts/RedHatDisplaySemiBold-boldItalic.fntdata"/><Relationship Id="rId65" Type="http://schemas.openxmlformats.org/officeDocument/2006/relationships/font" Target="fonts/MontserratMedium-italic.fntdata"/><Relationship Id="rId24" Type="http://schemas.openxmlformats.org/officeDocument/2006/relationships/font" Target="fonts/Inter-regular.fntdata"/><Relationship Id="rId68" Type="http://schemas.openxmlformats.org/officeDocument/2006/relationships/font" Target="fonts/UrbanistMedium-bold.fntdata"/><Relationship Id="rId23" Type="http://schemas.openxmlformats.org/officeDocument/2006/relationships/font" Target="fonts/LexendLight-bold.fntdata"/><Relationship Id="rId67" Type="http://schemas.openxmlformats.org/officeDocument/2006/relationships/font" Target="fonts/UrbanistMedium-regular.fntdata"/><Relationship Id="rId60" Type="http://schemas.openxmlformats.org/officeDocument/2006/relationships/font" Target="fonts/Montserrat-bold.fntdata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69" Type="http://schemas.openxmlformats.org/officeDocument/2006/relationships/font" Target="fonts/UrbanistMedium-italic.fntdata"/><Relationship Id="rId28" Type="http://schemas.openxmlformats.org/officeDocument/2006/relationships/font" Target="fonts/ManropeSemiBold-regular.fntdata"/><Relationship Id="rId27" Type="http://schemas.openxmlformats.org/officeDocument/2006/relationships/font" Target="fonts/Inter-boldItalic.fntdata"/><Relationship Id="rId29" Type="http://schemas.openxmlformats.org/officeDocument/2006/relationships/font" Target="fonts/ManropeSemiBold-bold.fntdata"/><Relationship Id="rId51" Type="http://schemas.openxmlformats.org/officeDocument/2006/relationships/font" Target="fonts/Arimo-regular.fntdata"/><Relationship Id="rId50" Type="http://schemas.openxmlformats.org/officeDocument/2006/relationships/font" Target="fonts/IBMPlexSans-boldItalic.fntdata"/><Relationship Id="rId53" Type="http://schemas.openxmlformats.org/officeDocument/2006/relationships/font" Target="fonts/Arimo-italic.fntdata"/><Relationship Id="rId52" Type="http://schemas.openxmlformats.org/officeDocument/2006/relationships/font" Target="fonts/Arimo-bold.fntdata"/><Relationship Id="rId11" Type="http://schemas.openxmlformats.org/officeDocument/2006/relationships/slide" Target="slides/slide1.xml"/><Relationship Id="rId55" Type="http://schemas.openxmlformats.org/officeDocument/2006/relationships/font" Target="fonts/ArimoSemiBold-regular.fntdata"/><Relationship Id="rId10" Type="http://schemas.openxmlformats.org/officeDocument/2006/relationships/notesMaster" Target="notesMasters/notesMaster1.xml"/><Relationship Id="rId54" Type="http://schemas.openxmlformats.org/officeDocument/2006/relationships/font" Target="fonts/Arimo-boldItalic.fntdata"/><Relationship Id="rId13" Type="http://schemas.openxmlformats.org/officeDocument/2006/relationships/slide" Target="slides/slide3.xml"/><Relationship Id="rId57" Type="http://schemas.openxmlformats.org/officeDocument/2006/relationships/font" Target="fonts/ArimoSemiBold-italic.fntdata"/><Relationship Id="rId12" Type="http://schemas.openxmlformats.org/officeDocument/2006/relationships/slide" Target="slides/slide2.xml"/><Relationship Id="rId56" Type="http://schemas.openxmlformats.org/officeDocument/2006/relationships/font" Target="fonts/ArimoSemiBold-bold.fntdata"/><Relationship Id="rId15" Type="http://schemas.openxmlformats.org/officeDocument/2006/relationships/slide" Target="slides/slide5.xml"/><Relationship Id="rId59" Type="http://schemas.openxmlformats.org/officeDocument/2006/relationships/font" Target="fonts/Montserrat-regular.fntdata"/><Relationship Id="rId14" Type="http://schemas.openxmlformats.org/officeDocument/2006/relationships/slide" Target="slides/slide4.xml"/><Relationship Id="rId58" Type="http://schemas.openxmlformats.org/officeDocument/2006/relationships/font" Target="fonts/ArimoSemiBold-boldItalic.fntdata"/><Relationship Id="rId17" Type="http://schemas.openxmlformats.org/officeDocument/2006/relationships/font" Target="fonts/Anton-regular.fntdata"/><Relationship Id="rId16" Type="http://schemas.openxmlformats.org/officeDocument/2006/relationships/slide" Target="slides/slide6.xml"/><Relationship Id="rId19" Type="http://schemas.openxmlformats.org/officeDocument/2006/relationships/font" Target="fonts/RedHatDisplaySemiBold-bold.fntdata"/><Relationship Id="rId18" Type="http://schemas.openxmlformats.org/officeDocument/2006/relationships/font" Target="fonts/RedHatDisplay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3" name="Shape 3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4" name="Google Shape;3324;g36295be85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5" name="Google Shape;3325;g36295be85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2" name="Shape 3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3" name="Google Shape;3333;g36295be8513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4" name="Google Shape;3334;g36295be8513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4" name="Shape 3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5" name="Google Shape;3345;g36295be8513_0_1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6" name="Google Shape;3346;g36295be8513_0_1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5" name="Shape 3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6" name="Google Shape;3356;g36295be8513_0_2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7" name="Google Shape;3357;g36295be8513_0_2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4" name="Shape 3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5" name="Google Shape;3375;g36295be851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6" name="Google Shape;3376;g36295be851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4" name="Shape 3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5" name="Google Shape;3395;g36295be8513_1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6" name="Google Shape;3396;g36295be8513_1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jp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9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2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1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4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4.png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rotWithShape="0" algn="bl" dir="6360000" dist="28575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9" name="Google Shape;2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4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14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14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14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4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hasCustomPrompt="1"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/>
          <p:nvPr>
            <p:ph hasCustomPrompt="1"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/>
          <p:nvPr>
            <p:ph hasCustomPrompt="1"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rotWithShape="0" algn="bl" dir="5400000" dist="19050">
              <a:srgbClr val="76A5AF">
                <a:alpha val="88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6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24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4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4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5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5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5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hasCustomPrompt="1"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6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4" name="Google Shape;104;p26"/>
          <p:cNvSpPr txBox="1"/>
          <p:nvPr>
            <p:ph hasCustomPrompt="1"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6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6" name="Google Shape;106;p26"/>
          <p:cNvSpPr txBox="1"/>
          <p:nvPr>
            <p:ph hasCustomPrompt="1"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7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27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27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27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27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27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7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7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7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27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8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28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8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28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8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28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28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28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9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30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31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32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33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7" name="Google Shape;147;p33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35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64" name="Google Shape;164;p3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3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7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70" name="Google Shape;170;p3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3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9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75" name="Google Shape;175;p3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3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0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0" name="Google Shape;180;p40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4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4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4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41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41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41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8" name="Google Shape;188;p4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41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4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41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2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42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42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42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7" name="Google Shape;197;p4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4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4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3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02" name="Google Shape;202;p43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3" name="Google Shape;203;p4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4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4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3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4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44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5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4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4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4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45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7" name="Google Shape;217;p45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8" name="Google Shape;218;p45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45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0" name="Google Shape;220;p45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1" name="Google Shape;221;p45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2" name="Google Shape;222;p45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3" name="Google Shape;223;p45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6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4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4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4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46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0" name="Google Shape;230;p46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46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7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34" name="Google Shape;234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47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47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47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47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41" name="Google Shape;241;p4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48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3" name="Google Shape;243;p48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48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48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48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9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49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49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1" name="Google Shape;251;p49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52" name="Google Shape;252;p4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4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4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50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8" name="Google Shape;258;p5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9" name="Google Shape;259;p5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" name="Google Shape;260;p50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1" name="Google Shape;261;p50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2" name="Google Shape;262;p50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" name="Google Shape;263;p50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4" name="Google Shape;264;p50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50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6" name="Google Shape;266;p50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7" name="Google Shape;267;p50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8" name="Google Shape;268;p50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1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1" name="Google Shape;271;p51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2" name="Google Shape;272;p51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3" name="Google Shape;273;p51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4" name="Google Shape;274;p51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5" name="Google Shape;275;p5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51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7" name="Google Shape;277;p51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8" name="Google Shape;278;p51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9" name="Google Shape;279;p51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0" name="Google Shape;280;p51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1" name="Google Shape;281;p51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2" name="Google Shape;282;p51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2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5" name="Google Shape;285;p52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6" name="Google Shape;286;p52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7" name="Google Shape;287;p52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52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5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52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52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52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52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53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97" name="Google Shape;297;p5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53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00" name="Google Shape;300;p53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01" name="Google Shape;301;p53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4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04" name="Google Shape;304;p54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05" name="Google Shape;305;p54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06" name="Google Shape;306;p54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07" name="Google Shape;307;p5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5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4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0" name="Google Shape;310;p54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1" name="Google Shape;311;p54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2" name="Google Shape;312;p5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5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5" name="Google Shape;315;p5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55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7" name="Google Shape;317;p55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8" name="Google Shape;318;p55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9" name="Google Shape;319;p55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0" name="Google Shape;320;p55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1" name="Google Shape;321;p55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2" name="Google Shape;322;p55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3" name="Google Shape;323;p55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4" name="Google Shape;324;p55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6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56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56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56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56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56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5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56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5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56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6" name="Google Shape;336;p56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7" name="Google Shape;337;p56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56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9" name="Google Shape;339;p56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0" name="Google Shape;340;p56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56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2" name="Google Shape;342;p56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7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57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6" name="Google Shape;346;p57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47" name="Google Shape;347;p57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57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57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0" name="Google Shape;350;p57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51" name="Google Shape;351;p57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57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57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57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55" name="Google Shape;355;p57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57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57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57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59" name="Google Shape;359;p57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5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57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57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57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8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6" name="Google Shape;366;p58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67" name="Google Shape;367;p58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8" name="Google Shape;368;p58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69" name="Google Shape;369;p58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0" name="Google Shape;370;p58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71" name="Google Shape;371;p58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2" name="Google Shape;372;p58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73" name="Google Shape;373;p58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4" name="Google Shape;374;p58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75" name="Google Shape;375;p58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6" name="Google Shape;376;p58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77" name="Google Shape;377;p5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58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79" name="Google Shape;379;p58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58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8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8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58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8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8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8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9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9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59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59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9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4" name="Google Shape;394;p59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5" name="Google Shape;395;p5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6" name="Google Shape;396;p59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7" name="Google Shape;397;p59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59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0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1" name="Google Shape;401;p60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402" name="Google Shape;402;p6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6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6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60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08" name="Google Shape;408;p6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6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6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2" name="Google Shape;422;p6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7" name="Google Shape;427;p6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8" name="Google Shape;428;p6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3" name="Google Shape;433;p7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7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8" name="Google Shape;438;p7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9" name="Google Shape;439;p7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7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7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7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7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6" name="Google Shape;446;p7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9" name="Google Shape;449;p7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0" name="Google Shape;450;p7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7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2" name="Google Shape;452;p7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5" name="Google Shape;455;p7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7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57" name="Google Shape;457;p7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8" name="Google Shape;458;p75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7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0" name="Google Shape;460;p75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3" name="Google Shape;463;p7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4" name="Google Shape;464;p7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5" name="Google Shape;465;p7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7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7" name="Google Shape;467;p7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8" name="Google Shape;468;p7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9" name="Google Shape;469;p7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0" name="Google Shape;470;p7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7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6" name="Google Shape;476;p7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7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7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7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1" name="Google Shape;481;p7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4" name="Google Shape;484;p7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5" name="Google Shape;485;p7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7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7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7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9" name="Google Shape;489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7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1" name="Google Shape;491;p7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2" name="Google Shape;492;p7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7" name="Google Shape;497;p8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8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8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8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8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8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3" name="Google Shape;503;p8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8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8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83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83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3" name="Google Shape;513;p83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14" name="Google Shape;514;p8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5" name="Google Shape;515;p8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6" name="Google Shape;516;p8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7" name="Google Shape;517;p8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8" name="Google Shape;518;p8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9" name="Google Shape;519;p83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20" name="Google Shape;520;p8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83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2" name="Google Shape;522;p83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3" name="Google Shape;523;p83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4" name="Google Shape;524;p83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4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527" name="Google Shape;527;p8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8" name="Google Shape;528;p8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29" name="Google Shape;529;p8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0" name="Google Shape;530;p8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1" name="Google Shape;531;p8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2" name="Google Shape;532;p8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33" name="Google Shape;533;p8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5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6" name="Google Shape;536;p85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7" name="Google Shape;537;p8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8" name="Google Shape;538;p8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9" name="Google Shape;539;p8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0" name="Google Shape;540;p8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1" name="Google Shape;541;p8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42" name="Google Shape;542;p8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" name="Google Shape;543;p85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44" name="Google Shape;544;p85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45" name="Google Shape;545;p85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46" name="Google Shape;546;p85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47" name="Google Shape;547;p85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48" name="Google Shape;548;p85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86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86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52" name="Google Shape;552;p86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53" name="Google Shape;553;p86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54" name="Google Shape;554;p86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5" name="Google Shape;555;p86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6" name="Google Shape;556;p86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7" name="Google Shape;557;p8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8" name="Google Shape;558;p8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59" name="Google Shape;559;p86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86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86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8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7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5" name="Google Shape;565;p87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87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87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87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569" name="Google Shape;569;p87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70" name="Google Shape;570;p87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71" name="Google Shape;571;p87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72" name="Google Shape;572;p8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3" name="Google Shape;573;p8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4" name="Google Shape;574;p87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575" name="Google Shape;575;p8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88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88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79" name="Google Shape;579;p88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80" name="Google Shape;580;p88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81" name="Google Shape;581;p88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82" name="Google Shape;582;p8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88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4" name="Google Shape;584;p88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5" name="Google Shape;585;p88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6" name="Google Shape;586;p88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7" name="Google Shape;587;p88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8" name="Google Shape;588;p88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9" name="Google Shape;589;p88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0" name="Google Shape;590;p88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1" name="Google Shape;591;p88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2" name="Google Shape;592;p88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3" name="Google Shape;593;p88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4" name="Google Shape;594;p88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5" name="Google Shape;595;p8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6" name="Google Shape;596;p8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9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599" name="Google Shape;599;p89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00" name="Google Shape;600;p8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1" name="Google Shape;601;p8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2" name="Google Shape;602;p8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3" name="Google Shape;603;p89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4" name="Google Shape;604;p89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05" name="Google Shape;605;p89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606" name="Google Shape;606;p89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07" name="Google Shape;607;p89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08" name="Google Shape;608;p89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609" name="Google Shape;609;p89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0" name="Google Shape;610;p89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1" name="Google Shape;611;p89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612" name="Google Shape;612;p89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3" name="Google Shape;613;p89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4" name="Google Shape;614;p89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615" name="Google Shape;615;p89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6" name="Google Shape;616;p89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7" name="Google Shape;617;p89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618" name="Google Shape;618;p89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9" name="Google Shape;619;p89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620" name="Google Shape;620;p8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" name="Google Shape;621;p8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2" name="Google Shape;622;p8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90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625" name="Google Shape;625;p90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626" name="Google Shape;626;p90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27" name="Google Shape;627;p9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28" name="Google Shape;628;p9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29" name="Google Shape;629;p9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30" name="Google Shape;630;p9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1" name="Google Shape;631;p9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2" name="Google Shape;632;p9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9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35" name="Google Shape;635;p9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36" name="Google Shape;636;p9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637" name="Google Shape;637;p91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638" name="Google Shape;638;p91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39" name="Google Shape;639;p91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640" name="Google Shape;640;p9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" name="Google Shape;641;p9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42" name="Google Shape;642;p91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643" name="Google Shape;643;p91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4" name="Google Shape;644;p91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5" name="Google Shape;645;p91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46" name="Google Shape;646;p91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647" name="Google Shape;647;p91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8" name="Google Shape;648;p91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9" name="Google Shape;649;p91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50" name="Google Shape;650;p91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651" name="Google Shape;651;p91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2" name="Google Shape;652;p91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3" name="Google Shape;653;p91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54" name="Google Shape;654;p91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655" name="Google Shape;655;p91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6" name="Google Shape;656;p91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7" name="Google Shape;657;p91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658" name="Google Shape;658;p9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9" name="Google Shape;659;p9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0" name="Google Shape;660;p9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662" name="Google Shape;662;p92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3" name="Google Shape;663;p92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4" name="Google Shape;664;p9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65" name="Google Shape;665;p9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66" name="Google Shape;666;p9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67" name="Google Shape;667;p92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68" name="Google Shape;668;p9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92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92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1" name="Google Shape;671;p9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2" name="Google Shape;672;p9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9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75" name="Google Shape;675;p93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676" name="Google Shape;676;p93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7" name="Google Shape;677;p93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8" name="Google Shape;678;p93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9" name="Google Shape;679;p93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80" name="Google Shape;680;p93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681" name="Google Shape;681;p9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2" name="Google Shape;682;p9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3" name="Google Shape;683;p9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94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6" name="Google Shape;686;p94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7" name="Google Shape;687;p94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8" name="Google Shape;688;p94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9" name="Google Shape;689;p94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0" name="Google Shape;690;p94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1" name="Google Shape;691;p94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92" name="Google Shape;692;p94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3" name="Google Shape;693;p94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4" name="Google Shape;694;p94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5" name="Google Shape;695;p94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6" name="Google Shape;696;p94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97" name="Google Shape;697;p9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8" name="Google Shape;698;p94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699" name="Google Shape;699;p94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" name="Google Shape;700;p94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01" name="Google Shape;701;p9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2" name="Google Shape;702;p9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95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705" name="Google Shape;705;p9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6" name="Google Shape;706;p9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7" name="Google Shape;707;p9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08" name="Google Shape;708;p9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9" name="Google Shape;709;p95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0" name="Google Shape;710;p95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1" name="Google Shape;711;p95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2" name="Google Shape;712;p95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3" name="Google Shape;713;p95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4" name="Google Shape;714;p95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5" name="Google Shape;715;p95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95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7" name="Google Shape;717;p95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8" name="Google Shape;718;p95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9" name="Google Shape;719;p95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0" name="Google Shape;720;p95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1" name="Google Shape;721;p9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2" name="Google Shape;722;p9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96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5" name="Google Shape;725;p9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6" name="Google Shape;726;p9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7" name="Google Shape;727;p9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8" name="Google Shape;728;p9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9" name="Google Shape;729;p96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0" name="Google Shape;730;p96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1" name="Google Shape;731;p96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32" name="Google Shape;732;p96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3" name="Google Shape;733;p96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4" name="Google Shape;734;p96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35" name="Google Shape;735;p96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6" name="Google Shape;736;p96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7" name="Google Shape;737;p96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38" name="Google Shape;738;p96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9" name="Google Shape;739;p96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0" name="Google Shape;740;p96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41" name="Google Shape;741;p96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2" name="Google Shape;742;p96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3" name="Google Shape;743;p9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4" name="Google Shape;744;p9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97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7" name="Google Shape;747;p97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9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9" name="Google Shape;749;p97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0" name="Google Shape;750;p9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51" name="Google Shape;751;p9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2" name="Google Shape;752;p97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53" name="Google Shape;753;p97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p97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5" name="Google Shape;755;p97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6" name="Google Shape;756;p97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7" name="Google Shape;757;p9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8" name="Google Shape;758;p9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8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61" name="Google Shape;761;p98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62" name="Google Shape;762;p98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63" name="Google Shape;763;p9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4" name="Google Shape;764;p98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5" name="Google Shape;765;p98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6" name="Google Shape;766;p98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7" name="Google Shape;767;p98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8" name="Google Shape;768;p98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p98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70" name="Google Shape;770;p98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1" name="Google Shape;771;p98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72" name="Google Shape;772;p98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773" name="Google Shape;773;p98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98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5" name="Google Shape;775;p98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76" name="Google Shape;776;p98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77" name="Google Shape;777;p98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78" name="Google Shape;778;p98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79" name="Google Shape;779;p98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0" name="Google Shape;780;p98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1" name="Google Shape;781;p98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2" name="Google Shape;782;p98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3" name="Google Shape;783;p98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4" name="Google Shape;784;p98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5" name="Google Shape;785;p98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6" name="Google Shape;786;p98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7" name="Google Shape;787;p9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8" name="Google Shape;788;p9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99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91" name="Google Shape;791;p99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92" name="Google Shape;792;p99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93" name="Google Shape;793;p99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94" name="Google Shape;794;p99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95" name="Google Shape;795;p99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96" name="Google Shape;796;p99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7" name="Google Shape;797;p99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8" name="Google Shape;798;p99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99" name="Google Shape;799;p9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0" name="Google Shape;800;p99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1" name="Google Shape;801;p99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02" name="Google Shape;802;p99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03" name="Google Shape;803;p99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04" name="Google Shape;804;p99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05" name="Google Shape;805;p99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6" name="Google Shape;806;p99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07" name="Google Shape;807;p99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08" name="Google Shape;808;p99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09" name="Google Shape;809;p99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10" name="Google Shape;810;p99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11" name="Google Shape;811;p99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12" name="Google Shape;812;p99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13" name="Google Shape;813;p99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14" name="Google Shape;814;p99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815" name="Google Shape;815;p9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16" name="Google Shape;816;p9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0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19" name="Google Shape;819;p10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0" name="Google Shape;820;p10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821" name="Google Shape;821;p10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2" name="Google Shape;822;p10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23" name="Google Shape;823;p10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24" name="Google Shape;824;p100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5" name="Google Shape;825;p100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826" name="Google Shape;826;p100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7" name="Google Shape;827;p100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28" name="Google Shape;828;p100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829" name="Google Shape;829;p100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830" name="Google Shape;830;p100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1" name="Google Shape;831;p100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2" name="Google Shape;832;p100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3" name="Google Shape;833;p100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0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6" name="Google Shape;836;p10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0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1" name="Google Shape;841;p10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4" name="Google Shape;844;p10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5" name="Google Shape;845;p10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0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0" name="Google Shape;850;p10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0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0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5" name="Google Shape;855;p10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6" name="Google Shape;856;p10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0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61" name="Google Shape;861;p1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5" name="Google Shape;865;p1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6" name="Google Shape;866;p1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7" name="Google Shape;867;p1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8" name="Google Shape;868;p1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9" name="Google Shape;869;p1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0" name="Google Shape;870;p1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3" name="Google Shape;873;p1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1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7" name="Google Shape;877;p1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1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1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0" name="Google Shape;880;p1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3" name="Google Shape;883;p1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4" name="Google Shape;884;p1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5" name="Google Shape;885;p11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6" name="Google Shape;886;p115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7" name="Google Shape;887;p11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8" name="Google Shape;888;p115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1" name="Google Shape;891;p1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2" name="Google Shape;892;p1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3" name="Google Shape;893;p1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4" name="Google Shape;894;p1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5" name="Google Shape;895;p1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6" name="Google Shape;896;p1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7" name="Google Shape;897;p1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8" name="Google Shape;898;p1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1" name="Google Shape;901;p11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1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4" name="Google Shape;904;p11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5" name="Google Shape;905;p11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6" name="Google Shape;906;p11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1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8" name="Google Shape;908;p11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9" name="Google Shape;909;p11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1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11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3" name="Google Shape;913;p11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4" name="Google Shape;914;p11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5" name="Google Shape;915;p11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6" name="Google Shape;916;p11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7" name="Google Shape;917;p1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8" name="Google Shape;918;p11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9" name="Google Shape;919;p11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0" name="Google Shape;920;p11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2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2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12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6" name="Google Shape;926;p12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12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12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9" name="Google Shape;929;p12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0" name="Google Shape;930;p12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1" name="Google Shape;931;p12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2" name="Google Shape;932;p12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3" name="Google Shape;933;p12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8" name="Google Shape;938;p123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939" name="Google Shape;939;p123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940" name="Google Shape;940;p12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1" name="Google Shape;941;p12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2" name="Google Shape;942;p12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3" name="Google Shape;943;p12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4" name="Google Shape;944;p12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5" name="Google Shape;945;p12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6" name="Google Shape;946;p12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7" name="Google Shape;947;p12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8" name="Google Shape;948;p12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9" name="Google Shape;949;p12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0" name="Google Shape;950;p12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1" name="Google Shape;951;p12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2" name="Google Shape;952;p12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3" name="Google Shape;953;p12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4" name="Google Shape;954;p12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5" name="Google Shape;955;p12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6" name="Google Shape;956;p12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7" name="Google Shape;957;p12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8" name="Google Shape;958;p12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9" name="Google Shape;959;p12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0" name="Google Shape;960;p12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1" name="Google Shape;961;p12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62" name="Google Shape;962;p123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963" name="Google Shape;963;p12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4" name="Google Shape;964;p12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5" name="Google Shape;965;p12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6" name="Google Shape;966;p12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7" name="Google Shape;967;p12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8" name="Google Shape;968;p12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9" name="Google Shape;969;p12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0" name="Google Shape;970;p12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1" name="Google Shape;971;p12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2" name="Google Shape;972;p12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3" name="Google Shape;973;p12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4" name="Google Shape;974;p12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5" name="Google Shape;975;p12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6" name="Google Shape;976;p12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7" name="Google Shape;977;p12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8" name="Google Shape;978;p12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9" name="Google Shape;979;p12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0" name="Google Shape;980;p12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1" name="Google Shape;981;p12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2" name="Google Shape;982;p12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3" name="Google Shape;983;p12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4" name="Google Shape;984;p12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85" name="Google Shape;985;p123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986" name="Google Shape;986;p12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7" name="Google Shape;987;p12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8" name="Google Shape;988;p12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9" name="Google Shape;989;p12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0" name="Google Shape;990;p12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1" name="Google Shape;991;p12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2" name="Google Shape;992;p12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3" name="Google Shape;993;p12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4" name="Google Shape;994;p12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5" name="Google Shape;995;p12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6" name="Google Shape;996;p12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7" name="Google Shape;997;p12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8" name="Google Shape;998;p12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9" name="Google Shape;999;p12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0" name="Google Shape;1000;p12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1" name="Google Shape;1001;p12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2" name="Google Shape;1002;p12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3" name="Google Shape;1003;p12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4" name="Google Shape;1004;p12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5" name="Google Shape;1005;p12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6" name="Google Shape;1006;p12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7" name="Google Shape;1007;p12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08" name="Google Shape;1008;p123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009" name="Google Shape;1009;p12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0" name="Google Shape;1010;p12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1" name="Google Shape;1011;p12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2" name="Google Shape;1012;p12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3" name="Google Shape;1013;p12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4" name="Google Shape;1014;p12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5" name="Google Shape;1015;p12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6" name="Google Shape;1016;p12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7" name="Google Shape;1017;p12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8" name="Google Shape;1018;p12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9" name="Google Shape;1019;p12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0" name="Google Shape;1020;p12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1" name="Google Shape;1021;p12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2" name="Google Shape;1022;p12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3" name="Google Shape;1023;p12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4" name="Google Shape;1024;p12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5" name="Google Shape;1025;p12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6" name="Google Shape;1026;p12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7" name="Google Shape;1027;p12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8" name="Google Shape;1028;p12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9" name="Google Shape;1029;p12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0" name="Google Shape;1030;p12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031" name="Google Shape;1031;p123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2" name="Google Shape;1032;p123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33" name="Google Shape;1033;p123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034" name="Google Shape;1034;p123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35" name="Google Shape;1035;p123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24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38" name="Google Shape;1038;p124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9" name="Google Shape;1039;p124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40" name="Google Shape;1040;p124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25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043" name="Google Shape;1043;p125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1044" name="Google Shape;1044;p125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5" name="Google Shape;1045;p125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6" name="Google Shape;1046;p125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7" name="Google Shape;1047;p125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8" name="Google Shape;1048;p125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9" name="Google Shape;1049;p125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0" name="Google Shape;1050;p125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1" name="Google Shape;1051;p125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2" name="Google Shape;1052;p125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053" name="Google Shape;1053;p125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4" name="Google Shape;1054;p125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5" name="Google Shape;1055;p125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56" name="Google Shape;1056;p125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57" name="Google Shape;1057;p125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9" name="Google Shape;1059;p126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060" name="Google Shape;1060;p126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1" name="Google Shape;1061;p126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2" name="Google Shape;1062;p126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3" name="Google Shape;1063;p126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4" name="Google Shape;1064;p126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5" name="Google Shape;1065;p126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6" name="Google Shape;1066;p126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7" name="Google Shape;1067;p126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8" name="Google Shape;1068;p126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069" name="Google Shape;1069;p126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70" name="Google Shape;1070;p126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071" name="Google Shape;1071;p126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072" name="Google Shape;1072;p126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073" name="Google Shape;1073;p12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74" name="Google Shape;1074;p12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75" name="Google Shape;1075;p12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76" name="Google Shape;1076;p126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077" name="Google Shape;1077;p12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78" name="Google Shape;1078;p12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79" name="Google Shape;1079;p12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80" name="Google Shape;1080;p126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081" name="Google Shape;1081;p12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82" name="Google Shape;1082;p12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83" name="Google Shape;1083;p12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84" name="Google Shape;1084;p126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085" name="Google Shape;1085;p12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86" name="Google Shape;1086;p12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087" name="Google Shape;1087;p126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088" name="Google Shape;1088;p126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089" name="Google Shape;1089;p126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0" name="Google Shape;1090;p126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1" name="Google Shape;1091;p126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2" name="Google Shape;1092;p126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093" name="Google Shape;1093;p126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094" name="Google Shape;1094;p126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095" name="Google Shape;1095;p126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6" name="Google Shape;1096;p126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7" name="Google Shape;1097;p126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27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0" name="Google Shape;1100;p127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01" name="Google Shape;1101;p127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2" name="Google Shape;1102;p127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03" name="Google Shape;1103;p127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04" name="Google Shape;1104;p127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05" name="Google Shape;1105;p127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06" name="Google Shape;1106;p127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07" name="Google Shape;1107;p127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08" name="Google Shape;1108;p127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9" name="Google Shape;1109;p127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0" name="Google Shape;1110;p127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1" name="Google Shape;1111;p127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3" name="Google Shape;1113;p128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114" name="Google Shape;1114;p128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5" name="Google Shape;1115;p128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6" name="Google Shape;1116;p128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7" name="Google Shape;1117;p128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8" name="Google Shape;1118;p128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9" name="Google Shape;1119;p128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0" name="Google Shape;1120;p128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1" name="Google Shape;1121;p128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2" name="Google Shape;1122;p128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123" name="Google Shape;1123;p128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4" name="Google Shape;1124;p128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125" name="Google Shape;1125;p128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126" name="Google Shape;1126;p128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27" name="Google Shape;1127;p12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28" name="Google Shape;1128;p12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29" name="Google Shape;1129;p12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30" name="Google Shape;1130;p128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31" name="Google Shape;1131;p12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32" name="Google Shape;1132;p12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33" name="Google Shape;1133;p12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34" name="Google Shape;1134;p128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35" name="Google Shape;1135;p12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36" name="Google Shape;1136;p12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37" name="Google Shape;1137;p12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38" name="Google Shape;1138;p128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139" name="Google Shape;1139;p12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40" name="Google Shape;1140;p12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141" name="Google Shape;1141;p128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142" name="Google Shape;1142;p128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143" name="Google Shape;1143;p128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144" name="Google Shape;1144;p128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145" name="Google Shape;1145;p128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1146" name="Google Shape;1146;p128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1147" name="Google Shape;1147;p128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1148" name="Google Shape;1148;p128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9" name="Google Shape;1149;p128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0" name="Google Shape;1150;p128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129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53" name="Google Shape;1153;p129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54" name="Google Shape;1154;p129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55" name="Google Shape;1155;p129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156" name="Google Shape;1156;p129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157" name="Google Shape;1157;p129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130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60" name="Google Shape;1160;p130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61" name="Google Shape;1161;p130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62" name="Google Shape;1162;p130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163" name="Google Shape;1163;p130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31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66" name="Google Shape;1166;p131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67" name="Google Shape;1167;p131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68" name="Google Shape;1168;p131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169" name="Google Shape;1169;p131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170" name="Google Shape;1170;p131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2" name="Google Shape;1172;p132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173" name="Google Shape;1173;p132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4" name="Google Shape;1174;p132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5" name="Google Shape;1175;p132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6" name="Google Shape;1176;p132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7" name="Google Shape;1177;p132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8" name="Google Shape;1178;p132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9" name="Google Shape;1179;p132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0" name="Google Shape;1180;p132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1" name="Google Shape;1181;p132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182" name="Google Shape;1182;p132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83" name="Google Shape;1183;p132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184" name="Google Shape;1184;p132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185" name="Google Shape;1185;p132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86" name="Google Shape;1186;p132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87" name="Google Shape;1187;p132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88" name="Google Shape;1188;p132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89" name="Google Shape;1189;p132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90" name="Google Shape;1190;p132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91" name="Google Shape;1191;p132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92" name="Google Shape;1192;p132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93" name="Google Shape;1193;p132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94" name="Google Shape;1194;p132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95" name="Google Shape;1195;p132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96" name="Google Shape;1196;p132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97" name="Google Shape;1197;p132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198" name="Google Shape;1198;p132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99" name="Google Shape;1199;p132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200" name="Google Shape;1200;p132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201" name="Google Shape;1201;p132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2" name="Google Shape;1202;p132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33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205" name="Google Shape;1205;p133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1206" name="Google Shape;1206;p133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1207" name="Google Shape;1207;p133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08" name="Google Shape;1208;p133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09" name="Google Shape;1209;p133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10" name="Google Shape;1210;p133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11" name="Google Shape;1211;p133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12" name="Google Shape;1212;p133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213" name="Google Shape;1213;p133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214" name="Google Shape;1214;p133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215" name="Google Shape;1215;p133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134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18" name="Google Shape;1218;p134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219" name="Google Shape;1219;p134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0" name="Google Shape;1220;p134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21" name="Google Shape;1221;p134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2" name="Google Shape;1222;p134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3" name="Google Shape;1223;p134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4" name="Google Shape;1224;p134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225" name="Google Shape;1225;p134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6" name="Google Shape;1226;p134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7" name="Google Shape;1227;p134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" name="Google Shape;1229;p135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1230" name="Google Shape;1230;p135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1231" name="Google Shape;1231;p13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2" name="Google Shape;1232;p13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3" name="Google Shape;1233;p13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4" name="Google Shape;1234;p13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5" name="Google Shape;1235;p13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6" name="Google Shape;1236;p13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7" name="Google Shape;1237;p13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8" name="Google Shape;1238;p13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9" name="Google Shape;1239;p13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0" name="Google Shape;1240;p13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1" name="Google Shape;1241;p13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2" name="Google Shape;1242;p13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3" name="Google Shape;1243;p13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4" name="Google Shape;1244;p13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5" name="Google Shape;1245;p13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6" name="Google Shape;1246;p13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7" name="Google Shape;1247;p13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8" name="Google Shape;1248;p13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9" name="Google Shape;1249;p13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0" name="Google Shape;1250;p13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1" name="Google Shape;1251;p13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2" name="Google Shape;1252;p13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253" name="Google Shape;1253;p135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254" name="Google Shape;1254;p13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5" name="Google Shape;1255;p13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6" name="Google Shape;1256;p13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7" name="Google Shape;1257;p13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8" name="Google Shape;1258;p13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9" name="Google Shape;1259;p13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0" name="Google Shape;1260;p13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1" name="Google Shape;1261;p13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2" name="Google Shape;1262;p13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3" name="Google Shape;1263;p13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4" name="Google Shape;1264;p13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5" name="Google Shape;1265;p13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6" name="Google Shape;1266;p13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7" name="Google Shape;1267;p13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8" name="Google Shape;1268;p13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9" name="Google Shape;1269;p13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0" name="Google Shape;1270;p13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1" name="Google Shape;1271;p13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2" name="Google Shape;1272;p13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3" name="Google Shape;1273;p13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4" name="Google Shape;1274;p13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5" name="Google Shape;1275;p13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276" name="Google Shape;1276;p135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1277" name="Google Shape;1277;p13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8" name="Google Shape;1278;p13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9" name="Google Shape;1279;p13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0" name="Google Shape;1280;p13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1" name="Google Shape;1281;p13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2" name="Google Shape;1282;p13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3" name="Google Shape;1283;p13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4" name="Google Shape;1284;p13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5" name="Google Shape;1285;p13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6" name="Google Shape;1286;p13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7" name="Google Shape;1287;p13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8" name="Google Shape;1288;p13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9" name="Google Shape;1289;p13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0" name="Google Shape;1290;p13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1" name="Google Shape;1291;p13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2" name="Google Shape;1292;p13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3" name="Google Shape;1293;p13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4" name="Google Shape;1294;p13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5" name="Google Shape;1295;p13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6" name="Google Shape;1296;p13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7" name="Google Shape;1297;p13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8" name="Google Shape;1298;p13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299" name="Google Shape;1299;p135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300" name="Google Shape;1300;p13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1" name="Google Shape;1301;p13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2" name="Google Shape;1302;p13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3" name="Google Shape;1303;p13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4" name="Google Shape;1304;p13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5" name="Google Shape;1305;p13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6" name="Google Shape;1306;p13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7" name="Google Shape;1307;p13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8" name="Google Shape;1308;p13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9" name="Google Shape;1309;p13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0" name="Google Shape;1310;p13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1" name="Google Shape;1311;p13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2" name="Google Shape;1312;p13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3" name="Google Shape;1313;p13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4" name="Google Shape;1314;p13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5" name="Google Shape;1315;p13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6" name="Google Shape;1316;p13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7" name="Google Shape;1317;p13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8" name="Google Shape;1318;p13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9" name="Google Shape;1319;p13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0" name="Google Shape;1320;p13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1" name="Google Shape;1321;p13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322" name="Google Shape;1322;p135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23" name="Google Shape;1323;p135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24" name="Google Shape;1324;p135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25" name="Google Shape;1325;p135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7" name="Google Shape;1327;p136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1328" name="Google Shape;1328;p136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9" name="Google Shape;1329;p136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0" name="Google Shape;1330;p136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1" name="Google Shape;1331;p136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2" name="Google Shape;1332;p136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3" name="Google Shape;1333;p136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4" name="Google Shape;1334;p136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5" name="Google Shape;1335;p136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6" name="Google Shape;1336;p136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7" name="Google Shape;1337;p136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8" name="Google Shape;1338;p136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39" name="Google Shape;1339;p136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340" name="Google Shape;1340;p136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1341" name="Google Shape;1341;p136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1342" name="Google Shape;1342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43" name="Google Shape;1343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44" name="Google Shape;1344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45" name="Google Shape;1345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46" name="Google Shape;1346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47" name="Google Shape;1347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48" name="Google Shape;1348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349" name="Google Shape;1349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50" name="Google Shape;1350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351" name="Google Shape;1351;p136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1352" name="Google Shape;1352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53" name="Google Shape;1353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54" name="Google Shape;1354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55" name="Google Shape;1355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56" name="Google Shape;1356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57" name="Google Shape;1357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58" name="Google Shape;1358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359" name="Google Shape;1359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60" name="Google Shape;1360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361" name="Google Shape;1361;p136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1362" name="Google Shape;1362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63" name="Google Shape;1363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64" name="Google Shape;1364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65" name="Google Shape;1365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66" name="Google Shape;1366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67" name="Google Shape;1367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68" name="Google Shape;1368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369" name="Google Shape;1369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70" name="Google Shape;1370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371" name="Google Shape;1371;p136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1372" name="Google Shape;1372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73" name="Google Shape;1373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74" name="Google Shape;1374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75" name="Google Shape;1375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76" name="Google Shape;1376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77" name="Google Shape;1377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1378" name="Google Shape;1378;p136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379" name="Google Shape;1379;p136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1380" name="Google Shape;1380;p136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1381" name="Google Shape;1381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82" name="Google Shape;1382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83" name="Google Shape;1383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84" name="Google Shape;1384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85" name="Google Shape;1385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86" name="Google Shape;1386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87" name="Google Shape;1387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388" name="Google Shape;1388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89" name="Google Shape;1389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390" name="Google Shape;1390;p136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1391" name="Google Shape;1391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92" name="Google Shape;1392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93" name="Google Shape;1393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94" name="Google Shape;1394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95" name="Google Shape;1395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96" name="Google Shape;1396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97" name="Google Shape;1397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398" name="Google Shape;1398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99" name="Google Shape;1399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400" name="Google Shape;1400;p136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1401" name="Google Shape;1401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402" name="Google Shape;1402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03" name="Google Shape;1403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404" name="Google Shape;1404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405" name="Google Shape;1405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06" name="Google Shape;1406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407" name="Google Shape;1407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408" name="Google Shape;1408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09" name="Google Shape;1409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410" name="Google Shape;1410;p136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1411" name="Google Shape;1411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412" name="Google Shape;1412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13" name="Google Shape;1413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414" name="Google Shape;1414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415" name="Google Shape;1415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16" name="Google Shape;1416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1417" name="Google Shape;1417;p136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418" name="Google Shape;1418;p136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0" name="Google Shape;1420;p137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1421" name="Google Shape;1421;p137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1422" name="Google Shape;1422;p137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3" name="Google Shape;1423;p137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4" name="Google Shape;1424;p137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5" name="Google Shape;1425;p137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6" name="Google Shape;1426;p137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7" name="Google Shape;1427;p137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8" name="Google Shape;1428;p137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9" name="Google Shape;1429;p137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0" name="Google Shape;1430;p137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1" name="Google Shape;1431;p137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2" name="Google Shape;1432;p137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3" name="Google Shape;1433;p137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4" name="Google Shape;1434;p137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5" name="Google Shape;1435;p137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6" name="Google Shape;1436;p137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7" name="Google Shape;1437;p137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8" name="Google Shape;1438;p137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9" name="Google Shape;1439;p137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0" name="Google Shape;1440;p137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1" name="Google Shape;1441;p137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2" name="Google Shape;1442;p137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3" name="Google Shape;1443;p137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444" name="Google Shape;1444;p137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445" name="Google Shape;1445;p137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6" name="Google Shape;1446;p137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7" name="Google Shape;1447;p137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8" name="Google Shape;1448;p137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9" name="Google Shape;1449;p137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0" name="Google Shape;1450;p137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1" name="Google Shape;1451;p137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2" name="Google Shape;1452;p137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3" name="Google Shape;1453;p137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4" name="Google Shape;1454;p137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5" name="Google Shape;1455;p137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6" name="Google Shape;1456;p137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7" name="Google Shape;1457;p137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8" name="Google Shape;1458;p137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9" name="Google Shape;1459;p137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0" name="Google Shape;1460;p137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1" name="Google Shape;1461;p137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2" name="Google Shape;1462;p137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3" name="Google Shape;1463;p137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4" name="Google Shape;1464;p137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5" name="Google Shape;1465;p137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6" name="Google Shape;1466;p137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467" name="Google Shape;1467;p137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1468" name="Google Shape;1468;p137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9" name="Google Shape;1469;p137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0" name="Google Shape;1470;p137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1" name="Google Shape;1471;p137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2" name="Google Shape;1472;p137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3" name="Google Shape;1473;p137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4" name="Google Shape;1474;p137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5" name="Google Shape;1475;p137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6" name="Google Shape;1476;p137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7" name="Google Shape;1477;p137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8" name="Google Shape;1478;p137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9" name="Google Shape;1479;p137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0" name="Google Shape;1480;p137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1" name="Google Shape;1481;p137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2" name="Google Shape;1482;p137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3" name="Google Shape;1483;p137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4" name="Google Shape;1484;p137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5" name="Google Shape;1485;p137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6" name="Google Shape;1486;p137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7" name="Google Shape;1487;p137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8" name="Google Shape;1488;p137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9" name="Google Shape;1489;p137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490" name="Google Shape;1490;p137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491" name="Google Shape;1491;p137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2" name="Google Shape;1492;p137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3" name="Google Shape;1493;p137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4" name="Google Shape;1494;p137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5" name="Google Shape;1495;p137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6" name="Google Shape;1496;p137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7" name="Google Shape;1497;p137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8" name="Google Shape;1498;p137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9" name="Google Shape;1499;p137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0" name="Google Shape;1500;p137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1" name="Google Shape;1501;p137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2" name="Google Shape;1502;p137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3" name="Google Shape;1503;p137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4" name="Google Shape;1504;p137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5" name="Google Shape;1505;p137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6" name="Google Shape;1506;p137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7" name="Google Shape;1507;p137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8" name="Google Shape;1508;p137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9" name="Google Shape;1509;p137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10" name="Google Shape;1510;p137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11" name="Google Shape;1511;p137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12" name="Google Shape;1512;p137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513" name="Google Shape;1513;p137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14" name="Google Shape;1514;p137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5" name="Google Shape;1515;p137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6" name="Google Shape;1516;p137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17" name="Google Shape;1517;p137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8" name="Google Shape;1518;p137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9" name="Google Shape;1519;p137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20" name="Google Shape;1520;p137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1" name="Google Shape;1521;p137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2" name="Google Shape;1522;p137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3" name="Google Shape;1523;p137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4" name="Google Shape;1524;p137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5" name="Google Shape;1525;p137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6" name="Google Shape;1526;p137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7" name="Google Shape;1527;p137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38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1530" name="Google Shape;1530;p138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1" name="Google Shape;1531;p138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2" name="Google Shape;1532;p138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3" name="Google Shape;1533;p138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4" name="Google Shape;1534;p138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5" name="Google Shape;1535;p138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6" name="Google Shape;1536;p138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7" name="Google Shape;1537;p138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8" name="Google Shape;1538;p138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9" name="Google Shape;1539;p138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0" name="Google Shape;1540;p138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1" name="Google Shape;1541;p138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42" name="Google Shape;1542;p138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3" name="Google Shape;1543;p138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139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6" name="Google Shape;1546;p139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47" name="Google Shape;1547;p139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1548" name="Google Shape;1548;p139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1549" name="Google Shape;1549;p139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1550" name="Google Shape;1550;p139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1551" name="Google Shape;1551;p139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2" name="Google Shape;1552;p139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3" name="Google Shape;1553;p139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4" name="Google Shape;1554;p139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5" name="Google Shape;1555;p139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6" name="Google Shape;1556;p139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7" name="Google Shape;1557;p139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558" name="Google Shape;1558;p139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1559" name="Google Shape;1559;p139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0" name="Google Shape;1560;p139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1" name="Google Shape;1561;p139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2" name="Google Shape;1562;p139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3" name="Google Shape;1563;p139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4" name="Google Shape;1564;p139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565" name="Google Shape;1565;p139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66" name="Google Shape;1566;p139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567" name="Google Shape;1567;p139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568" name="Google Shape;1568;p139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569" name="Google Shape;1569;p13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0" name="Google Shape;1570;p13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1" name="Google Shape;1571;p13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72" name="Google Shape;1572;p139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573" name="Google Shape;1573;p13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4" name="Google Shape;1574;p13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5" name="Google Shape;1575;p13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76" name="Google Shape;1576;p139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577" name="Google Shape;1577;p13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8" name="Google Shape;1578;p13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9" name="Google Shape;1579;p13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80" name="Google Shape;1580;p139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581" name="Google Shape;1581;p13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82" name="Google Shape;1582;p13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583" name="Google Shape;1583;p139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584" name="Google Shape;1584;p139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5" name="Google Shape;1585;p139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86" name="Google Shape;1586;p139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7" name="Google Shape;1587;p139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8" name="Google Shape;1588;p139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9" name="Google Shape;1589;p139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0" name="Google Shape;1590;p139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140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93" name="Google Shape;1593;p140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1594" name="Google Shape;1594;p140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1595" name="Google Shape;1595;p140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1596" name="Google Shape;1596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597" name="Google Shape;1597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98" name="Google Shape;1598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99" name="Google Shape;1599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00" name="Google Shape;1600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01" name="Google Shape;1601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02" name="Google Shape;1602;p140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603" name="Google Shape;1603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04" name="Google Shape;1604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605" name="Google Shape;1605;p140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1606" name="Google Shape;1606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607" name="Google Shape;1607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08" name="Google Shape;1608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09" name="Google Shape;1609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10" name="Google Shape;1610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11" name="Google Shape;1611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12" name="Google Shape;1612;p140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613" name="Google Shape;1613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14" name="Google Shape;1614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615" name="Google Shape;1615;p140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1616" name="Google Shape;1616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617" name="Google Shape;1617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18" name="Google Shape;1618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19" name="Google Shape;1619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20" name="Google Shape;1620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21" name="Google Shape;1621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22" name="Google Shape;1622;p140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623" name="Google Shape;1623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24" name="Google Shape;1624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625" name="Google Shape;1625;p140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1626" name="Google Shape;1626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627" name="Google Shape;1627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28" name="Google Shape;1628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29" name="Google Shape;1629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30" name="Google Shape;1630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31" name="Google Shape;1631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1632" name="Google Shape;1632;p140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1633" name="Google Shape;1633;p140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1634" name="Google Shape;1634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635" name="Google Shape;1635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36" name="Google Shape;1636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37" name="Google Shape;1637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38" name="Google Shape;1638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39" name="Google Shape;1639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40" name="Google Shape;1640;p140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641" name="Google Shape;1641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42" name="Google Shape;1642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643" name="Google Shape;1643;p140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1644" name="Google Shape;1644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645" name="Google Shape;1645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46" name="Google Shape;1646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47" name="Google Shape;1647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48" name="Google Shape;1648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49" name="Google Shape;1649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1650" name="Google Shape;1650;p140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1651" name="Google Shape;1651;p140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2" name="Google Shape;1652;p140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3" name="Google Shape;1653;p140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654" name="Google Shape;1654;p140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55" name="Google Shape;1655;p140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656" name="Google Shape;1656;p140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57" name="Google Shape;1657;p140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658" name="Google Shape;1658;p140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59" name="Google Shape;1659;p140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141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2" name="Google Shape;1662;p141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3" name="Google Shape;1663;p141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4" name="Google Shape;1664;p141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665" name="Google Shape;1665;p141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1666" name="Google Shape;1666;p141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7" name="Google Shape;1667;p141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68" name="Google Shape;1668;p141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1669" name="Google Shape;1669;p141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0" name="Google Shape;1670;p141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1" name="Google Shape;1671;p141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2" name="Google Shape;1672;p141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3" name="Google Shape;1673;p141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4" name="Google Shape;1674;p141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5" name="Google Shape;1675;p141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6" name="Google Shape;1676;p141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7" name="Google Shape;1677;p141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8" name="Google Shape;1678;p141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9" name="Google Shape;1679;p141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0" name="Google Shape;1680;p141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1" name="Google Shape;1681;p141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2" name="Google Shape;1682;p141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3" name="Google Shape;1683;p141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684" name="Google Shape;1684;p141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1685" name="Google Shape;1685;p141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1686" name="Google Shape;1686;p141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687" name="Google Shape;1687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688" name="Google Shape;1688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689" name="Google Shape;1689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690" name="Google Shape;1690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691" name="Google Shape;1691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692" name="Google Shape;1692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693" name="Google Shape;1693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694" name="Google Shape;1694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695" name="Google Shape;1695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696" name="Google Shape;1696;p141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697" name="Google Shape;1697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698" name="Google Shape;1698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699" name="Google Shape;1699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00" name="Google Shape;1700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01" name="Google Shape;1701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02" name="Google Shape;1702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03" name="Google Shape;1703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04" name="Google Shape;1704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05" name="Google Shape;1705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706" name="Google Shape;1706;p141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707" name="Google Shape;1707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08" name="Google Shape;1708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09" name="Google Shape;1709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10" name="Google Shape;1710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11" name="Google Shape;1711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12" name="Google Shape;1712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13" name="Google Shape;1713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14" name="Google Shape;1714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15" name="Google Shape;1715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716" name="Google Shape;1716;p141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1717" name="Google Shape;1717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18" name="Google Shape;1718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19" name="Google Shape;1719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20" name="Google Shape;1720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21" name="Google Shape;1721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22" name="Google Shape;1722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1723" name="Google Shape;1723;p141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1724" name="Google Shape;1724;p141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725" name="Google Shape;1725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26" name="Google Shape;1726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27" name="Google Shape;1727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28" name="Google Shape;1728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29" name="Google Shape;1729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30" name="Google Shape;1730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31" name="Google Shape;1731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32" name="Google Shape;1732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33" name="Google Shape;1733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734" name="Google Shape;1734;p141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735" name="Google Shape;1735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36" name="Google Shape;1736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37" name="Google Shape;1737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38" name="Google Shape;1738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39" name="Google Shape;1739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40" name="Google Shape;1740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41" name="Google Shape;1741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42" name="Google Shape;1742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43" name="Google Shape;1743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744" name="Google Shape;1744;p141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745" name="Google Shape;1745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46" name="Google Shape;1746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47" name="Google Shape;1747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48" name="Google Shape;1748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49" name="Google Shape;1749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50" name="Google Shape;1750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51" name="Google Shape;1751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52" name="Google Shape;1752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53" name="Google Shape;1753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754" name="Google Shape;1754;p141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1755" name="Google Shape;1755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56" name="Google Shape;1756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57" name="Google Shape;1757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58" name="Google Shape;1758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59" name="Google Shape;1759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60" name="Google Shape;1760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1761" name="Google Shape;1761;p141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62" name="Google Shape;1762;p141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3" name="Google Shape;1763;p141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764" name="Google Shape;1764;p141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65" name="Google Shape;1765;p141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766" name="Google Shape;1766;p141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67" name="Google Shape;1767;p141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1768" name="Google Shape;1768;p141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69" name="Google Shape;1769;p141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1770" name="Google Shape;1770;p141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71" name="Google Shape;1771;p141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3" name="Google Shape;1773;p142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774" name="Google Shape;1774;p142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5" name="Google Shape;1775;p142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6" name="Google Shape;1776;p142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7" name="Google Shape;1777;p142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8" name="Google Shape;1778;p142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9" name="Google Shape;1779;p142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0" name="Google Shape;1780;p142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1" name="Google Shape;1781;p142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2" name="Google Shape;1782;p142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83" name="Google Shape;1783;p142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4" name="Google Shape;1784;p142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785" name="Google Shape;1785;p142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86" name="Google Shape;1786;p142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787" name="Google Shape;1787;p142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88" name="Google Shape;1788;p142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789" name="Google Shape;1789;p142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90" name="Google Shape;1790;p142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791" name="Google Shape;1791;p142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92" name="Google Shape;1792;p142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793" name="Google Shape;1793;p142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94" name="Google Shape;1794;p142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795" name="Google Shape;1795;p142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96" name="Google Shape;1796;p142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43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99" name="Google Shape;1799;p143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1800" name="Google Shape;1800;p143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1801" name="Google Shape;1801;p143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802" name="Google Shape;1802;p143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144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05" name="Google Shape;1805;p144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06" name="Google Shape;1806;p144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07" name="Google Shape;1807;p144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808" name="Google Shape;1808;p144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9" name="Google Shape;1809;p144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0" name="Google Shape;1810;p144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1" name="Google Shape;1811;p144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2" name="Google Shape;1812;p144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3" name="Google Shape;1813;p144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4" name="Google Shape;1814;p144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6" name="Google Shape;1816;p145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817" name="Google Shape;1817;p145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8" name="Google Shape;1818;p145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9" name="Google Shape;1819;p145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0" name="Google Shape;1820;p145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1" name="Google Shape;1821;p145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2" name="Google Shape;1822;p145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3" name="Google Shape;1823;p145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4" name="Google Shape;1824;p145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5" name="Google Shape;1825;p145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826" name="Google Shape;1826;p145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27" name="Google Shape;1827;p145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828" name="Google Shape;1828;p145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829" name="Google Shape;1829;p145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830" name="Google Shape;1830;p14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31" name="Google Shape;1831;p14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32" name="Google Shape;1832;p14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833" name="Google Shape;1833;p145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834" name="Google Shape;1834;p14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35" name="Google Shape;1835;p14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36" name="Google Shape;1836;p14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837" name="Google Shape;1837;p145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838" name="Google Shape;1838;p14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39" name="Google Shape;1839;p14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40" name="Google Shape;1840;p14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841" name="Google Shape;1841;p145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842" name="Google Shape;1842;p14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43" name="Google Shape;1843;p14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844" name="Google Shape;1844;p145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845" name="Google Shape;1845;p145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6" name="Google Shape;1846;p145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7" name="Google Shape;1847;p145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848" name="Google Shape;1848;p145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849" name="Google Shape;1849;p145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850" name="Google Shape;1850;p145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851" name="Google Shape;1851;p145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852" name="Google Shape;1852;p145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853" name="Google Shape;1853;p145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854" name="Google Shape;1854;p145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1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57" name="Google Shape;1857;p1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1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1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62" name="Google Shape;1862;p1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1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65" name="Google Shape;1865;p1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66" name="Google Shape;1866;p1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1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1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71" name="Google Shape;1871;p1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1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1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76" name="Google Shape;1876;p1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77" name="Google Shape;1877;p1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1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1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82" name="Google Shape;1882;p1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1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86" name="Google Shape;1886;p1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87" name="Google Shape;1887;p1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88" name="Google Shape;1888;p1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89" name="Google Shape;1889;p1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0" name="Google Shape;1890;p1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1" name="Google Shape;1891;p1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1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94" name="Google Shape;1894;p1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95" name="Google Shape;1895;p1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1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98" name="Google Shape;1898;p1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99" name="Google Shape;1899;p1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00" name="Google Shape;1900;p1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1" name="Google Shape;1901;p1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1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04" name="Google Shape;1904;p1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05" name="Google Shape;1905;p1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06" name="Google Shape;1906;p1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7" name="Google Shape;1907;p1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8" name="Google Shape;1908;p1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9" name="Google Shape;1909;p1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1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2" name="Google Shape;1912;p16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16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15" name="Google Shape;1915;p16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916" name="Google Shape;1916;p16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917" name="Google Shape;1917;p16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18" name="Google Shape;1918;p1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9" name="Google Shape;1919;p16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20" name="Google Shape;1920;p16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16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23" name="Google Shape;1923;p16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924" name="Google Shape;1924;p16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925" name="Google Shape;1925;p16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26" name="Google Shape;1926;p16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927" name="Google Shape;1927;p16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28" name="Google Shape;1928;p1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29" name="Google Shape;1929;p16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30" name="Google Shape;1930;p16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31" name="Google Shape;1931;p16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16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16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6" name="Google Shape;1936;p16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7" name="Google Shape;1937;p16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8" name="Google Shape;1938;p16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9" name="Google Shape;1939;p16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40" name="Google Shape;1940;p16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41" name="Google Shape;1941;p16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42" name="Google Shape;1942;p16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43" name="Google Shape;1943;p16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44" name="Google Shape;1944;p16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167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1" name="Google Shape;1951;p167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2" name="Google Shape;1952;p167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3" name="Google Shape;1953;p167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4" name="Google Shape;1954;p167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5" name="Google Shape;1955;p167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6" name="Google Shape;1956;p167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7" name="Google Shape;1957;p167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8" name="Google Shape;1958;p167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9" name="Google Shape;1959;p167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0" name="Google Shape;1960;p167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1" name="Google Shape;1961;p167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2" name="Google Shape;1962;p167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3" name="Google Shape;1963;p167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4" name="Google Shape;1964;p167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5" name="Google Shape;1965;p167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66" name="Google Shape;1966;p167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168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9" name="Google Shape;1969;p168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0" name="Google Shape;1970;p168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1" name="Google Shape;1971;p168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2" name="Google Shape;1972;p168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3" name="Google Shape;1973;p168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4" name="Google Shape;1974;p168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5" name="Google Shape;1975;p168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6" name="Google Shape;1976;p168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7" name="Google Shape;1977;p168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8" name="Google Shape;1978;p168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9" name="Google Shape;1979;p168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0" name="Google Shape;1980;p168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1" name="Google Shape;1981;p168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2" name="Google Shape;1982;p168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3" name="Google Shape;1983;p168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84" name="Google Shape;1984;p168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5" name="Google Shape;1985;p168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1986" name="Google Shape;1986;p168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87" name="Google Shape;1987;p168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988" name="Google Shape;1988;p168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989" name="Google Shape;1989;p168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p169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2" name="Google Shape;1992;p169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3" name="Google Shape;1993;p169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4" name="Google Shape;1994;p169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5" name="Google Shape;1995;p169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6" name="Google Shape;1996;p169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7" name="Google Shape;1997;p169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8" name="Google Shape;1998;p169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9" name="Google Shape;1999;p169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0" name="Google Shape;2000;p169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1" name="Google Shape;2001;p169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2" name="Google Shape;2002;p169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3" name="Google Shape;2003;p169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4" name="Google Shape;2004;p169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5" name="Google Shape;2005;p169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6" name="Google Shape;2006;p169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7" name="Google Shape;2007;p169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8" name="Google Shape;2008;p169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9" name="Google Shape;2009;p169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0" name="Google Shape;2010;p169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1" name="Google Shape;2011;p169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2" name="Google Shape;2012;p169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3" name="Google Shape;2013;p169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4" name="Google Shape;2014;p169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5" name="Google Shape;2015;p169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7" name="Google Shape;2017;p170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2018" name="Google Shape;2018;p170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19" name="Google Shape;2019;p170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0" name="Google Shape;2020;p170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1" name="Google Shape;2021;p170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2" name="Google Shape;2022;p170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3" name="Google Shape;2023;p170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4" name="Google Shape;2024;p170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5" name="Google Shape;2025;p170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6" name="Google Shape;2026;p170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7" name="Google Shape;2027;p170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8" name="Google Shape;2028;p170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9" name="Google Shape;2029;p170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0" name="Google Shape;2030;p170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1" name="Google Shape;2031;p170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2" name="Google Shape;2032;p170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3" name="Google Shape;2033;p170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4" name="Google Shape;2034;p170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5" name="Google Shape;2035;p170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6" name="Google Shape;2036;p170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7" name="Google Shape;2037;p170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8" name="Google Shape;2038;p170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9" name="Google Shape;2039;p170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0" name="Google Shape;2040;p170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1" name="Google Shape;2041;p170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2" name="Google Shape;2042;p170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3" name="Google Shape;2043;p170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4" name="Google Shape;2044;p170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5" name="Google Shape;2045;p170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6" name="Google Shape;2046;p170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7" name="Google Shape;2047;p170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8" name="Google Shape;2048;p170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9" name="Google Shape;2049;p170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0" name="Google Shape;2050;p170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1" name="Google Shape;2051;p170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2" name="Google Shape;2052;p170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3" name="Google Shape;2053;p170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4" name="Google Shape;2054;p170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5" name="Google Shape;2055;p170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6" name="Google Shape;2056;p170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7" name="Google Shape;2057;p170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8" name="Google Shape;2058;p170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9" name="Google Shape;2059;p170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0" name="Google Shape;2060;p170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1" name="Google Shape;2061;p170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2" name="Google Shape;2062;p170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3" name="Google Shape;2063;p170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4" name="Google Shape;2064;p170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5" name="Google Shape;2065;p170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6" name="Google Shape;2066;p170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7" name="Google Shape;2067;p170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8" name="Google Shape;2068;p170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9" name="Google Shape;2069;p170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0" name="Google Shape;2070;p170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1" name="Google Shape;2071;p170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2" name="Google Shape;2072;p170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3" name="Google Shape;2073;p170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4" name="Google Shape;2074;p170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5" name="Google Shape;2075;p170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6" name="Google Shape;2076;p170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7" name="Google Shape;2077;p170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8" name="Google Shape;2078;p170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9" name="Google Shape;2079;p170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0" name="Google Shape;2080;p170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1" name="Google Shape;2081;p170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2" name="Google Shape;2082;p170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3" name="Google Shape;2083;p170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4" name="Google Shape;2084;p170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5" name="Google Shape;2085;p170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6" name="Google Shape;2086;p170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7" name="Google Shape;2087;p170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8" name="Google Shape;2088;p170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9" name="Google Shape;2089;p170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2090" name="Google Shape;2090;p170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2091" name="Google Shape;2091;p170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2" name="Google Shape;2092;p170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3" name="Google Shape;2093;p170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4" name="Google Shape;2094;p170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5" name="Google Shape;2095;p170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6" name="Google Shape;2096;p170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7" name="Google Shape;2097;p170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8" name="Google Shape;2098;p170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9" name="Google Shape;2099;p170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0" name="Google Shape;2100;p170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1" name="Google Shape;2101;p170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2" name="Google Shape;2102;p170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3" name="Google Shape;2103;p170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4" name="Google Shape;2104;p170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5" name="Google Shape;2105;p170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6" name="Google Shape;2106;p170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7" name="Google Shape;2107;p170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8" name="Google Shape;2108;p170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9" name="Google Shape;2109;p170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0" name="Google Shape;2110;p170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1" name="Google Shape;2111;p170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2" name="Google Shape;2112;p170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3" name="Google Shape;2113;p170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4" name="Google Shape;2114;p170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2115" name="Google Shape;2115;p170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16" name="Google Shape;2116;p170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17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119" name="Google Shape;2119;p171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20" name="Google Shape;2120;p171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21" name="Google Shape;2121;p171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22" name="Google Shape;2122;p171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23" name="Google Shape;2123;p171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24" name="Google Shape;2124;p171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5" name="Google Shape;2125;p171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26" name="Google Shape;2126;p171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7" name="Google Shape;2127;p171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28" name="Google Shape;2128;p171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9" name="Google Shape;2129;p171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0" name="Google Shape;2130;p171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31" name="Google Shape;2131;p171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2" name="Google Shape;2132;p171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33" name="Google Shape;2133;p171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172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136" name="Google Shape;2136;p172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37" name="Google Shape;2137;p172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38" name="Google Shape;2138;p172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39" name="Google Shape;2139;p172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40" name="Google Shape;2140;p172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1" name="Google Shape;2141;p172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2" name="Google Shape;2142;p172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3" name="Google Shape;2143;p172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4" name="Google Shape;2144;p172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5" name="Google Shape;2145;p172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6" name="Google Shape;2146;p172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47" name="Google Shape;2147;p172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8" name="Google Shape;2148;p172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49" name="Google Shape;2149;p172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50" name="Google Shape;2150;p172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1" name="Google Shape;2151;p172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52" name="Google Shape;2152;p172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3" name="Google Shape;2153;p172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54" name="Google Shape;2154;p172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5" name="Google Shape;2155;p172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56" name="Google Shape;2156;p172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57" name="Google Shape;2157;p172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58" name="Google Shape;2158;p172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59" name="Google Shape;2159;p172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173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p174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4" name="Google Shape;2164;p174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165" name="Google Shape;2165;p174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6" name="Google Shape;2166;p174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167" name="Google Shape;2167;p174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8" name="Google Shape;2168;p174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169" name="Google Shape;2169;p174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170" name="Google Shape;2170;p174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71" name="Google Shape;2171;p174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172" name="Google Shape;2172;p174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73" name="Google Shape;2173;p174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p175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176" name="Google Shape;2176;p175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177" name="Google Shape;2177;p175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178" name="Google Shape;2178;p175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179" name="Google Shape;2179;p175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180" name="Google Shape;2180;p175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181" name="Google Shape;2181;p175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2" name="Google Shape;2182;p175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183" name="Google Shape;2183;p175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184" name="Google Shape;2184;p175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185" name="Google Shape;2185;p175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6" name="Google Shape;2186;p175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7" name="Google Shape;2187;p175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9" name="Google Shape;2189;p176"/>
          <p:cNvPicPr preferRelativeResize="0"/>
          <p:nvPr/>
        </p:nvPicPr>
        <p:blipFill rotWithShape="1">
          <a:blip r:embed="rId2">
            <a:alphaModFix/>
          </a:blip>
          <a:srcRect b="7467" l="0" r="17931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190" name="Google Shape;2190;p176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191" name="Google Shape;2191;p176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92" name="Google Shape;2192;p176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93" name="Google Shape;2193;p176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94" name="Google Shape;2194;p176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95" name="Google Shape;2195;p176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96" name="Google Shape;2196;p176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8" name="Google Shape;2198;p177"/>
          <p:cNvPicPr preferRelativeResize="0"/>
          <p:nvPr/>
        </p:nvPicPr>
        <p:blipFill rotWithShape="1">
          <a:blip r:embed="rId2">
            <a:alphaModFix/>
          </a:blip>
          <a:srcRect b="15068" l="14900" r="18070" t="15235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199" name="Google Shape;2199;p177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00" name="Google Shape;2200;p177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01" name="Google Shape;2201;p177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202" name="Google Shape;2202;p177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3" name="Google Shape;2203;p177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204" name="Google Shape;2204;p177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05" name="Google Shape;2205;p177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206" name="Google Shape;2206;p177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07" name="Google Shape;2207;p177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208" name="Google Shape;2208;p177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09" name="Google Shape;2209;p177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p178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2" name="Google Shape;2212;p178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13" name="Google Shape;2213;p178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14" name="Google Shape;2214;p178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15" name="Google Shape;2215;p178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216" name="Google Shape;2216;p178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217" name="Google Shape;2217;p178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218" name="Google Shape;2218;p178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219" name="Google Shape;2219;p178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220" name="Google Shape;2220;p178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221" name="Google Shape;2221;p178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17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24" name="Google Shape;2224;p179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5" name="Google Shape;2225;p179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6" name="Google Shape;2226;p179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7" name="Google Shape;2227;p179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8" name="Google Shape;2228;p179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229" name="Google Shape;2229;p179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230" name="Google Shape;2230;p179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231" name="Google Shape;2231;p179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232" name="Google Shape;2232;p179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33" name="Google Shape;2233;p17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p180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36" name="Google Shape;2236;p180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37" name="Google Shape;2237;p180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38" name="Google Shape;2238;p180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39" name="Google Shape;2239;p180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0" name="Google Shape;2240;p180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1" name="Google Shape;2241;p180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2" name="Google Shape;2242;p180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3" name="Google Shape;2243;p180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4" name="Google Shape;2244;p180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5" name="Google Shape;2245;p180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6" name="Google Shape;2246;p180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7" name="Google Shape;2247;p180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8" name="Google Shape;2248;p180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9" name="Google Shape;2249;p180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0" name="Google Shape;2250;p180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1" name="Google Shape;2251;p180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2" name="Google Shape;2252;p180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3" name="Google Shape;2253;p180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4" name="Google Shape;2254;p180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5" name="Google Shape;2255;p180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6" name="Google Shape;2256;p180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7" name="Google Shape;2257;p180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8" name="Google Shape;2258;p180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9" name="Google Shape;2259;p180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60" name="Google Shape;2260;p180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61" name="Google Shape;2261;p180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181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64" name="Google Shape;2264;p181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65" name="Google Shape;2265;p181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66" name="Google Shape;2266;p181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67" name="Google Shape;2267;p181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68" name="Google Shape;2268;p181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69" name="Google Shape;2269;p181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70" name="Google Shape;2270;p181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71" name="Google Shape;2271;p181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2" name="Google Shape;2272;p181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2273" name="Google Shape;2273;p181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4" name="Google Shape;2274;p181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5" name="Google Shape;2275;p181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182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78" name="Google Shape;2278;p182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79" name="Google Shape;2279;p182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80" name="Google Shape;2280;p182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81" name="Google Shape;2281;p182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82" name="Google Shape;2282;p182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83" name="Google Shape;2283;p182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2284" name="Google Shape;2284;p182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2285" name="Google Shape;2285;p182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86" name="Google Shape;2286;p182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87" name="Google Shape;2287;p182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88" name="Google Shape;2288;p182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89" name="Google Shape;2289;p182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0" name="Google Shape;2290;p182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1" name="Google Shape;2291;p182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2" name="Google Shape;2292;p182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3" name="Google Shape;2293;p182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4" name="Google Shape;2294;p182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5" name="Google Shape;2295;p182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6" name="Google Shape;2296;p182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7" name="Google Shape;2297;p182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8" name="Google Shape;2298;p182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9" name="Google Shape;2299;p182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0" name="Google Shape;2300;p182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1" name="Google Shape;2301;p182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2" name="Google Shape;2302;p182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3" name="Google Shape;2303;p182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4" name="Google Shape;2304;p182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5" name="Google Shape;2305;p182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6" name="Google Shape;2306;p182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7" name="Google Shape;2307;p182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8" name="Google Shape;2308;p182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2309" name="Google Shape;2309;p182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10" name="Google Shape;2310;p182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183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13" name="Google Shape;2313;p183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14" name="Google Shape;2314;p183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15" name="Google Shape;2315;p183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16" name="Google Shape;2316;p183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17" name="Google Shape;2317;p183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18" name="Google Shape;2318;p183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2319" name="Google Shape;2319;p183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20" name="Google Shape;2320;p183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p184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23" name="Google Shape;2323;p184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24" name="Google Shape;2324;p184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25" name="Google Shape;2325;p184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26" name="Google Shape;2326;p184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27" name="Google Shape;2327;p184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8" name="Google Shape;2328;p184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29" name="Google Shape;2329;p184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30" name="Google Shape;2330;p184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31" name="Google Shape;2331;p184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32" name="Google Shape;2332;p184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4" name="Google Shape;2334;p185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5" name="Google Shape;2335;p185"/>
          <p:cNvCxnSpPr>
            <a:stCxn id="2336" idx="1"/>
            <a:endCxn id="2337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8" name="Google Shape;2338;p185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9" name="Google Shape;2339;p185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6" name="Google Shape;2336;p185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40" name="Google Shape;2340;p185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7" name="Google Shape;2337;p185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41" name="Google Shape;2341;p185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2" name="Google Shape;2342;p185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43" name="Google Shape;2343;p185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44" name="Google Shape;2344;p185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2345" name="Shape 2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46" name="Google Shape;2346;p186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7" name="Google Shape;2347;p186"/>
          <p:cNvCxnSpPr>
            <a:stCxn id="2348" idx="1"/>
            <a:endCxn id="2349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0" name="Google Shape;2350;p186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1" name="Google Shape;2351;p186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8" name="Google Shape;2348;p186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52" name="Google Shape;2352;p186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9" name="Google Shape;2349;p186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53" name="Google Shape;2353;p186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4" name="Google Shape;2354;p186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55" name="Google Shape;2355;p186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56" name="Google Shape;2356;p186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187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59" name="Google Shape;2359;p187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60" name="Google Shape;2360;p187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61" name="Google Shape;2361;p187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62" name="Google Shape;2362;p187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63" name="Google Shape;2363;p187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64" name="Google Shape;2364;p187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5" name="Google Shape;2365;p187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66" name="Google Shape;2366;p187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7" name="Google Shape;2367;p187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68" name="Google Shape;2368;p187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9" name="Google Shape;2369;p187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70" name="Google Shape;2370;p187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71" name="Google Shape;2371;p187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72" name="Google Shape;2372;p187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73" name="Google Shape;2373;p187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74" name="Google Shape;2374;p187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188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77" name="Google Shape;2377;p188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78" name="Google Shape;2378;p188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79" name="Google Shape;2379;p188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80" name="Google Shape;2380;p188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81" name="Google Shape;2381;p188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82" name="Google Shape;2382;p188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83" name="Google Shape;2383;p188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84" name="Google Shape;2384;p188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85" name="Google Shape;2385;p188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86" name="Google Shape;2386;p188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2387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p189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89" name="Google Shape;2389;p189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90" name="Google Shape;2390;p189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91" name="Google Shape;2391;p189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92" name="Google Shape;2392;p189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93" name="Google Shape;2393;p189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94" name="Google Shape;2394;p189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95" name="Google Shape;2395;p189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96" name="Google Shape;2396;p189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397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Google Shape;2398;p19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1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01" name="Google Shape;2401;p1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p1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04" name="Google Shape;2404;p19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05" name="Google Shape;2405;p19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06" name="Shape 2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p19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08" name="Google Shape;2408;p19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409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Google Shape;2410;p19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1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p19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13" name="Google Shape;2413;p19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14" name="Google Shape;2414;p19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p19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p19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19" name="Google Shape;2419;p19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42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p1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23" name="Google Shape;2423;p19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4" name="Google Shape;2424;p19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p20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27" name="Google Shape;2427;p20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8" name="Google Shape;2428;p20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29" name="Google Shape;2429;p20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30" name="Google Shape;2430;p20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p20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3" name="Google Shape;2433;p20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34" name="Google Shape;2434;p20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35" name="Google Shape;2435;p20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36" name="Google Shape;2436;p20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37" name="Google Shape;2437;p20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38" name="Google Shape;2438;p20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p20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41" name="Google Shape;2441;p20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42" name="Google Shape;2442;p20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43" name="Google Shape;2443;p20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44" name="Google Shape;2444;p20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45" name="Google Shape;2445;p20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46" name="Google Shape;2446;p20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47" name="Google Shape;2447;p20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48" name="Google Shape;2448;p20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Google Shape;2450;p2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51" name="Google Shape;2451;p20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p20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4" name="Google Shape;2454;p20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55" name="Google Shape;2455;p20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56" name="Google Shape;2456;p20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7" name="Google Shape;2457;p2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58" name="Google Shape;2458;p20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59" name="Google Shape;2459;p20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460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p20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62" name="Google Shape;2462;p20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63" name="Google Shape;2463;p20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64" name="Google Shape;2464;p20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65" name="Google Shape;2465;p20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66" name="Google Shape;2466;p20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67" name="Google Shape;2467;p2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68" name="Google Shape;2468;p20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69" name="Google Shape;2469;p20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70" name="Google Shape;2470;p20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47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p20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473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Google Shape;2474;p20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75" name="Google Shape;2475;p20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76" name="Google Shape;2476;p20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77" name="Google Shape;2477;p20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78" name="Google Shape;2478;p20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79" name="Google Shape;2479;p20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80" name="Google Shape;2480;p20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81" name="Google Shape;2481;p20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82" name="Google Shape;2482;p20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83" name="Google Shape;2483;p20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2487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8" name="Google Shape;2488;p209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2489" name="Google Shape;2489;p209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2490" name="Google Shape;2490;p209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1" name="Google Shape;2491;p209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2" name="Google Shape;2492;p209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2493" name="Google Shape;2493;p209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2494" name="Google Shape;2494;p209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2495" name="Google Shape;2495;p209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2496" name="Shape 2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7" name="Google Shape;2497;p210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2498" name="Google Shape;2498;p210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9" name="Google Shape;2499;p210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500" name="Google Shape;2500;p210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01" name="Google Shape;2501;p210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02" name="Google Shape;2502;p210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503" name="Google Shape;2503;p210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04" name="Google Shape;2504;p2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5" name="Google Shape;2505;p210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506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p211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08" name="Google Shape;2508;p211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09" name="Google Shape;2509;p211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10" name="Google Shape;2510;p211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11" name="Google Shape;2511;p211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12" name="Google Shape;2512;p211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13" name="Google Shape;2513;p2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4" name="Google Shape;2514;p211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15" name="Google Shape;2515;p211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16" name="Google Shape;2516;p211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17" name="Google Shape;2517;p211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18" name="Google Shape;2518;p211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19" name="Google Shape;2519;p211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20" name="Google Shape;2520;p211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21" name="Google Shape;2521;p211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2" name="Google Shape;2522;p211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3" name="Google Shape;2523;p211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4" name="Google Shape;2524;p211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5" name="Google Shape;2525;p211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6" name="Google Shape;2526;p211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7" name="Google Shape;2527;p211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8" name="Google Shape;2528;p211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p212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1" name="Google Shape;2531;p212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2" name="Google Shape;2532;p212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3" name="Google Shape;2533;p212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4" name="Google Shape;2534;p212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5" name="Google Shape;2535;p212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536" name="Google Shape;2536;p212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537" name="Google Shape;2537;p212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538" name="Google Shape;2538;p212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539" name="Google Shape;2539;p212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540" name="Google Shape;2540;p212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41" name="Google Shape;2541;p212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42" name="Google Shape;2542;p21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543" name="Google Shape;2543;p2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2544" name="Shape 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5" name="Google Shape;2545;p21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46" name="Google Shape;2546;p213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47" name="Google Shape;2547;p213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548" name="Google Shape;2548;p2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49" name="Google Shape;2549;p2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50" name="Google Shape;2550;p2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255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p214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553" name="Google Shape;2553;p2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54" name="Google Shape;2554;p2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55" name="Google Shape;2555;p2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6" name="Google Shape;2556;p214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2557" name="Google Shape;2557;p214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2558" name="Google Shape;2558;p214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2559" name="Google Shape;2559;p214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2560" name="Google Shape;2560;p214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2561" name="Google Shape;2561;p214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2" name="Google Shape;2562;p214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3" name="Google Shape;2563;p214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4" name="Google Shape;2564;p214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5" name="Google Shape;2565;p214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6" name="Google Shape;2566;p214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7" name="Google Shape;2567;p214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8" name="Google Shape;2568;p214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2569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Google Shape;2570;p2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571" name="Google Shape;2571;p2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72" name="Google Shape;2572;p215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73" name="Google Shape;2573;p2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2574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5" name="Google Shape;2575;p216"/>
          <p:cNvPicPr preferRelativeResize="0"/>
          <p:nvPr/>
        </p:nvPicPr>
        <p:blipFill rotWithShape="1">
          <a:blip r:embed="rId2">
            <a:alphaModFix amt="10000"/>
          </a:blip>
          <a:srcRect b="720" l="1068" r="19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2576" name="Google Shape;2576;p216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77" name="Google Shape;2577;p2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2578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p217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0" name="Google Shape;2580;p217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1" name="Google Shape;2581;p217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2" name="Google Shape;2582;p217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83" name="Google Shape;2583;p217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4" name="Google Shape;2584;p217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5" name="Google Shape;2585;p2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2586" name="Shape 2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7" name="Google Shape;2587;p218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2588" name="Google Shape;2588;p218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2589" name="Google Shape;2589;p218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2590" name="Google Shape;2590;p218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91" name="Google Shape;2591;p218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92" name="Google Shape;2592;p21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93" name="Google Shape;2593;p218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94" name="Google Shape;2594;p2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2595" name="Shape 2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6" name="Google Shape;2596;p219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97" name="Google Shape;2597;p219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2598" name="Google Shape;2598;p219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99" name="Google Shape;2599;p219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00" name="Google Shape;2600;p21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01" name="Google Shape;2601;p219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02" name="Google Shape;2602;p2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2603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p220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05" name="Google Shape;2605;p220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06" name="Google Shape;2606;p22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07" name="Google Shape;2607;p220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08" name="Google Shape;2608;p2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2609" name="Shape 2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0" name="Google Shape;2610;p22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611" name="Google Shape;2611;p22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12" name="Google Shape;2612;p221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13" name="Google Shape;2613;p2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4" name="Google Shape;2614;p221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15" name="Google Shape;2615;p221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16" name="Google Shape;2616;p221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17" name="Google Shape;2617;p221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2618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9" name="Google Shape;2619;p222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20" name="Google Shape;2620;p222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21" name="Google Shape;2621;p222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22" name="Google Shape;2622;p2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623" name="Google Shape;2623;p22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24" name="Google Shape;2624;p222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25" name="Google Shape;2625;p2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6" name="Google Shape;2626;p222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27" name="Google Shape;2627;p222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28" name="Google Shape;2628;p222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29" name="Google Shape;2629;p222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30" name="Google Shape;2630;p222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31" name="Google Shape;2631;p222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2632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Google Shape;2633;p223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634" name="Google Shape;2634;p223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635" name="Google Shape;2635;p223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636" name="Google Shape;2636;p223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2637" name="Google Shape;2637;p223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638" name="Google Shape;2638;p22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39" name="Google Shape;2639;p223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40" name="Google Shape;2640;p22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1" name="Google Shape;2641;p223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42" name="Google Shape;2642;p223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43" name="Google Shape;2643;p223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44" name="Google Shape;2644;p223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45" name="Google Shape;2645;p223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46" name="Google Shape;2646;p223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2647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p22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649" name="Google Shape;2649;p22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50" name="Google Shape;2650;p22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51" name="Google Shape;2651;p22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2" name="Google Shape;2652;p224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53" name="Google Shape;2653;p224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54" name="Google Shape;2654;p224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55" name="Google Shape;2655;p224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56" name="Google Shape;2656;p224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57" name="Google Shape;2657;p224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58" name="Google Shape;2658;p224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59" name="Google Shape;2659;p224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2660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661;p225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62" name="Google Shape;2662;p225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2663" name="Google Shape;2663;p225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64" name="Google Shape;2664;p22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2665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" name="Google Shape;2666;p226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67" name="Google Shape;2667;p226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668" name="Google Shape;2668;p226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669" name="Google Shape;2669;p226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670" name="Google Shape;2670;p226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671" name="Google Shape;2671;p226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72" name="Google Shape;2672;p226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73" name="Google Shape;2673;p226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674" name="Google Shape;2674;p226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75" name="Google Shape;2675;p226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676" name="Google Shape;2676;p226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77" name="Google Shape;2677;p226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678" name="Google Shape;2678;p22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679" name="Google Shape;2679;p226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80" name="Google Shape;2680;p226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81" name="Google Shape;2681;p22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682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p227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684" name="Google Shape;2684;p227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85" name="Google Shape;2685;p227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86" name="Google Shape;2686;p227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87" name="Google Shape;2687;p22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688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Google Shape;2689;p228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90" name="Google Shape;2690;p228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91" name="Google Shape;2691;p228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92" name="Google Shape;2692;p228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93" name="Google Shape;2693;p228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94" name="Google Shape;2694;p228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95" name="Google Shape;2695;p228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696" name="Google Shape;2696;p228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697" name="Google Shape;2697;p228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698" name="Google Shape;2698;p228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99" name="Google Shape;2699;p228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700" name="Google Shape;2700;p228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701" name="Google Shape;2701;p228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702" name="Google Shape;2702;p228"/>
          <p:cNvCxnSpPr>
            <a:stCxn id="2700" idx="1"/>
            <a:endCxn id="2700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3" name="Google Shape;2703;p228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4" name="Google Shape;2704;p228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5" name="Google Shape;2705;p228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6" name="Google Shape;2706;p228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7" name="Google Shape;2707;p228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8" name="Google Shape;2708;p228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9" name="Google Shape;2709;p228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0" name="Google Shape;2710;p228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1" name="Google Shape;2711;p228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2" name="Google Shape;2712;p228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3" name="Google Shape;2713;p228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4" name="Google Shape;2714;p22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5" name="Google Shape;2715;p228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716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Google Shape;2717;p229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718" name="Google Shape;2718;p229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719" name="Google Shape;2719;p229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0" name="Google Shape;2720;p229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21" name="Google Shape;2721;p229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2" name="Google Shape;2722;p229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23" name="Google Shape;2723;p22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724" name="Google Shape;2724;p229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5" name="Google Shape;2725;p229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6" name="Google Shape;2726;p22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27" name="Shape 2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8" name="Google Shape;2728;p2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729" name="Google Shape;2729;p2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730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Google Shape;2731;p2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732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2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34" name="Google Shape;2734;p2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735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p2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37" name="Google Shape;2737;p2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38" name="Google Shape;2738;p2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39" name="Shape 2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0" name="Google Shape;2740;p2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41" name="Shape 2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Google Shape;2742;p2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743" name="Google Shape;2743;p2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4" name="Shape 2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5" name="Google Shape;2745;p2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46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p2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748" name="Google Shape;2748;p2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49" name="Google Shape;2749;p2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750" name="Shape 2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" name="Google Shape;2751;p23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752" name="Shape 2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3" name="Google Shape;2753;p2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4" name="Google Shape;2754;p2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55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56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2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8" name="Google Shape;2758;p2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59" name="Google Shape;2759;p2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0" name="Google Shape;2760;p2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1" name="Google Shape;2761;p2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2" name="Google Shape;2762;p2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3" name="Google Shape;2763;p2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764" name="Shape 2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" name="Google Shape;2765;p2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66" name="Google Shape;2766;p2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67" name="Google Shape;2767;p2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768" name="Shape 2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Google Shape;2769;p2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770" name="Google Shape;2770;p2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71" name="Google Shape;2771;p2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72" name="Google Shape;2772;p2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73" name="Google Shape;2773;p2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74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p2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76" name="Google Shape;2776;p2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77" name="Google Shape;2777;p2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778" name="Google Shape;2778;p2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79" name="Google Shape;2779;p2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0" name="Google Shape;2780;p2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1" name="Google Shape;2781;p2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2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4" name="Google Shape;2784;p2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5" name="Google Shape;2785;p2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6" name="Google Shape;2786;p2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7" name="Google Shape;2787;p2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788" name="Google Shape;2788;p2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9" name="Google Shape;2789;p2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0" name="Google Shape;2790;p2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1" name="Google Shape;2791;p2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792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p2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94" name="Google Shape;2794;p2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795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2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97" name="Google Shape;2797;p2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8" name="Google Shape;2798;p2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9" name="Google Shape;2799;p2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0" name="Google Shape;2800;p2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01" name="Google Shape;2801;p2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02" name="Google Shape;2802;p2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803" name="Shape 2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Google Shape;2804;p2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5" name="Google Shape;2805;p2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6" name="Google Shape;2806;p2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7" name="Google Shape;2807;p2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8" name="Google Shape;2808;p2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9" name="Google Shape;2809;p2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10" name="Google Shape;2810;p2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11" name="Google Shape;2811;p2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2" name="Google Shape;2812;p2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3" name="Google Shape;2813;p2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814" name="Shape 2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5" name="Google Shape;2815;p2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816" name="Shape 2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" name="Google Shape;2817;p2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8" name="Google Shape;2818;p2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9" name="Google Shape;2819;p2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0" name="Google Shape;2820;p2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1" name="Google Shape;2821;p2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2" name="Google Shape;2822;p2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3" name="Google Shape;2823;p2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24" name="Google Shape;2824;p2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5" name="Google Shape;2825;p2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6" name="Google Shape;2826;p2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2">
    <p:spTree>
      <p:nvGrpSpPr>
        <p:cNvPr id="283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p2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833" name="Google Shape;2833;p252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2834" name="Google Shape;2834;p252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35" name="Google Shape;2835;p252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36" name="Google Shape;2836;p252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37" name="Google Shape;2837;p252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838" name="Google Shape;2838;p252"/>
          <p:cNvGrpSpPr/>
          <p:nvPr/>
        </p:nvGrpSpPr>
        <p:grpSpPr>
          <a:xfrm>
            <a:off x="537556" y="689375"/>
            <a:ext cx="8068563" cy="3764713"/>
            <a:chOff x="537556" y="689375"/>
            <a:chExt cx="8068563" cy="3764713"/>
          </a:xfrm>
        </p:grpSpPr>
        <p:sp>
          <p:nvSpPr>
            <p:cNvPr id="2839" name="Google Shape;2839;p252"/>
            <p:cNvSpPr/>
            <p:nvPr/>
          </p:nvSpPr>
          <p:spPr>
            <a:xfrm>
              <a:off x="161340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0" name="Google Shape;2840;p252"/>
            <p:cNvSpPr/>
            <p:nvPr/>
          </p:nvSpPr>
          <p:spPr>
            <a:xfrm>
              <a:off x="32276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1" name="Google Shape;2841;p252"/>
            <p:cNvSpPr/>
            <p:nvPr/>
          </p:nvSpPr>
          <p:spPr>
            <a:xfrm>
              <a:off x="37652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2" name="Google Shape;2842;p252"/>
            <p:cNvSpPr/>
            <p:nvPr/>
          </p:nvSpPr>
          <p:spPr>
            <a:xfrm>
              <a:off x="26894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3" name="Google Shape;2843;p252"/>
            <p:cNvSpPr/>
            <p:nvPr/>
          </p:nvSpPr>
          <p:spPr>
            <a:xfrm>
              <a:off x="21518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4" name="Google Shape;2844;p252"/>
            <p:cNvSpPr/>
            <p:nvPr/>
          </p:nvSpPr>
          <p:spPr>
            <a:xfrm>
              <a:off x="53792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5" name="Google Shape;2845;p252"/>
            <p:cNvSpPr/>
            <p:nvPr/>
          </p:nvSpPr>
          <p:spPr>
            <a:xfrm>
              <a:off x="59168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6" name="Google Shape;2846;p252"/>
            <p:cNvSpPr/>
            <p:nvPr/>
          </p:nvSpPr>
          <p:spPr>
            <a:xfrm>
              <a:off x="48410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7" name="Google Shape;2847;p252"/>
            <p:cNvSpPr/>
            <p:nvPr/>
          </p:nvSpPr>
          <p:spPr>
            <a:xfrm>
              <a:off x="43034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8" name="Google Shape;2848;p252"/>
            <p:cNvSpPr/>
            <p:nvPr/>
          </p:nvSpPr>
          <p:spPr>
            <a:xfrm>
              <a:off x="699235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9" name="Google Shape;2849;p252"/>
            <p:cNvSpPr/>
            <p:nvPr/>
          </p:nvSpPr>
          <p:spPr>
            <a:xfrm>
              <a:off x="6454750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0" name="Google Shape;2850;p252"/>
            <p:cNvSpPr/>
            <p:nvPr/>
          </p:nvSpPr>
          <p:spPr>
            <a:xfrm>
              <a:off x="161340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1" name="Google Shape;2851;p252"/>
            <p:cNvSpPr/>
            <p:nvPr/>
          </p:nvSpPr>
          <p:spPr>
            <a:xfrm>
              <a:off x="37652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2" name="Google Shape;2852;p252"/>
            <p:cNvSpPr/>
            <p:nvPr/>
          </p:nvSpPr>
          <p:spPr>
            <a:xfrm>
              <a:off x="26894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3" name="Google Shape;2853;p252"/>
            <p:cNvSpPr/>
            <p:nvPr/>
          </p:nvSpPr>
          <p:spPr>
            <a:xfrm>
              <a:off x="21518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4" name="Google Shape;2854;p252"/>
            <p:cNvSpPr/>
            <p:nvPr/>
          </p:nvSpPr>
          <p:spPr>
            <a:xfrm>
              <a:off x="32276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5" name="Google Shape;2855;p252"/>
            <p:cNvSpPr/>
            <p:nvPr/>
          </p:nvSpPr>
          <p:spPr>
            <a:xfrm>
              <a:off x="59168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6" name="Google Shape;2856;p252"/>
            <p:cNvSpPr/>
            <p:nvPr/>
          </p:nvSpPr>
          <p:spPr>
            <a:xfrm>
              <a:off x="48410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7" name="Google Shape;2857;p252"/>
            <p:cNvSpPr/>
            <p:nvPr/>
          </p:nvSpPr>
          <p:spPr>
            <a:xfrm>
              <a:off x="43034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8" name="Google Shape;2858;p252"/>
            <p:cNvSpPr/>
            <p:nvPr/>
          </p:nvSpPr>
          <p:spPr>
            <a:xfrm>
              <a:off x="53792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9" name="Google Shape;2859;p252"/>
            <p:cNvSpPr/>
            <p:nvPr/>
          </p:nvSpPr>
          <p:spPr>
            <a:xfrm>
              <a:off x="699235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0" name="Google Shape;2860;p252"/>
            <p:cNvSpPr/>
            <p:nvPr/>
          </p:nvSpPr>
          <p:spPr>
            <a:xfrm>
              <a:off x="6454750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1" name="Google Shape;2861;p252"/>
            <p:cNvSpPr/>
            <p:nvPr/>
          </p:nvSpPr>
          <p:spPr>
            <a:xfrm>
              <a:off x="537600" y="28405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2" name="Google Shape;2862;p252"/>
            <p:cNvSpPr/>
            <p:nvPr/>
          </p:nvSpPr>
          <p:spPr>
            <a:xfrm>
              <a:off x="53760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3" name="Google Shape;2863;p252"/>
            <p:cNvSpPr/>
            <p:nvPr/>
          </p:nvSpPr>
          <p:spPr>
            <a:xfrm>
              <a:off x="806815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4" name="Google Shape;2864;p252"/>
            <p:cNvSpPr/>
            <p:nvPr/>
          </p:nvSpPr>
          <p:spPr>
            <a:xfrm>
              <a:off x="8068150" y="2840650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5" name="Google Shape;2865;p252"/>
            <p:cNvSpPr/>
            <p:nvPr/>
          </p:nvSpPr>
          <p:spPr>
            <a:xfrm>
              <a:off x="161340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6" name="Google Shape;2866;p252"/>
            <p:cNvSpPr/>
            <p:nvPr/>
          </p:nvSpPr>
          <p:spPr>
            <a:xfrm>
              <a:off x="32276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7" name="Google Shape;2867;p252"/>
            <p:cNvSpPr/>
            <p:nvPr/>
          </p:nvSpPr>
          <p:spPr>
            <a:xfrm>
              <a:off x="26894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8" name="Google Shape;2868;p252"/>
            <p:cNvSpPr/>
            <p:nvPr/>
          </p:nvSpPr>
          <p:spPr>
            <a:xfrm>
              <a:off x="21518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9" name="Google Shape;2869;p252"/>
            <p:cNvSpPr/>
            <p:nvPr/>
          </p:nvSpPr>
          <p:spPr>
            <a:xfrm>
              <a:off x="37652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0" name="Google Shape;2870;p252"/>
            <p:cNvSpPr/>
            <p:nvPr/>
          </p:nvSpPr>
          <p:spPr>
            <a:xfrm rot="-5400000">
              <a:off x="537556" y="68961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1" name="Google Shape;2871;p252"/>
            <p:cNvSpPr/>
            <p:nvPr/>
          </p:nvSpPr>
          <p:spPr>
            <a:xfrm>
              <a:off x="53792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2" name="Google Shape;2872;p252"/>
            <p:cNvSpPr/>
            <p:nvPr/>
          </p:nvSpPr>
          <p:spPr>
            <a:xfrm>
              <a:off x="48410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3" name="Google Shape;2873;p252"/>
            <p:cNvSpPr/>
            <p:nvPr/>
          </p:nvSpPr>
          <p:spPr>
            <a:xfrm>
              <a:off x="43034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4" name="Google Shape;2874;p252"/>
            <p:cNvSpPr/>
            <p:nvPr/>
          </p:nvSpPr>
          <p:spPr>
            <a:xfrm>
              <a:off x="59168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5" name="Google Shape;2875;p252"/>
            <p:cNvSpPr/>
            <p:nvPr/>
          </p:nvSpPr>
          <p:spPr>
            <a:xfrm>
              <a:off x="699235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6" name="Google Shape;2876;p252"/>
            <p:cNvSpPr/>
            <p:nvPr/>
          </p:nvSpPr>
          <p:spPr>
            <a:xfrm>
              <a:off x="6454750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7" name="Google Shape;2877;p252"/>
            <p:cNvSpPr/>
            <p:nvPr/>
          </p:nvSpPr>
          <p:spPr>
            <a:xfrm>
              <a:off x="161340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8" name="Google Shape;2878;p252"/>
            <p:cNvSpPr/>
            <p:nvPr/>
          </p:nvSpPr>
          <p:spPr>
            <a:xfrm>
              <a:off x="32276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9" name="Google Shape;2879;p252"/>
            <p:cNvSpPr/>
            <p:nvPr/>
          </p:nvSpPr>
          <p:spPr>
            <a:xfrm>
              <a:off x="37652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0" name="Google Shape;2880;p252"/>
            <p:cNvSpPr/>
            <p:nvPr/>
          </p:nvSpPr>
          <p:spPr>
            <a:xfrm>
              <a:off x="26894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1" name="Google Shape;2881;p252"/>
            <p:cNvSpPr/>
            <p:nvPr/>
          </p:nvSpPr>
          <p:spPr>
            <a:xfrm>
              <a:off x="21518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2" name="Google Shape;2882;p252"/>
            <p:cNvSpPr/>
            <p:nvPr/>
          </p:nvSpPr>
          <p:spPr>
            <a:xfrm>
              <a:off x="53792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3" name="Google Shape;2883;p252"/>
            <p:cNvSpPr/>
            <p:nvPr/>
          </p:nvSpPr>
          <p:spPr>
            <a:xfrm>
              <a:off x="59168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4" name="Google Shape;2884;p252"/>
            <p:cNvSpPr/>
            <p:nvPr/>
          </p:nvSpPr>
          <p:spPr>
            <a:xfrm>
              <a:off x="48410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5" name="Google Shape;2885;p252"/>
            <p:cNvSpPr/>
            <p:nvPr/>
          </p:nvSpPr>
          <p:spPr>
            <a:xfrm>
              <a:off x="43034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6" name="Google Shape;2886;p252"/>
            <p:cNvSpPr/>
            <p:nvPr/>
          </p:nvSpPr>
          <p:spPr>
            <a:xfrm>
              <a:off x="699235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7" name="Google Shape;2887;p252"/>
            <p:cNvSpPr/>
            <p:nvPr/>
          </p:nvSpPr>
          <p:spPr>
            <a:xfrm>
              <a:off x="6454750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8" name="Google Shape;2888;p252"/>
            <p:cNvSpPr/>
            <p:nvPr/>
          </p:nvSpPr>
          <p:spPr>
            <a:xfrm>
              <a:off x="537600" y="23026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9" name="Google Shape;2889;p252"/>
            <p:cNvSpPr/>
            <p:nvPr/>
          </p:nvSpPr>
          <p:spPr>
            <a:xfrm>
              <a:off x="8068150" y="2302800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0" name="Google Shape;2890;p252"/>
            <p:cNvSpPr/>
            <p:nvPr/>
          </p:nvSpPr>
          <p:spPr>
            <a:xfrm rot="5400000">
              <a:off x="537644" y="68961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1" name="Google Shape;2891;p252"/>
            <p:cNvSpPr/>
            <p:nvPr/>
          </p:nvSpPr>
          <p:spPr>
            <a:xfrm rot="5400000">
              <a:off x="7530319" y="337826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2" name="Google Shape;2892;p252"/>
            <p:cNvSpPr/>
            <p:nvPr/>
          </p:nvSpPr>
          <p:spPr>
            <a:xfrm rot="-5400000">
              <a:off x="7530231" y="337826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3" name="Google Shape;2893;p252"/>
            <p:cNvSpPr/>
            <p:nvPr/>
          </p:nvSpPr>
          <p:spPr>
            <a:xfrm rot="10800000">
              <a:off x="537600" y="3377763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4" name="Google Shape;2894;p252"/>
            <p:cNvSpPr/>
            <p:nvPr/>
          </p:nvSpPr>
          <p:spPr>
            <a:xfrm>
              <a:off x="537600" y="3377675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5" name="Google Shape;2895;p252"/>
            <p:cNvSpPr/>
            <p:nvPr/>
          </p:nvSpPr>
          <p:spPr>
            <a:xfrm>
              <a:off x="7530275" y="689375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6" name="Google Shape;2896;p252"/>
            <p:cNvSpPr/>
            <p:nvPr/>
          </p:nvSpPr>
          <p:spPr>
            <a:xfrm rot="10800000">
              <a:off x="7530275" y="689463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897" name="Google Shape;2897;p252"/>
          <p:cNvSpPr txBox="1"/>
          <p:nvPr>
            <p:ph type="title"/>
          </p:nvPr>
        </p:nvSpPr>
        <p:spPr>
          <a:xfrm>
            <a:off x="1241550" y="1973150"/>
            <a:ext cx="6660900" cy="7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98" name="Google Shape;2898;p252"/>
          <p:cNvSpPr txBox="1"/>
          <p:nvPr>
            <p:ph idx="1" type="subTitle"/>
          </p:nvPr>
        </p:nvSpPr>
        <p:spPr>
          <a:xfrm>
            <a:off x="1810800" y="2904800"/>
            <a:ext cx="5522700" cy="30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2899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25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01" name="Google Shape;2901;p25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02" name="Google Shape;2902;p2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903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p2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05" name="Google Shape;2905;p2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906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7" name="Google Shape;2907;p25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p2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09" name="Google Shape;2909;p2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10" name="Google Shape;2910;p2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11" name="Google Shape;2911;p2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2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914" name="Google Shape;2914;p25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53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15" name="Google Shape;2915;p25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916" name="Google Shape;2916;p2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details">
  <p:cSld name="TITLE_2_1">
    <p:spTree>
      <p:nvGrpSpPr>
        <p:cNvPr id="2917" name="Shape 2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" name="Google Shape;2918;p2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19" name="Google Shape;2919;p257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2920" name="Google Shape;2920;p257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21" name="Google Shape;2921;p257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22" name="Google Shape;2922;p257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23" name="Google Shape;2923;p257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924" name="Google Shape;2924;p257"/>
          <p:cNvGrpSpPr/>
          <p:nvPr/>
        </p:nvGrpSpPr>
        <p:grpSpPr>
          <a:xfrm>
            <a:off x="537556" y="689375"/>
            <a:ext cx="8068563" cy="3764713"/>
            <a:chOff x="537556" y="689375"/>
            <a:chExt cx="8068563" cy="3764713"/>
          </a:xfrm>
        </p:grpSpPr>
        <p:sp>
          <p:nvSpPr>
            <p:cNvPr id="2925" name="Google Shape;2925;p257"/>
            <p:cNvSpPr/>
            <p:nvPr/>
          </p:nvSpPr>
          <p:spPr>
            <a:xfrm>
              <a:off x="161340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6" name="Google Shape;2926;p257"/>
            <p:cNvSpPr/>
            <p:nvPr/>
          </p:nvSpPr>
          <p:spPr>
            <a:xfrm>
              <a:off x="32276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7" name="Google Shape;2927;p257"/>
            <p:cNvSpPr/>
            <p:nvPr/>
          </p:nvSpPr>
          <p:spPr>
            <a:xfrm>
              <a:off x="37652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8" name="Google Shape;2928;p257"/>
            <p:cNvSpPr/>
            <p:nvPr/>
          </p:nvSpPr>
          <p:spPr>
            <a:xfrm>
              <a:off x="26894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9" name="Google Shape;2929;p257"/>
            <p:cNvSpPr/>
            <p:nvPr/>
          </p:nvSpPr>
          <p:spPr>
            <a:xfrm>
              <a:off x="21518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0" name="Google Shape;2930;p257"/>
            <p:cNvSpPr/>
            <p:nvPr/>
          </p:nvSpPr>
          <p:spPr>
            <a:xfrm>
              <a:off x="53792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1" name="Google Shape;2931;p257"/>
            <p:cNvSpPr/>
            <p:nvPr/>
          </p:nvSpPr>
          <p:spPr>
            <a:xfrm>
              <a:off x="59168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2" name="Google Shape;2932;p257"/>
            <p:cNvSpPr/>
            <p:nvPr/>
          </p:nvSpPr>
          <p:spPr>
            <a:xfrm>
              <a:off x="48410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3" name="Google Shape;2933;p257"/>
            <p:cNvSpPr/>
            <p:nvPr/>
          </p:nvSpPr>
          <p:spPr>
            <a:xfrm>
              <a:off x="43034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4" name="Google Shape;2934;p257"/>
            <p:cNvSpPr/>
            <p:nvPr/>
          </p:nvSpPr>
          <p:spPr>
            <a:xfrm>
              <a:off x="699235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5" name="Google Shape;2935;p257"/>
            <p:cNvSpPr/>
            <p:nvPr/>
          </p:nvSpPr>
          <p:spPr>
            <a:xfrm>
              <a:off x="6454750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6" name="Google Shape;2936;p257"/>
            <p:cNvSpPr/>
            <p:nvPr/>
          </p:nvSpPr>
          <p:spPr>
            <a:xfrm>
              <a:off x="161340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7" name="Google Shape;2937;p257"/>
            <p:cNvSpPr/>
            <p:nvPr/>
          </p:nvSpPr>
          <p:spPr>
            <a:xfrm>
              <a:off x="37652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8" name="Google Shape;2938;p257"/>
            <p:cNvSpPr/>
            <p:nvPr/>
          </p:nvSpPr>
          <p:spPr>
            <a:xfrm>
              <a:off x="26894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9" name="Google Shape;2939;p257"/>
            <p:cNvSpPr/>
            <p:nvPr/>
          </p:nvSpPr>
          <p:spPr>
            <a:xfrm>
              <a:off x="21518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0" name="Google Shape;2940;p257"/>
            <p:cNvSpPr/>
            <p:nvPr/>
          </p:nvSpPr>
          <p:spPr>
            <a:xfrm>
              <a:off x="32276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1" name="Google Shape;2941;p257"/>
            <p:cNvSpPr/>
            <p:nvPr/>
          </p:nvSpPr>
          <p:spPr>
            <a:xfrm>
              <a:off x="59168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2" name="Google Shape;2942;p257"/>
            <p:cNvSpPr/>
            <p:nvPr/>
          </p:nvSpPr>
          <p:spPr>
            <a:xfrm>
              <a:off x="48410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3" name="Google Shape;2943;p257"/>
            <p:cNvSpPr/>
            <p:nvPr/>
          </p:nvSpPr>
          <p:spPr>
            <a:xfrm>
              <a:off x="43034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4" name="Google Shape;2944;p257"/>
            <p:cNvSpPr/>
            <p:nvPr/>
          </p:nvSpPr>
          <p:spPr>
            <a:xfrm>
              <a:off x="53792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5" name="Google Shape;2945;p257"/>
            <p:cNvSpPr/>
            <p:nvPr/>
          </p:nvSpPr>
          <p:spPr>
            <a:xfrm>
              <a:off x="699235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6" name="Google Shape;2946;p257"/>
            <p:cNvSpPr/>
            <p:nvPr/>
          </p:nvSpPr>
          <p:spPr>
            <a:xfrm>
              <a:off x="6454750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7" name="Google Shape;2947;p257"/>
            <p:cNvSpPr/>
            <p:nvPr/>
          </p:nvSpPr>
          <p:spPr>
            <a:xfrm>
              <a:off x="537600" y="28405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8" name="Google Shape;2948;p257"/>
            <p:cNvSpPr/>
            <p:nvPr/>
          </p:nvSpPr>
          <p:spPr>
            <a:xfrm>
              <a:off x="53760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9" name="Google Shape;2949;p257"/>
            <p:cNvSpPr/>
            <p:nvPr/>
          </p:nvSpPr>
          <p:spPr>
            <a:xfrm>
              <a:off x="806815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0" name="Google Shape;2950;p257"/>
            <p:cNvSpPr/>
            <p:nvPr/>
          </p:nvSpPr>
          <p:spPr>
            <a:xfrm>
              <a:off x="8068150" y="2840650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1" name="Google Shape;2951;p257"/>
            <p:cNvSpPr/>
            <p:nvPr/>
          </p:nvSpPr>
          <p:spPr>
            <a:xfrm>
              <a:off x="161340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2" name="Google Shape;2952;p257"/>
            <p:cNvSpPr/>
            <p:nvPr/>
          </p:nvSpPr>
          <p:spPr>
            <a:xfrm>
              <a:off x="32276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3" name="Google Shape;2953;p257"/>
            <p:cNvSpPr/>
            <p:nvPr/>
          </p:nvSpPr>
          <p:spPr>
            <a:xfrm>
              <a:off x="26894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4" name="Google Shape;2954;p257"/>
            <p:cNvSpPr/>
            <p:nvPr/>
          </p:nvSpPr>
          <p:spPr>
            <a:xfrm>
              <a:off x="21518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5" name="Google Shape;2955;p257"/>
            <p:cNvSpPr/>
            <p:nvPr/>
          </p:nvSpPr>
          <p:spPr>
            <a:xfrm>
              <a:off x="37652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6" name="Google Shape;2956;p257"/>
            <p:cNvSpPr/>
            <p:nvPr/>
          </p:nvSpPr>
          <p:spPr>
            <a:xfrm rot="-5400000">
              <a:off x="537556" y="68961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7" name="Google Shape;2957;p257"/>
            <p:cNvSpPr/>
            <p:nvPr/>
          </p:nvSpPr>
          <p:spPr>
            <a:xfrm>
              <a:off x="53792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8" name="Google Shape;2958;p257"/>
            <p:cNvSpPr/>
            <p:nvPr/>
          </p:nvSpPr>
          <p:spPr>
            <a:xfrm>
              <a:off x="48410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9" name="Google Shape;2959;p257"/>
            <p:cNvSpPr/>
            <p:nvPr/>
          </p:nvSpPr>
          <p:spPr>
            <a:xfrm>
              <a:off x="43034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0" name="Google Shape;2960;p257"/>
            <p:cNvSpPr/>
            <p:nvPr/>
          </p:nvSpPr>
          <p:spPr>
            <a:xfrm>
              <a:off x="59168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1" name="Google Shape;2961;p257"/>
            <p:cNvSpPr/>
            <p:nvPr/>
          </p:nvSpPr>
          <p:spPr>
            <a:xfrm>
              <a:off x="699235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2" name="Google Shape;2962;p257"/>
            <p:cNvSpPr/>
            <p:nvPr/>
          </p:nvSpPr>
          <p:spPr>
            <a:xfrm>
              <a:off x="6454750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3" name="Google Shape;2963;p257"/>
            <p:cNvSpPr/>
            <p:nvPr/>
          </p:nvSpPr>
          <p:spPr>
            <a:xfrm>
              <a:off x="161340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4" name="Google Shape;2964;p257"/>
            <p:cNvSpPr/>
            <p:nvPr/>
          </p:nvSpPr>
          <p:spPr>
            <a:xfrm>
              <a:off x="32276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5" name="Google Shape;2965;p257"/>
            <p:cNvSpPr/>
            <p:nvPr/>
          </p:nvSpPr>
          <p:spPr>
            <a:xfrm>
              <a:off x="37652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6" name="Google Shape;2966;p257"/>
            <p:cNvSpPr/>
            <p:nvPr/>
          </p:nvSpPr>
          <p:spPr>
            <a:xfrm>
              <a:off x="26894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7" name="Google Shape;2967;p257"/>
            <p:cNvSpPr/>
            <p:nvPr/>
          </p:nvSpPr>
          <p:spPr>
            <a:xfrm>
              <a:off x="21518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8" name="Google Shape;2968;p257"/>
            <p:cNvSpPr/>
            <p:nvPr/>
          </p:nvSpPr>
          <p:spPr>
            <a:xfrm>
              <a:off x="53792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9" name="Google Shape;2969;p257"/>
            <p:cNvSpPr/>
            <p:nvPr/>
          </p:nvSpPr>
          <p:spPr>
            <a:xfrm>
              <a:off x="59168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0" name="Google Shape;2970;p257"/>
            <p:cNvSpPr/>
            <p:nvPr/>
          </p:nvSpPr>
          <p:spPr>
            <a:xfrm>
              <a:off x="48410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1" name="Google Shape;2971;p257"/>
            <p:cNvSpPr/>
            <p:nvPr/>
          </p:nvSpPr>
          <p:spPr>
            <a:xfrm>
              <a:off x="43034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2" name="Google Shape;2972;p257"/>
            <p:cNvSpPr/>
            <p:nvPr/>
          </p:nvSpPr>
          <p:spPr>
            <a:xfrm>
              <a:off x="699235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3" name="Google Shape;2973;p257"/>
            <p:cNvSpPr/>
            <p:nvPr/>
          </p:nvSpPr>
          <p:spPr>
            <a:xfrm>
              <a:off x="6454750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4" name="Google Shape;2974;p257"/>
            <p:cNvSpPr/>
            <p:nvPr/>
          </p:nvSpPr>
          <p:spPr>
            <a:xfrm>
              <a:off x="537600" y="23026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5" name="Google Shape;2975;p257"/>
            <p:cNvSpPr/>
            <p:nvPr/>
          </p:nvSpPr>
          <p:spPr>
            <a:xfrm>
              <a:off x="8068150" y="2302800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6" name="Google Shape;2976;p257"/>
            <p:cNvSpPr/>
            <p:nvPr/>
          </p:nvSpPr>
          <p:spPr>
            <a:xfrm rot="5400000">
              <a:off x="537644" y="68961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7" name="Google Shape;2977;p257"/>
            <p:cNvSpPr/>
            <p:nvPr/>
          </p:nvSpPr>
          <p:spPr>
            <a:xfrm rot="5400000">
              <a:off x="7530319" y="337826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8" name="Google Shape;2978;p257"/>
            <p:cNvSpPr/>
            <p:nvPr/>
          </p:nvSpPr>
          <p:spPr>
            <a:xfrm rot="-5400000">
              <a:off x="7530231" y="337826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9" name="Google Shape;2979;p257"/>
            <p:cNvSpPr/>
            <p:nvPr/>
          </p:nvSpPr>
          <p:spPr>
            <a:xfrm rot="10800000">
              <a:off x="537600" y="3377763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80" name="Google Shape;2980;p257"/>
            <p:cNvSpPr/>
            <p:nvPr/>
          </p:nvSpPr>
          <p:spPr>
            <a:xfrm>
              <a:off x="537600" y="3377675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81" name="Google Shape;2981;p257"/>
            <p:cNvSpPr/>
            <p:nvPr/>
          </p:nvSpPr>
          <p:spPr>
            <a:xfrm>
              <a:off x="7530275" y="689375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82" name="Google Shape;2982;p257"/>
            <p:cNvSpPr/>
            <p:nvPr/>
          </p:nvSpPr>
          <p:spPr>
            <a:xfrm rot="10800000">
              <a:off x="7530275" y="689463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983" name="Google Shape;2983;p257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84" name="Google Shape;2984;p257"/>
          <p:cNvSpPr txBox="1"/>
          <p:nvPr>
            <p:ph idx="1" type="body"/>
          </p:nvPr>
        </p:nvSpPr>
        <p:spPr>
          <a:xfrm>
            <a:off x="421035" y="224850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85" name="Google Shape;2985;p257"/>
          <p:cNvSpPr txBox="1"/>
          <p:nvPr>
            <p:ph idx="2" type="body"/>
          </p:nvPr>
        </p:nvSpPr>
        <p:spPr>
          <a:xfrm>
            <a:off x="6772321" y="224850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86" name="Google Shape;2986;p257"/>
          <p:cNvSpPr txBox="1"/>
          <p:nvPr>
            <p:ph idx="3" type="body"/>
          </p:nvPr>
        </p:nvSpPr>
        <p:spPr>
          <a:xfrm>
            <a:off x="421035" y="4573625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87" name="Google Shape;2987;p257"/>
          <p:cNvSpPr txBox="1"/>
          <p:nvPr>
            <p:ph idx="4" type="body"/>
          </p:nvPr>
        </p:nvSpPr>
        <p:spPr>
          <a:xfrm>
            <a:off x="6772321" y="4573625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">
    <p:spTree>
      <p:nvGrpSpPr>
        <p:cNvPr id="2988" name="Shape 2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9" name="Google Shape;2989;p258"/>
          <p:cNvSpPr/>
          <p:nvPr>
            <p:ph idx="2" type="pic"/>
          </p:nvPr>
        </p:nvSpPr>
        <p:spPr>
          <a:xfrm>
            <a:off x="320135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990" name="Google Shape;2990;p258"/>
          <p:cNvSpPr/>
          <p:nvPr/>
        </p:nvSpPr>
        <p:spPr>
          <a:xfrm>
            <a:off x="320135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991" name="Google Shape;2991;p258"/>
          <p:cNvSpPr/>
          <p:nvPr/>
        </p:nvSpPr>
        <p:spPr>
          <a:xfrm>
            <a:off x="320100" y="1963005"/>
            <a:ext cx="28332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992" name="Google Shape;2992;p258"/>
          <p:cNvSpPr txBox="1"/>
          <p:nvPr>
            <p:ph idx="1" type="subTitle"/>
          </p:nvPr>
        </p:nvSpPr>
        <p:spPr>
          <a:xfrm>
            <a:off x="382576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93" name="Google Shape;2993;p258"/>
          <p:cNvSpPr txBox="1"/>
          <p:nvPr>
            <p:ph idx="3" type="body"/>
          </p:nvPr>
        </p:nvSpPr>
        <p:spPr>
          <a:xfrm>
            <a:off x="382576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4" name="Google Shape;2994;p258"/>
          <p:cNvSpPr/>
          <p:nvPr>
            <p:ph idx="4" type="pic"/>
          </p:nvPr>
        </p:nvSpPr>
        <p:spPr>
          <a:xfrm>
            <a:off x="3153490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995" name="Google Shape;2995;p258"/>
          <p:cNvSpPr/>
          <p:nvPr/>
        </p:nvSpPr>
        <p:spPr>
          <a:xfrm>
            <a:off x="3153490" y="1405791"/>
            <a:ext cx="805800" cy="55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996" name="Google Shape;2996;p258"/>
          <p:cNvSpPr/>
          <p:nvPr/>
        </p:nvSpPr>
        <p:spPr>
          <a:xfrm>
            <a:off x="3153455" y="1963005"/>
            <a:ext cx="2833200" cy="121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997" name="Google Shape;2997;p258"/>
          <p:cNvSpPr txBox="1"/>
          <p:nvPr>
            <p:ph idx="5" type="subTitle"/>
          </p:nvPr>
        </p:nvSpPr>
        <p:spPr>
          <a:xfrm>
            <a:off x="3215931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98" name="Google Shape;2998;p258"/>
          <p:cNvSpPr txBox="1"/>
          <p:nvPr>
            <p:ph idx="6" type="body"/>
          </p:nvPr>
        </p:nvSpPr>
        <p:spPr>
          <a:xfrm>
            <a:off x="3215931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9" name="Google Shape;2999;p258"/>
          <p:cNvSpPr/>
          <p:nvPr>
            <p:ph idx="7" type="pic"/>
          </p:nvPr>
        </p:nvSpPr>
        <p:spPr>
          <a:xfrm>
            <a:off x="5986869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3000" name="Google Shape;3000;p258"/>
          <p:cNvSpPr/>
          <p:nvPr/>
        </p:nvSpPr>
        <p:spPr>
          <a:xfrm>
            <a:off x="5986869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01" name="Google Shape;3001;p258"/>
          <p:cNvSpPr/>
          <p:nvPr/>
        </p:nvSpPr>
        <p:spPr>
          <a:xfrm>
            <a:off x="5986834" y="1963005"/>
            <a:ext cx="28332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02" name="Google Shape;3002;p258"/>
          <p:cNvSpPr txBox="1"/>
          <p:nvPr>
            <p:ph idx="8" type="subTitle"/>
          </p:nvPr>
        </p:nvSpPr>
        <p:spPr>
          <a:xfrm>
            <a:off x="6049311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03" name="Google Shape;3003;p258"/>
          <p:cNvSpPr txBox="1"/>
          <p:nvPr>
            <p:ph idx="9" type="body"/>
          </p:nvPr>
        </p:nvSpPr>
        <p:spPr>
          <a:xfrm>
            <a:off x="6049311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04" name="Google Shape;3004;p258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">
    <p:spTree>
      <p:nvGrpSpPr>
        <p:cNvPr id="3005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p259"/>
          <p:cNvSpPr/>
          <p:nvPr>
            <p:ph idx="2" type="pic"/>
          </p:nvPr>
        </p:nvSpPr>
        <p:spPr>
          <a:xfrm>
            <a:off x="320153" y="3180166"/>
            <a:ext cx="42498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3007" name="Google Shape;3007;p259"/>
          <p:cNvSpPr/>
          <p:nvPr/>
        </p:nvSpPr>
        <p:spPr>
          <a:xfrm>
            <a:off x="320135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08" name="Google Shape;3008;p259"/>
          <p:cNvSpPr/>
          <p:nvPr/>
        </p:nvSpPr>
        <p:spPr>
          <a:xfrm>
            <a:off x="320100" y="1963000"/>
            <a:ext cx="42498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09" name="Google Shape;3009;p259"/>
          <p:cNvSpPr txBox="1"/>
          <p:nvPr>
            <p:ph idx="1" type="subTitle"/>
          </p:nvPr>
        </p:nvSpPr>
        <p:spPr>
          <a:xfrm>
            <a:off x="382576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10" name="Google Shape;3010;p259"/>
          <p:cNvSpPr txBox="1"/>
          <p:nvPr>
            <p:ph idx="3" type="body"/>
          </p:nvPr>
        </p:nvSpPr>
        <p:spPr>
          <a:xfrm>
            <a:off x="413816" y="2021129"/>
            <a:ext cx="40362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11" name="Google Shape;3011;p259"/>
          <p:cNvSpPr/>
          <p:nvPr>
            <p:ph idx="4" type="pic"/>
          </p:nvPr>
        </p:nvSpPr>
        <p:spPr>
          <a:xfrm>
            <a:off x="4570230" y="3180166"/>
            <a:ext cx="42498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3012" name="Google Shape;3012;p259"/>
          <p:cNvSpPr/>
          <p:nvPr/>
        </p:nvSpPr>
        <p:spPr>
          <a:xfrm>
            <a:off x="4570578" y="1405791"/>
            <a:ext cx="805800" cy="55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13" name="Google Shape;3013;p259"/>
          <p:cNvSpPr/>
          <p:nvPr/>
        </p:nvSpPr>
        <p:spPr>
          <a:xfrm>
            <a:off x="4570177" y="1963000"/>
            <a:ext cx="4249800" cy="121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14" name="Google Shape;3014;p259"/>
          <p:cNvSpPr txBox="1"/>
          <p:nvPr>
            <p:ph idx="5" type="subTitle"/>
          </p:nvPr>
        </p:nvSpPr>
        <p:spPr>
          <a:xfrm>
            <a:off x="4633019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15" name="Google Shape;3015;p259"/>
          <p:cNvSpPr txBox="1"/>
          <p:nvPr>
            <p:ph idx="6" type="body"/>
          </p:nvPr>
        </p:nvSpPr>
        <p:spPr>
          <a:xfrm>
            <a:off x="4663893" y="2021129"/>
            <a:ext cx="40362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16" name="Google Shape;3016;p259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33">
          <p15:clr>
            <a:srgbClr val="E46962"/>
          </p15:clr>
        </p15:guide>
        <p15:guide id="2" pos="202">
          <p15:clr>
            <a:srgbClr val="E46962"/>
          </p15:clr>
        </p15:guide>
        <p15:guide id="3" pos="5556">
          <p15:clr>
            <a:srgbClr val="E46962"/>
          </p15:clr>
        </p15:guide>
      </p15:sldGuideLst>
    </p:ext>
  </p:extLst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 type="secHead">
  <p:cSld name="SECTION_HEADER">
    <p:spTree>
      <p:nvGrpSpPr>
        <p:cNvPr id="3017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Google Shape;3018;p260"/>
          <p:cNvSpPr/>
          <p:nvPr/>
        </p:nvSpPr>
        <p:spPr>
          <a:xfrm>
            <a:off x="0" y="1370900"/>
            <a:ext cx="45696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19" name="Google Shape;3019;p2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0" name="Google Shape;3020;p260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21" name="Google Shape;3021;p260"/>
          <p:cNvSpPr txBox="1"/>
          <p:nvPr>
            <p:ph idx="2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2" name="Google Shape;3022;p260"/>
          <p:cNvSpPr/>
          <p:nvPr/>
        </p:nvSpPr>
        <p:spPr>
          <a:xfrm>
            <a:off x="4574400" y="1370900"/>
            <a:ext cx="4569600" cy="37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23" name="Google Shape;3023;p260"/>
          <p:cNvSpPr txBox="1"/>
          <p:nvPr>
            <p:ph idx="3" type="subTitle"/>
          </p:nvPr>
        </p:nvSpPr>
        <p:spPr>
          <a:xfrm>
            <a:off x="50265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24" name="Google Shape;3024;p260"/>
          <p:cNvSpPr txBox="1"/>
          <p:nvPr>
            <p:ph idx="4" type="body"/>
          </p:nvPr>
        </p:nvSpPr>
        <p:spPr>
          <a:xfrm>
            <a:off x="50265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5" name="Google Shape;3025;p260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SECTION_HEADER_3">
    <p:spTree>
      <p:nvGrpSpPr>
        <p:cNvPr id="3026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p261"/>
          <p:cNvSpPr/>
          <p:nvPr/>
        </p:nvSpPr>
        <p:spPr>
          <a:xfrm>
            <a:off x="0" y="1370900"/>
            <a:ext cx="4569600" cy="187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28" name="Google Shape;3028;p2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9" name="Google Shape;3029;p261"/>
          <p:cNvSpPr/>
          <p:nvPr/>
        </p:nvSpPr>
        <p:spPr>
          <a:xfrm>
            <a:off x="4569600" y="1370900"/>
            <a:ext cx="4574400" cy="187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30" name="Google Shape;3030;p261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031" name="Google Shape;3031;p261"/>
          <p:cNvSpPr/>
          <p:nvPr/>
        </p:nvSpPr>
        <p:spPr>
          <a:xfrm>
            <a:off x="0" y="3241100"/>
            <a:ext cx="4569600" cy="190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32" name="Google Shape;3032;p261"/>
          <p:cNvSpPr txBox="1"/>
          <p:nvPr>
            <p:ph idx="1" type="subTitle"/>
          </p:nvPr>
        </p:nvSpPr>
        <p:spPr>
          <a:xfrm>
            <a:off x="452100" y="353060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33" name="Google Shape;3033;p261"/>
          <p:cNvSpPr txBox="1"/>
          <p:nvPr>
            <p:ph idx="2" type="body"/>
          </p:nvPr>
        </p:nvSpPr>
        <p:spPr>
          <a:xfrm>
            <a:off x="452100" y="415380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34" name="Google Shape;3034;p261"/>
          <p:cNvSpPr/>
          <p:nvPr/>
        </p:nvSpPr>
        <p:spPr>
          <a:xfrm>
            <a:off x="4569600" y="3241100"/>
            <a:ext cx="4574400" cy="190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35" name="Google Shape;3035;p261"/>
          <p:cNvSpPr txBox="1"/>
          <p:nvPr>
            <p:ph idx="3" type="subTitle"/>
          </p:nvPr>
        </p:nvSpPr>
        <p:spPr>
          <a:xfrm>
            <a:off x="452100" y="15404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36" name="Google Shape;3036;p261"/>
          <p:cNvSpPr txBox="1"/>
          <p:nvPr>
            <p:ph idx="4" type="body"/>
          </p:nvPr>
        </p:nvSpPr>
        <p:spPr>
          <a:xfrm>
            <a:off x="452100" y="21636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37" name="Google Shape;3037;p261"/>
          <p:cNvSpPr txBox="1"/>
          <p:nvPr>
            <p:ph idx="5" type="subTitle"/>
          </p:nvPr>
        </p:nvSpPr>
        <p:spPr>
          <a:xfrm>
            <a:off x="4979100" y="15404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38" name="Google Shape;3038;p261"/>
          <p:cNvSpPr txBox="1"/>
          <p:nvPr>
            <p:ph idx="6" type="body"/>
          </p:nvPr>
        </p:nvSpPr>
        <p:spPr>
          <a:xfrm>
            <a:off x="4979100" y="21636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39" name="Google Shape;3039;p261"/>
          <p:cNvSpPr txBox="1"/>
          <p:nvPr>
            <p:ph idx="7" type="subTitle"/>
          </p:nvPr>
        </p:nvSpPr>
        <p:spPr>
          <a:xfrm>
            <a:off x="4979100" y="34597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40" name="Google Shape;3040;p261"/>
          <p:cNvSpPr txBox="1"/>
          <p:nvPr>
            <p:ph idx="8" type="body"/>
          </p:nvPr>
        </p:nvSpPr>
        <p:spPr>
          <a:xfrm>
            <a:off x="4979100" y="40829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SECTION_HEADER_2">
    <p:spTree>
      <p:nvGrpSpPr>
        <p:cNvPr id="3041" name="Shape 3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2" name="Google Shape;3042;p262"/>
          <p:cNvSpPr/>
          <p:nvPr/>
        </p:nvSpPr>
        <p:spPr>
          <a:xfrm>
            <a:off x="0" y="1370900"/>
            <a:ext cx="30480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43" name="Google Shape;3043;p2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4" name="Google Shape;3044;p262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045" name="Google Shape;3045;p262"/>
          <p:cNvSpPr/>
          <p:nvPr/>
        </p:nvSpPr>
        <p:spPr>
          <a:xfrm>
            <a:off x="3048000" y="1370900"/>
            <a:ext cx="3048000" cy="37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46" name="Google Shape;3046;p262"/>
          <p:cNvSpPr/>
          <p:nvPr/>
        </p:nvSpPr>
        <p:spPr>
          <a:xfrm>
            <a:off x="6096000" y="1370900"/>
            <a:ext cx="30480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47" name="Google Shape;3047;p262"/>
          <p:cNvSpPr txBox="1"/>
          <p:nvPr>
            <p:ph idx="1" type="subTitle"/>
          </p:nvPr>
        </p:nvSpPr>
        <p:spPr>
          <a:xfrm>
            <a:off x="338225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48" name="Google Shape;3048;p262"/>
          <p:cNvSpPr txBox="1"/>
          <p:nvPr>
            <p:ph idx="2" type="body"/>
          </p:nvPr>
        </p:nvSpPr>
        <p:spPr>
          <a:xfrm>
            <a:off x="338225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49" name="Google Shape;3049;p262"/>
          <p:cNvSpPr txBox="1"/>
          <p:nvPr>
            <p:ph idx="3" type="subTitle"/>
          </p:nvPr>
        </p:nvSpPr>
        <p:spPr>
          <a:xfrm>
            <a:off x="3411300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50" name="Google Shape;3050;p262"/>
          <p:cNvSpPr txBox="1"/>
          <p:nvPr>
            <p:ph idx="4" type="body"/>
          </p:nvPr>
        </p:nvSpPr>
        <p:spPr>
          <a:xfrm>
            <a:off x="3411300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51" name="Google Shape;3051;p262"/>
          <p:cNvSpPr txBox="1"/>
          <p:nvPr>
            <p:ph idx="5" type="subTitle"/>
          </p:nvPr>
        </p:nvSpPr>
        <p:spPr>
          <a:xfrm>
            <a:off x="6484375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52" name="Google Shape;3052;p262"/>
          <p:cNvSpPr txBox="1"/>
          <p:nvPr>
            <p:ph idx="6" type="body"/>
          </p:nvPr>
        </p:nvSpPr>
        <p:spPr>
          <a:xfrm>
            <a:off x="6484375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SECTION_HEADER_1">
    <p:spTree>
      <p:nvGrpSpPr>
        <p:cNvPr id="3053" name="Shape 3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4" name="Google Shape;3054;p263"/>
          <p:cNvSpPr/>
          <p:nvPr/>
        </p:nvSpPr>
        <p:spPr>
          <a:xfrm>
            <a:off x="0" y="1374200"/>
            <a:ext cx="4569600" cy="376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55" name="Google Shape;3055;p2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6" name="Google Shape;3056;p263"/>
          <p:cNvSpPr/>
          <p:nvPr>
            <p:ph idx="2" type="pic"/>
          </p:nvPr>
        </p:nvSpPr>
        <p:spPr>
          <a:xfrm>
            <a:off x="4569600" y="1374200"/>
            <a:ext cx="4574400" cy="3769200"/>
          </a:xfrm>
          <a:prstGeom prst="rect">
            <a:avLst/>
          </a:prstGeom>
          <a:noFill/>
          <a:ln>
            <a:noFill/>
          </a:ln>
        </p:spPr>
      </p:sp>
      <p:sp>
        <p:nvSpPr>
          <p:cNvPr id="3057" name="Google Shape;3057;p263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058" name="Google Shape;3058;p263"/>
          <p:cNvSpPr txBox="1"/>
          <p:nvPr>
            <p:ph idx="1" type="body"/>
          </p:nvPr>
        </p:nvSpPr>
        <p:spPr>
          <a:xfrm>
            <a:off x="452100" y="1869650"/>
            <a:ext cx="3755400" cy="27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59" name="Google Shape;3059;p263"/>
          <p:cNvSpPr txBox="1"/>
          <p:nvPr>
            <p:ph idx="3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SECTION_HEADER_1_1">
    <p:spTree>
      <p:nvGrpSpPr>
        <p:cNvPr id="3060" name="Shape 3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" name="Google Shape;3061;p2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2" name="Google Shape;3062;p264"/>
          <p:cNvSpPr/>
          <p:nvPr>
            <p:ph idx="2" type="pic"/>
          </p:nvPr>
        </p:nvSpPr>
        <p:spPr>
          <a:xfrm>
            <a:off x="0" y="1374200"/>
            <a:ext cx="9144000" cy="3791400"/>
          </a:xfrm>
          <a:prstGeom prst="rect">
            <a:avLst/>
          </a:prstGeom>
          <a:noFill/>
          <a:ln>
            <a:noFill/>
          </a:ln>
        </p:spPr>
      </p:sp>
      <p:sp>
        <p:nvSpPr>
          <p:cNvPr id="3063" name="Google Shape;3063;p264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, body and image " type="tx">
  <p:cSld name="TITLE_AND_BODY">
    <p:spTree>
      <p:nvGrpSpPr>
        <p:cNvPr id="3064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5" name="Google Shape;3065;p2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6" name="Google Shape;3066;p265"/>
          <p:cNvSpPr/>
          <p:nvPr/>
        </p:nvSpPr>
        <p:spPr>
          <a:xfrm>
            <a:off x="0" y="1370900"/>
            <a:ext cx="49071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67" name="Google Shape;3067;p265"/>
          <p:cNvSpPr txBox="1"/>
          <p:nvPr>
            <p:ph idx="1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68" name="Google Shape;3068;p265"/>
          <p:cNvSpPr txBox="1"/>
          <p:nvPr>
            <p:ph idx="2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69" name="Google Shape;3069;p265"/>
          <p:cNvSpPr txBox="1"/>
          <p:nvPr>
            <p:ph idx="3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70" name="Google Shape;3070;p265"/>
          <p:cNvSpPr/>
          <p:nvPr>
            <p:ph idx="4" type="pic"/>
          </p:nvPr>
        </p:nvSpPr>
        <p:spPr>
          <a:xfrm>
            <a:off x="4907150" y="0"/>
            <a:ext cx="4236900" cy="5153400"/>
          </a:xfrm>
          <a:prstGeom prst="rect">
            <a:avLst/>
          </a:prstGeom>
          <a:noFill/>
          <a:ln>
            <a:noFill/>
          </a:ln>
        </p:spPr>
      </p:sp>
      <p:sp>
        <p:nvSpPr>
          <p:cNvPr id="3071" name="Google Shape;3071;p265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BODY_1">
    <p:spTree>
      <p:nvGrpSpPr>
        <p:cNvPr id="3072" name="Shape 3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Google Shape;3073;p2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4" name="Google Shape;3074;p266"/>
          <p:cNvSpPr/>
          <p:nvPr/>
        </p:nvSpPr>
        <p:spPr>
          <a:xfrm>
            <a:off x="0" y="1370900"/>
            <a:ext cx="49071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75" name="Google Shape;3075;p266"/>
          <p:cNvSpPr/>
          <p:nvPr/>
        </p:nvSpPr>
        <p:spPr>
          <a:xfrm>
            <a:off x="4909625" y="-100"/>
            <a:ext cx="4234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76" name="Google Shape;3076;p266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77" name="Google Shape;3077;p266"/>
          <p:cNvSpPr txBox="1"/>
          <p:nvPr>
            <p:ph idx="2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78" name="Google Shape;3078;p266"/>
          <p:cNvSpPr txBox="1"/>
          <p:nvPr>
            <p:ph idx="3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79" name="Google Shape;3079;p266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woColTx">
  <p:cSld name="TITLE_AND_TWO_COLUMNS">
    <p:spTree>
      <p:nvGrpSpPr>
        <p:cNvPr id="3080" name="Shape 3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Google Shape;3081;p2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82" name="Google Shape;3082;p267"/>
          <p:cNvGrpSpPr/>
          <p:nvPr/>
        </p:nvGrpSpPr>
        <p:grpSpPr>
          <a:xfrm>
            <a:off x="-300" y="-104"/>
            <a:ext cx="9144304" cy="5143511"/>
            <a:chOff x="-300" y="-104"/>
            <a:chExt cx="9144304" cy="5143511"/>
          </a:xfrm>
        </p:grpSpPr>
        <p:sp>
          <p:nvSpPr>
            <p:cNvPr id="3083" name="Google Shape;3083;p267"/>
            <p:cNvSpPr/>
            <p:nvPr/>
          </p:nvSpPr>
          <p:spPr>
            <a:xfrm>
              <a:off x="0" y="463580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4" name="Google Shape;3084;p267"/>
            <p:cNvSpPr/>
            <p:nvPr/>
          </p:nvSpPr>
          <p:spPr>
            <a:xfrm rot="-5400000">
              <a:off x="15235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267"/>
            <p:cNvSpPr/>
            <p:nvPr/>
          </p:nvSpPr>
          <p:spPr>
            <a:xfrm rot="-5400000">
              <a:off x="5074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267"/>
            <p:cNvSpPr/>
            <p:nvPr/>
          </p:nvSpPr>
          <p:spPr>
            <a:xfrm rot="-5400000">
              <a:off x="10155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7" name="Google Shape;3087;p267"/>
            <p:cNvSpPr/>
            <p:nvPr/>
          </p:nvSpPr>
          <p:spPr>
            <a:xfrm rot="-5400000">
              <a:off x="20316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8" name="Google Shape;3088;p267"/>
            <p:cNvSpPr/>
            <p:nvPr/>
          </p:nvSpPr>
          <p:spPr>
            <a:xfrm rot="-5400000">
              <a:off x="35557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267"/>
            <p:cNvSpPr/>
            <p:nvPr/>
          </p:nvSpPr>
          <p:spPr>
            <a:xfrm rot="-5400000">
              <a:off x="25396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267"/>
            <p:cNvSpPr/>
            <p:nvPr/>
          </p:nvSpPr>
          <p:spPr>
            <a:xfrm rot="-5400000">
              <a:off x="30477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1" name="Google Shape;3091;p267"/>
            <p:cNvSpPr/>
            <p:nvPr/>
          </p:nvSpPr>
          <p:spPr>
            <a:xfrm rot="-5400000">
              <a:off x="40638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2" name="Google Shape;3092;p267"/>
            <p:cNvSpPr/>
            <p:nvPr/>
          </p:nvSpPr>
          <p:spPr>
            <a:xfrm rot="-5400000">
              <a:off x="45718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267"/>
            <p:cNvSpPr/>
            <p:nvPr/>
          </p:nvSpPr>
          <p:spPr>
            <a:xfrm rot="-5400000">
              <a:off x="50799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4" name="Google Shape;3094;p267"/>
            <p:cNvSpPr/>
            <p:nvPr/>
          </p:nvSpPr>
          <p:spPr>
            <a:xfrm rot="-5400000">
              <a:off x="55879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267"/>
            <p:cNvSpPr/>
            <p:nvPr/>
          </p:nvSpPr>
          <p:spPr>
            <a:xfrm rot="-5400000">
              <a:off x="60960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6" name="Google Shape;3096;p267"/>
            <p:cNvSpPr/>
            <p:nvPr/>
          </p:nvSpPr>
          <p:spPr>
            <a:xfrm rot="-5400000">
              <a:off x="66040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267"/>
            <p:cNvSpPr/>
            <p:nvPr/>
          </p:nvSpPr>
          <p:spPr>
            <a:xfrm rot="-5400000">
              <a:off x="71121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8" name="Google Shape;3098;p267"/>
            <p:cNvSpPr/>
            <p:nvPr/>
          </p:nvSpPr>
          <p:spPr>
            <a:xfrm rot="-5400000">
              <a:off x="76201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267"/>
            <p:cNvSpPr/>
            <p:nvPr/>
          </p:nvSpPr>
          <p:spPr>
            <a:xfrm rot="-5400000">
              <a:off x="81282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0" name="Google Shape;3100;p267"/>
            <p:cNvSpPr/>
            <p:nvPr/>
          </p:nvSpPr>
          <p:spPr>
            <a:xfrm rot="-5400000">
              <a:off x="86362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267"/>
            <p:cNvSpPr/>
            <p:nvPr/>
          </p:nvSpPr>
          <p:spPr>
            <a:xfrm>
              <a:off x="-300" y="103015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267"/>
            <p:cNvSpPr/>
            <p:nvPr/>
          </p:nvSpPr>
          <p:spPr>
            <a:xfrm>
              <a:off x="-300" y="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267"/>
            <p:cNvSpPr/>
            <p:nvPr/>
          </p:nvSpPr>
          <p:spPr>
            <a:xfrm>
              <a:off x="-300" y="504275"/>
              <a:ext cx="507900" cy="525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4" name="Google Shape;3104;p267"/>
            <p:cNvSpPr/>
            <p:nvPr/>
          </p:nvSpPr>
          <p:spPr>
            <a:xfrm>
              <a:off x="-300" y="154522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5" name="Google Shape;3105;p267"/>
            <p:cNvSpPr/>
            <p:nvPr/>
          </p:nvSpPr>
          <p:spPr>
            <a:xfrm>
              <a:off x="-300" y="3090456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267"/>
            <p:cNvSpPr/>
            <p:nvPr/>
          </p:nvSpPr>
          <p:spPr>
            <a:xfrm>
              <a:off x="-300" y="2060304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267"/>
            <p:cNvSpPr/>
            <p:nvPr/>
          </p:nvSpPr>
          <p:spPr>
            <a:xfrm>
              <a:off x="-300" y="2575380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8" name="Google Shape;3108;p267"/>
            <p:cNvSpPr/>
            <p:nvPr/>
          </p:nvSpPr>
          <p:spPr>
            <a:xfrm>
              <a:off x="-300" y="360553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9" name="Google Shape;3109;p267"/>
            <p:cNvSpPr/>
            <p:nvPr/>
          </p:nvSpPr>
          <p:spPr>
            <a:xfrm>
              <a:off x="-300" y="412060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267"/>
            <p:cNvSpPr/>
            <p:nvPr/>
          </p:nvSpPr>
          <p:spPr>
            <a:xfrm>
              <a:off x="507600" y="5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1" name="Google Shape;3111;p267"/>
            <p:cNvSpPr/>
            <p:nvPr/>
          </p:nvSpPr>
          <p:spPr>
            <a:xfrm rot="-5400000">
              <a:off x="20311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267"/>
            <p:cNvSpPr/>
            <p:nvPr/>
          </p:nvSpPr>
          <p:spPr>
            <a:xfrm rot="-5400000">
              <a:off x="10150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267"/>
            <p:cNvSpPr/>
            <p:nvPr/>
          </p:nvSpPr>
          <p:spPr>
            <a:xfrm rot="-5400000">
              <a:off x="15231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4" name="Google Shape;3114;p267"/>
            <p:cNvSpPr/>
            <p:nvPr/>
          </p:nvSpPr>
          <p:spPr>
            <a:xfrm rot="-5400000">
              <a:off x="25392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5" name="Google Shape;3115;p267"/>
            <p:cNvSpPr/>
            <p:nvPr/>
          </p:nvSpPr>
          <p:spPr>
            <a:xfrm rot="-5400000">
              <a:off x="40633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267"/>
            <p:cNvSpPr/>
            <p:nvPr/>
          </p:nvSpPr>
          <p:spPr>
            <a:xfrm rot="-5400000">
              <a:off x="30472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267"/>
            <p:cNvSpPr/>
            <p:nvPr/>
          </p:nvSpPr>
          <p:spPr>
            <a:xfrm rot="-5400000">
              <a:off x="35553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8" name="Google Shape;3118;p267"/>
            <p:cNvSpPr/>
            <p:nvPr/>
          </p:nvSpPr>
          <p:spPr>
            <a:xfrm rot="-5400000">
              <a:off x="45714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9" name="Google Shape;3119;p267"/>
            <p:cNvSpPr/>
            <p:nvPr/>
          </p:nvSpPr>
          <p:spPr>
            <a:xfrm rot="-5400000">
              <a:off x="50794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267"/>
            <p:cNvSpPr/>
            <p:nvPr/>
          </p:nvSpPr>
          <p:spPr>
            <a:xfrm rot="-5400000">
              <a:off x="55875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21" name="Google Shape;3121;p267"/>
            <p:cNvSpPr/>
            <p:nvPr/>
          </p:nvSpPr>
          <p:spPr>
            <a:xfrm rot="-5400000">
              <a:off x="60955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267"/>
            <p:cNvSpPr/>
            <p:nvPr/>
          </p:nvSpPr>
          <p:spPr>
            <a:xfrm rot="-5400000">
              <a:off x="66036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23" name="Google Shape;3123;p267"/>
            <p:cNvSpPr/>
            <p:nvPr/>
          </p:nvSpPr>
          <p:spPr>
            <a:xfrm rot="-5400000">
              <a:off x="71116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267"/>
            <p:cNvSpPr/>
            <p:nvPr/>
          </p:nvSpPr>
          <p:spPr>
            <a:xfrm rot="-5400000">
              <a:off x="76197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25" name="Google Shape;3125;p267"/>
            <p:cNvSpPr/>
            <p:nvPr/>
          </p:nvSpPr>
          <p:spPr>
            <a:xfrm rot="-5400000">
              <a:off x="81277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267"/>
            <p:cNvSpPr/>
            <p:nvPr/>
          </p:nvSpPr>
          <p:spPr>
            <a:xfrm rot="-5400000">
              <a:off x="8635804" y="-238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27" name="Google Shape;3127;p267"/>
            <p:cNvSpPr/>
            <p:nvPr/>
          </p:nvSpPr>
          <p:spPr>
            <a:xfrm rot="10800000">
              <a:off x="8636100" y="360553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267"/>
            <p:cNvSpPr/>
            <p:nvPr/>
          </p:nvSpPr>
          <p:spPr>
            <a:xfrm rot="10800000">
              <a:off x="8636100" y="412060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29" name="Google Shape;3129;p267"/>
            <p:cNvSpPr/>
            <p:nvPr/>
          </p:nvSpPr>
          <p:spPr>
            <a:xfrm rot="10800000">
              <a:off x="8636100" y="3090456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30" name="Google Shape;3130;p267"/>
            <p:cNvSpPr/>
            <p:nvPr/>
          </p:nvSpPr>
          <p:spPr>
            <a:xfrm rot="10800000">
              <a:off x="8636100" y="154522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267"/>
            <p:cNvSpPr/>
            <p:nvPr/>
          </p:nvSpPr>
          <p:spPr>
            <a:xfrm rot="10800000">
              <a:off x="8636100" y="257538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267"/>
            <p:cNvSpPr/>
            <p:nvPr/>
          </p:nvSpPr>
          <p:spPr>
            <a:xfrm rot="10800000">
              <a:off x="8636100" y="2060304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33" name="Google Shape;3133;p267"/>
            <p:cNvSpPr/>
            <p:nvPr/>
          </p:nvSpPr>
          <p:spPr>
            <a:xfrm rot="10800000">
              <a:off x="8636100" y="103015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34" name="Google Shape;3134;p267"/>
            <p:cNvSpPr/>
            <p:nvPr/>
          </p:nvSpPr>
          <p:spPr>
            <a:xfrm rot="10800000">
              <a:off x="8636100" y="504275"/>
              <a:ext cx="507900" cy="525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5" name="Google Shape;3135;p267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TITLE_AND_TWO_COLUMNS_1">
    <p:spTree>
      <p:nvGrpSpPr>
        <p:cNvPr id="3136" name="Shape 3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7" name="Google Shape;3137;p2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38" name="Google Shape;3138;p268"/>
          <p:cNvGrpSpPr/>
          <p:nvPr/>
        </p:nvGrpSpPr>
        <p:grpSpPr>
          <a:xfrm>
            <a:off x="-300" y="-104"/>
            <a:ext cx="9144304" cy="5143511"/>
            <a:chOff x="-300" y="-104"/>
            <a:chExt cx="9144304" cy="5143511"/>
          </a:xfrm>
        </p:grpSpPr>
        <p:sp>
          <p:nvSpPr>
            <p:cNvPr id="3139" name="Google Shape;3139;p268"/>
            <p:cNvSpPr/>
            <p:nvPr/>
          </p:nvSpPr>
          <p:spPr>
            <a:xfrm>
              <a:off x="0" y="463580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0" name="Google Shape;3140;p268"/>
            <p:cNvSpPr/>
            <p:nvPr/>
          </p:nvSpPr>
          <p:spPr>
            <a:xfrm rot="-5400000">
              <a:off x="15235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268"/>
            <p:cNvSpPr/>
            <p:nvPr/>
          </p:nvSpPr>
          <p:spPr>
            <a:xfrm rot="-5400000">
              <a:off x="5074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268"/>
            <p:cNvSpPr/>
            <p:nvPr/>
          </p:nvSpPr>
          <p:spPr>
            <a:xfrm rot="-5400000">
              <a:off x="10155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3" name="Google Shape;3143;p268"/>
            <p:cNvSpPr/>
            <p:nvPr/>
          </p:nvSpPr>
          <p:spPr>
            <a:xfrm rot="-5400000">
              <a:off x="20316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4" name="Google Shape;3144;p268"/>
            <p:cNvSpPr/>
            <p:nvPr/>
          </p:nvSpPr>
          <p:spPr>
            <a:xfrm rot="-5400000">
              <a:off x="35557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268"/>
            <p:cNvSpPr/>
            <p:nvPr/>
          </p:nvSpPr>
          <p:spPr>
            <a:xfrm rot="-5400000">
              <a:off x="25396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268"/>
            <p:cNvSpPr/>
            <p:nvPr/>
          </p:nvSpPr>
          <p:spPr>
            <a:xfrm rot="-5400000">
              <a:off x="30477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7" name="Google Shape;3147;p268"/>
            <p:cNvSpPr/>
            <p:nvPr/>
          </p:nvSpPr>
          <p:spPr>
            <a:xfrm rot="-5400000">
              <a:off x="40638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8" name="Google Shape;3148;p268"/>
            <p:cNvSpPr/>
            <p:nvPr/>
          </p:nvSpPr>
          <p:spPr>
            <a:xfrm rot="-5400000">
              <a:off x="45718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268"/>
            <p:cNvSpPr/>
            <p:nvPr/>
          </p:nvSpPr>
          <p:spPr>
            <a:xfrm rot="-5400000">
              <a:off x="50799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50" name="Google Shape;3150;p268"/>
            <p:cNvSpPr/>
            <p:nvPr/>
          </p:nvSpPr>
          <p:spPr>
            <a:xfrm rot="-5400000">
              <a:off x="55879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268"/>
            <p:cNvSpPr/>
            <p:nvPr/>
          </p:nvSpPr>
          <p:spPr>
            <a:xfrm rot="-5400000">
              <a:off x="60960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52" name="Google Shape;3152;p268"/>
            <p:cNvSpPr/>
            <p:nvPr/>
          </p:nvSpPr>
          <p:spPr>
            <a:xfrm rot="-5400000">
              <a:off x="66040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268"/>
            <p:cNvSpPr/>
            <p:nvPr/>
          </p:nvSpPr>
          <p:spPr>
            <a:xfrm rot="-5400000">
              <a:off x="71121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54" name="Google Shape;3154;p268"/>
            <p:cNvSpPr/>
            <p:nvPr/>
          </p:nvSpPr>
          <p:spPr>
            <a:xfrm rot="-5400000">
              <a:off x="76201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268"/>
            <p:cNvSpPr/>
            <p:nvPr/>
          </p:nvSpPr>
          <p:spPr>
            <a:xfrm rot="-5400000">
              <a:off x="81282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56" name="Google Shape;3156;p268"/>
            <p:cNvSpPr/>
            <p:nvPr/>
          </p:nvSpPr>
          <p:spPr>
            <a:xfrm rot="-5400000">
              <a:off x="86362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268"/>
            <p:cNvSpPr/>
            <p:nvPr/>
          </p:nvSpPr>
          <p:spPr>
            <a:xfrm>
              <a:off x="-300" y="103015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268"/>
            <p:cNvSpPr/>
            <p:nvPr/>
          </p:nvSpPr>
          <p:spPr>
            <a:xfrm>
              <a:off x="-300" y="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268"/>
            <p:cNvSpPr/>
            <p:nvPr/>
          </p:nvSpPr>
          <p:spPr>
            <a:xfrm>
              <a:off x="-300" y="504275"/>
              <a:ext cx="507900" cy="525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60" name="Google Shape;3160;p268"/>
            <p:cNvSpPr/>
            <p:nvPr/>
          </p:nvSpPr>
          <p:spPr>
            <a:xfrm>
              <a:off x="-300" y="154522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61" name="Google Shape;3161;p268"/>
            <p:cNvSpPr/>
            <p:nvPr/>
          </p:nvSpPr>
          <p:spPr>
            <a:xfrm>
              <a:off x="-300" y="3090456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268"/>
            <p:cNvSpPr/>
            <p:nvPr/>
          </p:nvSpPr>
          <p:spPr>
            <a:xfrm>
              <a:off x="-300" y="2060304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268"/>
            <p:cNvSpPr/>
            <p:nvPr/>
          </p:nvSpPr>
          <p:spPr>
            <a:xfrm>
              <a:off x="-300" y="2575380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64" name="Google Shape;3164;p268"/>
            <p:cNvSpPr/>
            <p:nvPr/>
          </p:nvSpPr>
          <p:spPr>
            <a:xfrm>
              <a:off x="-300" y="360553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65" name="Google Shape;3165;p268"/>
            <p:cNvSpPr/>
            <p:nvPr/>
          </p:nvSpPr>
          <p:spPr>
            <a:xfrm>
              <a:off x="-300" y="412060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268"/>
            <p:cNvSpPr/>
            <p:nvPr/>
          </p:nvSpPr>
          <p:spPr>
            <a:xfrm>
              <a:off x="507600" y="5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67" name="Google Shape;3167;p268"/>
            <p:cNvSpPr/>
            <p:nvPr/>
          </p:nvSpPr>
          <p:spPr>
            <a:xfrm rot="-5400000">
              <a:off x="20311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268"/>
            <p:cNvSpPr/>
            <p:nvPr/>
          </p:nvSpPr>
          <p:spPr>
            <a:xfrm rot="-5400000">
              <a:off x="10150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268"/>
            <p:cNvSpPr/>
            <p:nvPr/>
          </p:nvSpPr>
          <p:spPr>
            <a:xfrm rot="-5400000">
              <a:off x="15231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0" name="Google Shape;3170;p268"/>
            <p:cNvSpPr/>
            <p:nvPr/>
          </p:nvSpPr>
          <p:spPr>
            <a:xfrm rot="-5400000">
              <a:off x="25392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1" name="Google Shape;3171;p268"/>
            <p:cNvSpPr/>
            <p:nvPr/>
          </p:nvSpPr>
          <p:spPr>
            <a:xfrm rot="-5400000">
              <a:off x="40633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268"/>
            <p:cNvSpPr/>
            <p:nvPr/>
          </p:nvSpPr>
          <p:spPr>
            <a:xfrm rot="-5400000">
              <a:off x="30472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268"/>
            <p:cNvSpPr/>
            <p:nvPr/>
          </p:nvSpPr>
          <p:spPr>
            <a:xfrm rot="-5400000">
              <a:off x="35553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4" name="Google Shape;3174;p268"/>
            <p:cNvSpPr/>
            <p:nvPr/>
          </p:nvSpPr>
          <p:spPr>
            <a:xfrm rot="-5400000">
              <a:off x="45714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5" name="Google Shape;3175;p268"/>
            <p:cNvSpPr/>
            <p:nvPr/>
          </p:nvSpPr>
          <p:spPr>
            <a:xfrm rot="-5400000">
              <a:off x="50794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268"/>
            <p:cNvSpPr/>
            <p:nvPr/>
          </p:nvSpPr>
          <p:spPr>
            <a:xfrm rot="-5400000">
              <a:off x="55875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7" name="Google Shape;3177;p268"/>
            <p:cNvSpPr/>
            <p:nvPr/>
          </p:nvSpPr>
          <p:spPr>
            <a:xfrm rot="-5400000">
              <a:off x="60955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268"/>
            <p:cNvSpPr/>
            <p:nvPr/>
          </p:nvSpPr>
          <p:spPr>
            <a:xfrm rot="-5400000">
              <a:off x="66036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9" name="Google Shape;3179;p268"/>
            <p:cNvSpPr/>
            <p:nvPr/>
          </p:nvSpPr>
          <p:spPr>
            <a:xfrm rot="-5400000">
              <a:off x="71116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268"/>
            <p:cNvSpPr/>
            <p:nvPr/>
          </p:nvSpPr>
          <p:spPr>
            <a:xfrm rot="-5400000">
              <a:off x="76197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81" name="Google Shape;3181;p268"/>
            <p:cNvSpPr/>
            <p:nvPr/>
          </p:nvSpPr>
          <p:spPr>
            <a:xfrm rot="-5400000">
              <a:off x="81277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268"/>
            <p:cNvSpPr/>
            <p:nvPr/>
          </p:nvSpPr>
          <p:spPr>
            <a:xfrm rot="-5400000">
              <a:off x="8635804" y="-238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83" name="Google Shape;3183;p268"/>
            <p:cNvSpPr/>
            <p:nvPr/>
          </p:nvSpPr>
          <p:spPr>
            <a:xfrm rot="10800000">
              <a:off x="8636100" y="360553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268"/>
            <p:cNvSpPr/>
            <p:nvPr/>
          </p:nvSpPr>
          <p:spPr>
            <a:xfrm rot="10800000">
              <a:off x="8636100" y="412060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85" name="Google Shape;3185;p268"/>
            <p:cNvSpPr/>
            <p:nvPr/>
          </p:nvSpPr>
          <p:spPr>
            <a:xfrm rot="10800000">
              <a:off x="8636100" y="3090456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86" name="Google Shape;3186;p268"/>
            <p:cNvSpPr/>
            <p:nvPr/>
          </p:nvSpPr>
          <p:spPr>
            <a:xfrm rot="10800000">
              <a:off x="8636100" y="154522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268"/>
            <p:cNvSpPr/>
            <p:nvPr/>
          </p:nvSpPr>
          <p:spPr>
            <a:xfrm rot="10800000">
              <a:off x="8636100" y="257538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268"/>
            <p:cNvSpPr/>
            <p:nvPr/>
          </p:nvSpPr>
          <p:spPr>
            <a:xfrm rot="10800000">
              <a:off x="8636100" y="2060304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89" name="Google Shape;3189;p268"/>
            <p:cNvSpPr/>
            <p:nvPr/>
          </p:nvSpPr>
          <p:spPr>
            <a:xfrm rot="10800000">
              <a:off x="8636100" y="103015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90" name="Google Shape;3190;p268"/>
            <p:cNvSpPr/>
            <p:nvPr/>
          </p:nvSpPr>
          <p:spPr>
            <a:xfrm rot="10800000">
              <a:off x="8636100" y="504275"/>
              <a:ext cx="507900" cy="525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91" name="Google Shape;3191;p268"/>
          <p:cNvSpPr txBox="1"/>
          <p:nvPr>
            <p:ph type="title"/>
          </p:nvPr>
        </p:nvSpPr>
        <p:spPr>
          <a:xfrm>
            <a:off x="1319000" y="94220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92" name="Google Shape;3192;p268"/>
          <p:cNvSpPr txBox="1"/>
          <p:nvPr>
            <p:ph idx="1" type="body"/>
          </p:nvPr>
        </p:nvSpPr>
        <p:spPr>
          <a:xfrm>
            <a:off x="885050" y="2505325"/>
            <a:ext cx="75288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TITLE_ONLY_3">
    <p:spTree>
      <p:nvGrpSpPr>
        <p:cNvPr id="3193" name="Shape 3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" name="Google Shape;3194;p2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95" name="Google Shape;3195;p269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196" name="Google Shape;3196;p269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197" name="Google Shape;3197;p269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198" name="Google Shape;3198;p269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199" name="Google Shape;3199;p269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00" name="Google Shape;3200;p269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ONLY_3_1">
    <p:spTree>
      <p:nvGrpSpPr>
        <p:cNvPr id="3201" name="Shape 3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2" name="Google Shape;3202;p2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03" name="Google Shape;3203;p270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04" name="Google Shape;3204;p270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05" name="Google Shape;3205;p270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06" name="Google Shape;3206;p270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07" name="Google Shape;3207;p270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08" name="Google Shape;3208;p270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09" name="Google Shape;3209;p270"/>
          <p:cNvSpPr txBox="1"/>
          <p:nvPr>
            <p:ph idx="1" type="body"/>
          </p:nvPr>
        </p:nvSpPr>
        <p:spPr>
          <a:xfrm>
            <a:off x="5999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ONLY_3_1_1">
    <p:spTree>
      <p:nvGrpSpPr>
        <p:cNvPr id="3210" name="Shape 3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Google Shape;3211;p2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12" name="Google Shape;3212;p271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13" name="Google Shape;3213;p271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14" name="Google Shape;3214;p271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15" name="Google Shape;3215;p271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16" name="Google Shape;3216;p271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17" name="Google Shape;3217;p271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18" name="Google Shape;3218;p271"/>
          <p:cNvSpPr txBox="1"/>
          <p:nvPr>
            <p:ph idx="1" type="body"/>
          </p:nvPr>
        </p:nvSpPr>
        <p:spPr>
          <a:xfrm>
            <a:off x="5999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19" name="Google Shape;3219;p271"/>
          <p:cNvSpPr txBox="1"/>
          <p:nvPr>
            <p:ph idx="2" type="body"/>
          </p:nvPr>
        </p:nvSpPr>
        <p:spPr>
          <a:xfrm>
            <a:off x="48533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ONLY_2">
    <p:spTree>
      <p:nvGrpSpPr>
        <p:cNvPr id="3220" name="Shape 3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1" name="Google Shape;3221;p2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22" name="Google Shape;3222;p272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23" name="Google Shape;3223;p272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24" name="Google Shape;3224;p272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25" name="Google Shape;3225;p272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26" name="Google Shape;3226;p272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TITLE_ONLY_2_1">
    <p:spTree>
      <p:nvGrpSpPr>
        <p:cNvPr id="3227" name="Shape 3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273"/>
          <p:cNvSpPr/>
          <p:nvPr>
            <p:ph idx="2" type="pic"/>
          </p:nvPr>
        </p:nvSpPr>
        <p:spPr>
          <a:xfrm>
            <a:off x="86925" y="86600"/>
            <a:ext cx="8970600" cy="4970100"/>
          </a:xfrm>
          <a:prstGeom prst="rect">
            <a:avLst/>
          </a:prstGeom>
          <a:noFill/>
          <a:ln>
            <a:noFill/>
          </a:ln>
        </p:spPr>
      </p:sp>
      <p:sp>
        <p:nvSpPr>
          <p:cNvPr id="3229" name="Google Shape;3229;p2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30" name="Google Shape;3230;p273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31" name="Google Shape;3231;p273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32" name="Google Shape;3232;p273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33" name="Google Shape;3233;p273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34" name="Google Shape;3234;p273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ONLY_2_1_1">
    <p:spTree>
      <p:nvGrpSpPr>
        <p:cNvPr id="3235" name="Shape 3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6" name="Google Shape;3236;p274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37" name="Google Shape;3237;p274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38" name="Google Shape;3238;p274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39" name="Google Shape;3239;p274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40" name="Google Shape;3240;p274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41" name="Google Shape;3241;p2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2" name="Google Shape;3242;p274"/>
          <p:cNvSpPr/>
          <p:nvPr/>
        </p:nvSpPr>
        <p:spPr>
          <a:xfrm>
            <a:off x="93700" y="1076175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3" name="Google Shape;3243;p274"/>
          <p:cNvSpPr/>
          <p:nvPr/>
        </p:nvSpPr>
        <p:spPr>
          <a:xfrm>
            <a:off x="3085137" y="1076175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4" name="Google Shape;3244;p274"/>
          <p:cNvSpPr/>
          <p:nvPr/>
        </p:nvSpPr>
        <p:spPr>
          <a:xfrm>
            <a:off x="6076575" y="1076175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5" name="Google Shape;3245;p274"/>
          <p:cNvSpPr/>
          <p:nvPr/>
        </p:nvSpPr>
        <p:spPr>
          <a:xfrm>
            <a:off x="93700" y="2403242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6" name="Google Shape;3246;p274"/>
          <p:cNvSpPr/>
          <p:nvPr/>
        </p:nvSpPr>
        <p:spPr>
          <a:xfrm>
            <a:off x="3085137" y="2403242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7" name="Google Shape;3247;p274"/>
          <p:cNvSpPr/>
          <p:nvPr/>
        </p:nvSpPr>
        <p:spPr>
          <a:xfrm>
            <a:off x="6076575" y="2403242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8" name="Google Shape;3248;p274"/>
          <p:cNvSpPr/>
          <p:nvPr/>
        </p:nvSpPr>
        <p:spPr>
          <a:xfrm>
            <a:off x="93700" y="3729768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9" name="Google Shape;3249;p274"/>
          <p:cNvSpPr/>
          <p:nvPr/>
        </p:nvSpPr>
        <p:spPr>
          <a:xfrm>
            <a:off x="3085137" y="3729768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50" name="Google Shape;3250;p274"/>
          <p:cNvSpPr/>
          <p:nvPr/>
        </p:nvSpPr>
        <p:spPr>
          <a:xfrm>
            <a:off x="6076575" y="3729768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51" name="Google Shape;3251;p274"/>
          <p:cNvSpPr txBox="1"/>
          <p:nvPr>
            <p:ph type="title"/>
          </p:nvPr>
        </p:nvSpPr>
        <p:spPr>
          <a:xfrm>
            <a:off x="408650" y="19395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252" name="Google Shape;3252;p274"/>
          <p:cNvSpPr/>
          <p:nvPr>
            <p:ph idx="2" type="pic"/>
          </p:nvPr>
        </p:nvSpPr>
        <p:spPr>
          <a:xfrm>
            <a:off x="205750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3" name="Google Shape;3253;p274"/>
          <p:cNvSpPr/>
          <p:nvPr>
            <p:ph idx="3" type="pic"/>
          </p:nvPr>
        </p:nvSpPr>
        <p:spPr>
          <a:xfrm>
            <a:off x="3207988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4" name="Google Shape;3254;p274"/>
          <p:cNvSpPr/>
          <p:nvPr>
            <p:ph idx="4" type="pic"/>
          </p:nvPr>
        </p:nvSpPr>
        <p:spPr>
          <a:xfrm>
            <a:off x="6210188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5" name="Google Shape;3255;p274"/>
          <p:cNvSpPr/>
          <p:nvPr>
            <p:ph idx="5" type="pic"/>
          </p:nvPr>
        </p:nvSpPr>
        <p:spPr>
          <a:xfrm>
            <a:off x="205750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6" name="Google Shape;3256;p274"/>
          <p:cNvSpPr/>
          <p:nvPr>
            <p:ph idx="6" type="pic"/>
          </p:nvPr>
        </p:nvSpPr>
        <p:spPr>
          <a:xfrm>
            <a:off x="3207988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7" name="Google Shape;3257;p274"/>
          <p:cNvSpPr/>
          <p:nvPr>
            <p:ph idx="7" type="pic"/>
          </p:nvPr>
        </p:nvSpPr>
        <p:spPr>
          <a:xfrm>
            <a:off x="6210188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8" name="Google Shape;3258;p274"/>
          <p:cNvSpPr/>
          <p:nvPr>
            <p:ph idx="8" type="pic"/>
          </p:nvPr>
        </p:nvSpPr>
        <p:spPr>
          <a:xfrm>
            <a:off x="205750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9" name="Google Shape;3259;p274"/>
          <p:cNvSpPr/>
          <p:nvPr>
            <p:ph idx="9" type="pic"/>
          </p:nvPr>
        </p:nvSpPr>
        <p:spPr>
          <a:xfrm>
            <a:off x="3207988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60" name="Google Shape;3260;p274"/>
          <p:cNvSpPr/>
          <p:nvPr>
            <p:ph idx="13" type="pic"/>
          </p:nvPr>
        </p:nvSpPr>
        <p:spPr>
          <a:xfrm>
            <a:off x="6210188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ONLY_1">
    <p:spTree>
      <p:nvGrpSpPr>
        <p:cNvPr id="3261" name="Shape 3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2" name="Google Shape;3262;p2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63" name="Google Shape;3263;p275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64" name="Google Shape;3264;p275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65" name="Google Shape;3265;p275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66" name="Google Shape;3266;p275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67" name="Google Shape;3267;p275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68" name="Google Shape;3268;p275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_1_2">
    <p:spTree>
      <p:nvGrpSpPr>
        <p:cNvPr id="3269" name="Shape 3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0" name="Google Shape;3270;p276"/>
          <p:cNvSpPr/>
          <p:nvPr/>
        </p:nvSpPr>
        <p:spPr>
          <a:xfrm>
            <a:off x="332700" y="1182025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71" name="Google Shape;3271;p2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2" name="Google Shape;3272;p276"/>
          <p:cNvSpPr txBox="1"/>
          <p:nvPr>
            <p:ph type="title"/>
          </p:nvPr>
        </p:nvSpPr>
        <p:spPr>
          <a:xfrm>
            <a:off x="265500" y="297100"/>
            <a:ext cx="8471100" cy="7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73" name="Google Shape;3273;p276"/>
          <p:cNvSpPr txBox="1"/>
          <p:nvPr>
            <p:ph idx="1" type="subTitle"/>
          </p:nvPr>
        </p:nvSpPr>
        <p:spPr>
          <a:xfrm>
            <a:off x="464700" y="1297480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3274" name="Google Shape;3274;p276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75" name="Google Shape;3275;p276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76" name="Google Shape;3276;p276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77" name="Google Shape;3277;p276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78" name="Google Shape;3278;p276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79" name="Google Shape;3279;p276"/>
          <p:cNvSpPr/>
          <p:nvPr/>
        </p:nvSpPr>
        <p:spPr>
          <a:xfrm>
            <a:off x="4572000" y="1182025"/>
            <a:ext cx="4239300" cy="1267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80" name="Google Shape;3280;p276"/>
          <p:cNvSpPr txBox="1"/>
          <p:nvPr>
            <p:ph idx="2" type="subTitle"/>
          </p:nvPr>
        </p:nvSpPr>
        <p:spPr>
          <a:xfrm>
            <a:off x="4724550" y="1297480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81" name="Google Shape;3281;p276"/>
          <p:cNvSpPr/>
          <p:nvPr/>
        </p:nvSpPr>
        <p:spPr>
          <a:xfrm>
            <a:off x="332700" y="2386993"/>
            <a:ext cx="4239300" cy="12051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82" name="Google Shape;3282;p276"/>
          <p:cNvSpPr txBox="1"/>
          <p:nvPr>
            <p:ph idx="3" type="subTitle"/>
          </p:nvPr>
        </p:nvSpPr>
        <p:spPr>
          <a:xfrm>
            <a:off x="464700" y="2502449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83" name="Google Shape;3283;p276"/>
          <p:cNvSpPr/>
          <p:nvPr/>
        </p:nvSpPr>
        <p:spPr>
          <a:xfrm>
            <a:off x="4572000" y="2386993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84" name="Google Shape;3284;p276"/>
          <p:cNvSpPr txBox="1"/>
          <p:nvPr>
            <p:ph idx="4" type="subTitle"/>
          </p:nvPr>
        </p:nvSpPr>
        <p:spPr>
          <a:xfrm>
            <a:off x="4704000" y="2502449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85" name="Google Shape;3285;p276"/>
          <p:cNvSpPr/>
          <p:nvPr/>
        </p:nvSpPr>
        <p:spPr>
          <a:xfrm>
            <a:off x="332700" y="3591961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86" name="Google Shape;3286;p276"/>
          <p:cNvSpPr txBox="1"/>
          <p:nvPr>
            <p:ph idx="5" type="subTitle"/>
          </p:nvPr>
        </p:nvSpPr>
        <p:spPr>
          <a:xfrm>
            <a:off x="464700" y="3707417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87" name="Google Shape;3287;p276"/>
          <p:cNvSpPr/>
          <p:nvPr/>
        </p:nvSpPr>
        <p:spPr>
          <a:xfrm>
            <a:off x="4572000" y="3591961"/>
            <a:ext cx="4239300" cy="12051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88" name="Google Shape;3288;p276"/>
          <p:cNvSpPr txBox="1"/>
          <p:nvPr>
            <p:ph idx="6" type="subTitle"/>
          </p:nvPr>
        </p:nvSpPr>
        <p:spPr>
          <a:xfrm>
            <a:off x="4724550" y="3707417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TITLE_ONLY_1_1_1">
    <p:spTree>
      <p:nvGrpSpPr>
        <p:cNvPr id="3289" name="Shape 3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0" name="Google Shape;3290;p2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91" name="Google Shape;3291;p277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92" name="Google Shape;3292;p277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93" name="Google Shape;3293;p277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94" name="Google Shape;3294;p277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95" name="Google Shape;3295;p277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96" name="Google Shape;3296;p277"/>
          <p:cNvSpPr txBox="1"/>
          <p:nvPr>
            <p:ph idx="1" type="body"/>
          </p:nvPr>
        </p:nvSpPr>
        <p:spPr>
          <a:xfrm>
            <a:off x="261775" y="4039275"/>
            <a:ext cx="5958300" cy="8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anation 1">
  <p:cSld name="ONE_COLUMN_TEXT">
    <p:bg>
      <p:bgPr>
        <a:solidFill>
          <a:schemeClr val="dk2"/>
        </a:solidFill>
      </p:bgPr>
    </p:bg>
    <p:spTree>
      <p:nvGrpSpPr>
        <p:cNvPr id="3297" name="Shape 3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8" name="Google Shape;3298;p2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9" name="Google Shape;3299;p278"/>
          <p:cNvSpPr/>
          <p:nvPr/>
        </p:nvSpPr>
        <p:spPr>
          <a:xfrm>
            <a:off x="0" y="1765150"/>
            <a:ext cx="9144000" cy="337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00" name="Google Shape;3300;p278"/>
          <p:cNvSpPr txBox="1"/>
          <p:nvPr>
            <p:ph idx="1" type="body"/>
          </p:nvPr>
        </p:nvSpPr>
        <p:spPr>
          <a:xfrm>
            <a:off x="43355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01" name="Google Shape;3301;p278"/>
          <p:cNvSpPr txBox="1"/>
          <p:nvPr>
            <p:ph idx="2" type="subTitle"/>
          </p:nvPr>
        </p:nvSpPr>
        <p:spPr>
          <a:xfrm>
            <a:off x="433550" y="2197100"/>
            <a:ext cx="71484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3302" name="Google Shape;3302;p278"/>
          <p:cNvSpPr txBox="1"/>
          <p:nvPr>
            <p:ph idx="3" type="body"/>
          </p:nvPr>
        </p:nvSpPr>
        <p:spPr>
          <a:xfrm>
            <a:off x="433550" y="2914750"/>
            <a:ext cx="7148400" cy="17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03" name="Google Shape;3303;p278"/>
          <p:cNvSpPr txBox="1"/>
          <p:nvPr>
            <p:ph idx="4" type="body"/>
          </p:nvPr>
        </p:nvSpPr>
        <p:spPr>
          <a:xfrm>
            <a:off x="1181100" y="689575"/>
            <a:ext cx="6934200" cy="107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04" name="Google Shape;3304;p278"/>
          <p:cNvSpPr/>
          <p:nvPr/>
        </p:nvSpPr>
        <p:spPr>
          <a:xfrm>
            <a:off x="537600" y="689575"/>
            <a:ext cx="537900" cy="107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3305" name="Google Shape;3305;p278"/>
          <p:cNvSpPr txBox="1"/>
          <p:nvPr>
            <p:ph idx="5" type="subTitle"/>
          </p:nvPr>
        </p:nvSpPr>
        <p:spPr>
          <a:xfrm>
            <a:off x="532075" y="679900"/>
            <a:ext cx="5487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anation 2">
  <p:cSld name="ONE_COLUMN_TEXT_1">
    <p:bg>
      <p:bgPr>
        <a:solidFill>
          <a:schemeClr val="dk2"/>
        </a:solidFill>
      </p:bgPr>
    </p:bg>
    <p:spTree>
      <p:nvGrpSpPr>
        <p:cNvPr id="3306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p279"/>
          <p:cNvSpPr/>
          <p:nvPr/>
        </p:nvSpPr>
        <p:spPr>
          <a:xfrm>
            <a:off x="0" y="1227375"/>
            <a:ext cx="9144000" cy="391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8" name="Google Shape;3308;p2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09" name="Google Shape;3309;p279"/>
          <p:cNvSpPr txBox="1"/>
          <p:nvPr>
            <p:ph idx="1" type="body"/>
          </p:nvPr>
        </p:nvSpPr>
        <p:spPr>
          <a:xfrm>
            <a:off x="43355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10" name="Google Shape;3310;p279"/>
          <p:cNvSpPr txBox="1"/>
          <p:nvPr>
            <p:ph idx="2" type="subTitle"/>
          </p:nvPr>
        </p:nvSpPr>
        <p:spPr>
          <a:xfrm>
            <a:off x="433550" y="1673375"/>
            <a:ext cx="41004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3311" name="Google Shape;3311;p279"/>
          <p:cNvSpPr txBox="1"/>
          <p:nvPr>
            <p:ph idx="3" type="body"/>
          </p:nvPr>
        </p:nvSpPr>
        <p:spPr>
          <a:xfrm>
            <a:off x="433550" y="2391025"/>
            <a:ext cx="3795600" cy="23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12" name="Google Shape;3312;p279"/>
          <p:cNvSpPr txBox="1"/>
          <p:nvPr>
            <p:ph idx="4" type="body"/>
          </p:nvPr>
        </p:nvSpPr>
        <p:spPr>
          <a:xfrm>
            <a:off x="1181100" y="692750"/>
            <a:ext cx="6934200" cy="53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13" name="Google Shape;3313;p279"/>
          <p:cNvSpPr/>
          <p:nvPr/>
        </p:nvSpPr>
        <p:spPr>
          <a:xfrm>
            <a:off x="537600" y="689575"/>
            <a:ext cx="537900" cy="537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3314" name="Google Shape;3314;p279"/>
          <p:cNvSpPr txBox="1"/>
          <p:nvPr>
            <p:ph idx="5" type="subTitle"/>
          </p:nvPr>
        </p:nvSpPr>
        <p:spPr>
          <a:xfrm>
            <a:off x="532075" y="679900"/>
            <a:ext cx="5487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MAIN_POINT">
    <p:spTree>
      <p:nvGrpSpPr>
        <p:cNvPr id="3315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p2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7" name="Google Shape;3317;p280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SECTION_TITLE_AND_DESCRIPTION">
    <p:spTree>
      <p:nvGrpSpPr>
        <p:cNvPr id="3318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p28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0" name="Google Shape;3320;p28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21" name="Google Shape;3321;p28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22" name="Google Shape;3322;p2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6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54.xml"/><Relationship Id="rId42" Type="http://schemas.openxmlformats.org/officeDocument/2006/relationships/slideLayout" Target="../slideLayouts/slideLayout76.xml"/><Relationship Id="rId41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56.xml"/><Relationship Id="rId44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58.xml"/><Relationship Id="rId46" Type="http://schemas.openxmlformats.org/officeDocument/2006/relationships/theme" Target="../theme/theme7.xml"/><Relationship Id="rId23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79.xml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1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49.xml"/><Relationship Id="rId37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51.xml"/><Relationship Id="rId39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2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99.xml"/><Relationship Id="rId22" Type="http://schemas.openxmlformats.org/officeDocument/2006/relationships/slideLayout" Target="../slideLayouts/slideLayout101.xml"/><Relationship Id="rId21" Type="http://schemas.openxmlformats.org/officeDocument/2006/relationships/slideLayout" Target="../slideLayouts/slideLayout100.xml"/><Relationship Id="rId24" Type="http://schemas.openxmlformats.org/officeDocument/2006/relationships/slideLayout" Target="../slideLayouts/slideLayout103.xml"/><Relationship Id="rId23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80.xml"/><Relationship Id="rId2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Relationship Id="rId26" Type="http://schemas.openxmlformats.org/officeDocument/2006/relationships/slideLayout" Target="../slideLayouts/slideLayout105.xml"/><Relationship Id="rId25" Type="http://schemas.openxmlformats.org/officeDocument/2006/relationships/slideLayout" Target="../slideLayouts/slideLayout104.xml"/><Relationship Id="rId28" Type="http://schemas.openxmlformats.org/officeDocument/2006/relationships/slideLayout" Target="../slideLayouts/slideLayout107.xml"/><Relationship Id="rId27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5.xml"/><Relationship Id="rId29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7.xml"/><Relationship Id="rId31" Type="http://schemas.openxmlformats.org/officeDocument/2006/relationships/slideLayout" Target="../slideLayouts/slideLayout110.xml"/><Relationship Id="rId30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89.xml"/><Relationship Id="rId32" Type="http://schemas.openxmlformats.org/officeDocument/2006/relationships/slideLayout" Target="../slideLayouts/slideLayout111.xml"/><Relationship Id="rId13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91.xml"/><Relationship Id="rId34" Type="http://schemas.openxmlformats.org/officeDocument/2006/relationships/slideLayout" Target="../slideLayouts/slideLayout113.xml"/><Relationship Id="rId15" Type="http://schemas.openxmlformats.org/officeDocument/2006/relationships/slideLayout" Target="../slideLayouts/slideLayout94.xml"/><Relationship Id="rId37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93.xml"/><Relationship Id="rId36" Type="http://schemas.openxmlformats.org/officeDocument/2006/relationships/slideLayout" Target="../slideLayouts/slideLayout115.xml"/><Relationship Id="rId17" Type="http://schemas.openxmlformats.org/officeDocument/2006/relationships/slideLayout" Target="../slideLayouts/slideLayout96.xml"/><Relationship Id="rId39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95.xml"/><Relationship Id="rId38" Type="http://schemas.openxmlformats.org/officeDocument/2006/relationships/slideLayout" Target="../slideLayouts/slideLayout117.xml"/><Relationship Id="rId19" Type="http://schemas.openxmlformats.org/officeDocument/2006/relationships/slideLayout" Target="../slideLayouts/slideLayout98.xml"/><Relationship Id="rId18" Type="http://schemas.openxmlformats.org/officeDocument/2006/relationships/slideLayout" Target="../slideLayouts/slideLayout97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138.xml"/><Relationship Id="rId42" Type="http://schemas.openxmlformats.org/officeDocument/2006/relationships/slideLayout" Target="../slideLayouts/slideLayout160.xml"/><Relationship Id="rId41" Type="http://schemas.openxmlformats.org/officeDocument/2006/relationships/slideLayout" Target="../slideLayouts/slideLayout159.xml"/><Relationship Id="rId22" Type="http://schemas.openxmlformats.org/officeDocument/2006/relationships/slideLayout" Target="../slideLayouts/slideLayout140.xml"/><Relationship Id="rId44" Type="http://schemas.openxmlformats.org/officeDocument/2006/relationships/theme" Target="../theme/theme2.xml"/><Relationship Id="rId21" Type="http://schemas.openxmlformats.org/officeDocument/2006/relationships/slideLayout" Target="../slideLayouts/slideLayout139.xml"/><Relationship Id="rId43" Type="http://schemas.openxmlformats.org/officeDocument/2006/relationships/slideLayout" Target="../slideLayouts/slideLayout161.xml"/><Relationship Id="rId24" Type="http://schemas.openxmlformats.org/officeDocument/2006/relationships/slideLayout" Target="../slideLayouts/slideLayout142.xml"/><Relationship Id="rId23" Type="http://schemas.openxmlformats.org/officeDocument/2006/relationships/slideLayout" Target="../slideLayouts/slideLayout141.xml"/><Relationship Id="rId1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2.xml"/><Relationship Id="rId9" Type="http://schemas.openxmlformats.org/officeDocument/2006/relationships/slideLayout" Target="../slideLayouts/slideLayout127.xml"/><Relationship Id="rId26" Type="http://schemas.openxmlformats.org/officeDocument/2006/relationships/slideLayout" Target="../slideLayouts/slideLayout144.xml"/><Relationship Id="rId25" Type="http://schemas.openxmlformats.org/officeDocument/2006/relationships/slideLayout" Target="../slideLayouts/slideLayout143.xml"/><Relationship Id="rId28" Type="http://schemas.openxmlformats.org/officeDocument/2006/relationships/slideLayout" Target="../slideLayouts/slideLayout146.xml"/><Relationship Id="rId27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4.xml"/><Relationship Id="rId29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25.xml"/><Relationship Id="rId8" Type="http://schemas.openxmlformats.org/officeDocument/2006/relationships/slideLayout" Target="../slideLayouts/slideLayout126.xml"/><Relationship Id="rId31" Type="http://schemas.openxmlformats.org/officeDocument/2006/relationships/slideLayout" Target="../slideLayouts/slideLayout149.xml"/><Relationship Id="rId30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29.xml"/><Relationship Id="rId33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28.xml"/><Relationship Id="rId32" Type="http://schemas.openxmlformats.org/officeDocument/2006/relationships/slideLayout" Target="../slideLayouts/slideLayout150.xml"/><Relationship Id="rId13" Type="http://schemas.openxmlformats.org/officeDocument/2006/relationships/slideLayout" Target="../slideLayouts/slideLayout131.xml"/><Relationship Id="rId35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30.xml"/><Relationship Id="rId34" Type="http://schemas.openxmlformats.org/officeDocument/2006/relationships/slideLayout" Target="../slideLayouts/slideLayout152.xml"/><Relationship Id="rId15" Type="http://schemas.openxmlformats.org/officeDocument/2006/relationships/slideLayout" Target="../slideLayouts/slideLayout133.xml"/><Relationship Id="rId37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32.xml"/><Relationship Id="rId36" Type="http://schemas.openxmlformats.org/officeDocument/2006/relationships/slideLayout" Target="../slideLayouts/slideLayout154.xml"/><Relationship Id="rId17" Type="http://schemas.openxmlformats.org/officeDocument/2006/relationships/slideLayout" Target="../slideLayouts/slideLayout135.xml"/><Relationship Id="rId39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34.xml"/><Relationship Id="rId38" Type="http://schemas.openxmlformats.org/officeDocument/2006/relationships/slideLayout" Target="../slideLayouts/slideLayout156.xml"/><Relationship Id="rId19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36.xml"/></Relationships>
</file>

<file path=ppt/slideMasters/_rels/slideMaster5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01.xml"/><Relationship Id="rId20" Type="http://schemas.openxmlformats.org/officeDocument/2006/relationships/slideLayout" Target="../slideLayouts/slideLayout181.xml"/><Relationship Id="rId42" Type="http://schemas.openxmlformats.org/officeDocument/2006/relationships/theme" Target="../theme/theme5.xml"/><Relationship Id="rId41" Type="http://schemas.openxmlformats.org/officeDocument/2006/relationships/slideLayout" Target="../slideLayouts/slideLayout202.xml"/><Relationship Id="rId22" Type="http://schemas.openxmlformats.org/officeDocument/2006/relationships/slideLayout" Target="../slideLayouts/slideLayout183.xml"/><Relationship Id="rId21" Type="http://schemas.openxmlformats.org/officeDocument/2006/relationships/slideLayout" Target="../slideLayouts/slideLayout182.xml"/><Relationship Id="rId24" Type="http://schemas.openxmlformats.org/officeDocument/2006/relationships/slideLayout" Target="../slideLayouts/slideLayout185.xml"/><Relationship Id="rId23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62.xml"/><Relationship Id="rId2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26" Type="http://schemas.openxmlformats.org/officeDocument/2006/relationships/slideLayout" Target="../slideLayouts/slideLayout187.xml"/><Relationship Id="rId25" Type="http://schemas.openxmlformats.org/officeDocument/2006/relationships/slideLayout" Target="../slideLayouts/slideLayout186.xml"/><Relationship Id="rId28" Type="http://schemas.openxmlformats.org/officeDocument/2006/relationships/slideLayout" Target="../slideLayouts/slideLayout189.xml"/><Relationship Id="rId27" Type="http://schemas.openxmlformats.org/officeDocument/2006/relationships/slideLayout" Target="../slideLayouts/slideLayout188.xml"/><Relationship Id="rId5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67.xml"/><Relationship Id="rId29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68.xml"/><Relationship Id="rId8" Type="http://schemas.openxmlformats.org/officeDocument/2006/relationships/slideLayout" Target="../slideLayouts/slideLayout169.xml"/><Relationship Id="rId31" Type="http://schemas.openxmlformats.org/officeDocument/2006/relationships/slideLayout" Target="../slideLayouts/slideLayout192.xml"/><Relationship Id="rId30" Type="http://schemas.openxmlformats.org/officeDocument/2006/relationships/slideLayout" Target="../slideLayouts/slideLayout191.xml"/><Relationship Id="rId11" Type="http://schemas.openxmlformats.org/officeDocument/2006/relationships/slideLayout" Target="../slideLayouts/slideLayout172.xml"/><Relationship Id="rId33" Type="http://schemas.openxmlformats.org/officeDocument/2006/relationships/slideLayout" Target="../slideLayouts/slideLayout194.xml"/><Relationship Id="rId10" Type="http://schemas.openxmlformats.org/officeDocument/2006/relationships/slideLayout" Target="../slideLayouts/slideLayout171.xml"/><Relationship Id="rId32" Type="http://schemas.openxmlformats.org/officeDocument/2006/relationships/slideLayout" Target="../slideLayouts/slideLayout193.xml"/><Relationship Id="rId13" Type="http://schemas.openxmlformats.org/officeDocument/2006/relationships/slideLayout" Target="../slideLayouts/slideLayout174.xml"/><Relationship Id="rId35" Type="http://schemas.openxmlformats.org/officeDocument/2006/relationships/slideLayout" Target="../slideLayouts/slideLayout196.xml"/><Relationship Id="rId12" Type="http://schemas.openxmlformats.org/officeDocument/2006/relationships/slideLayout" Target="../slideLayouts/slideLayout173.xml"/><Relationship Id="rId34" Type="http://schemas.openxmlformats.org/officeDocument/2006/relationships/slideLayout" Target="../slideLayouts/slideLayout195.xml"/><Relationship Id="rId15" Type="http://schemas.openxmlformats.org/officeDocument/2006/relationships/slideLayout" Target="../slideLayouts/slideLayout176.xml"/><Relationship Id="rId37" Type="http://schemas.openxmlformats.org/officeDocument/2006/relationships/slideLayout" Target="../slideLayouts/slideLayout198.xml"/><Relationship Id="rId14" Type="http://schemas.openxmlformats.org/officeDocument/2006/relationships/slideLayout" Target="../slideLayouts/slideLayout175.xml"/><Relationship Id="rId36" Type="http://schemas.openxmlformats.org/officeDocument/2006/relationships/slideLayout" Target="../slideLayouts/slideLayout197.xml"/><Relationship Id="rId17" Type="http://schemas.openxmlformats.org/officeDocument/2006/relationships/slideLayout" Target="../slideLayouts/slideLayout178.xml"/><Relationship Id="rId39" Type="http://schemas.openxmlformats.org/officeDocument/2006/relationships/slideLayout" Target="../slideLayouts/slideLayout200.xml"/><Relationship Id="rId16" Type="http://schemas.openxmlformats.org/officeDocument/2006/relationships/slideLayout" Target="../slideLayouts/slideLayout177.xml"/><Relationship Id="rId38" Type="http://schemas.openxmlformats.org/officeDocument/2006/relationships/slideLayout" Target="../slideLayouts/slideLayout199.xml"/><Relationship Id="rId19" Type="http://schemas.openxmlformats.org/officeDocument/2006/relationships/slideLayout" Target="../slideLayouts/slideLayout180.xml"/><Relationship Id="rId18" Type="http://schemas.openxmlformats.org/officeDocument/2006/relationships/slideLayout" Target="../slideLayouts/slideLayout179.xml"/></Relationships>
</file>

<file path=ppt/slideMasters/_rels/slideMaster6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42.xml"/><Relationship Id="rId20" Type="http://schemas.openxmlformats.org/officeDocument/2006/relationships/slideLayout" Target="../slideLayouts/slideLayout222.xml"/><Relationship Id="rId42" Type="http://schemas.openxmlformats.org/officeDocument/2006/relationships/slideLayout" Target="../slideLayouts/slideLayout244.xml"/><Relationship Id="rId41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24.xml"/><Relationship Id="rId21" Type="http://schemas.openxmlformats.org/officeDocument/2006/relationships/slideLayout" Target="../slideLayouts/slideLayout223.xml"/><Relationship Id="rId43" Type="http://schemas.openxmlformats.org/officeDocument/2006/relationships/theme" Target="../theme/theme4.xml"/><Relationship Id="rId24" Type="http://schemas.openxmlformats.org/officeDocument/2006/relationships/slideLayout" Target="../slideLayouts/slideLayout226.xml"/><Relationship Id="rId23" Type="http://schemas.openxmlformats.org/officeDocument/2006/relationships/slideLayout" Target="../slideLayouts/slideLayout225.xml"/><Relationship Id="rId1" Type="http://schemas.openxmlformats.org/officeDocument/2006/relationships/slideLayout" Target="../slideLayouts/slideLayout203.xml"/><Relationship Id="rId2" Type="http://schemas.openxmlformats.org/officeDocument/2006/relationships/slideLayout" Target="../slideLayouts/slideLayout204.xml"/><Relationship Id="rId3" Type="http://schemas.openxmlformats.org/officeDocument/2006/relationships/slideLayout" Target="../slideLayouts/slideLayout205.xml"/><Relationship Id="rId4" Type="http://schemas.openxmlformats.org/officeDocument/2006/relationships/slideLayout" Target="../slideLayouts/slideLayout206.xml"/><Relationship Id="rId9" Type="http://schemas.openxmlformats.org/officeDocument/2006/relationships/slideLayout" Target="../slideLayouts/slideLayout211.xml"/><Relationship Id="rId26" Type="http://schemas.openxmlformats.org/officeDocument/2006/relationships/slideLayout" Target="../slideLayouts/slideLayout228.xml"/><Relationship Id="rId25" Type="http://schemas.openxmlformats.org/officeDocument/2006/relationships/slideLayout" Target="../slideLayouts/slideLayout227.xml"/><Relationship Id="rId28" Type="http://schemas.openxmlformats.org/officeDocument/2006/relationships/slideLayout" Target="../slideLayouts/slideLayout230.xml"/><Relationship Id="rId27" Type="http://schemas.openxmlformats.org/officeDocument/2006/relationships/slideLayout" Target="../slideLayouts/slideLayout229.xml"/><Relationship Id="rId5" Type="http://schemas.openxmlformats.org/officeDocument/2006/relationships/slideLayout" Target="../slideLayouts/slideLayout207.xml"/><Relationship Id="rId6" Type="http://schemas.openxmlformats.org/officeDocument/2006/relationships/slideLayout" Target="../slideLayouts/slideLayout208.xml"/><Relationship Id="rId29" Type="http://schemas.openxmlformats.org/officeDocument/2006/relationships/slideLayout" Target="../slideLayouts/slideLayout231.xml"/><Relationship Id="rId7" Type="http://schemas.openxmlformats.org/officeDocument/2006/relationships/slideLayout" Target="../slideLayouts/slideLayout209.xml"/><Relationship Id="rId8" Type="http://schemas.openxmlformats.org/officeDocument/2006/relationships/slideLayout" Target="../slideLayouts/slideLayout210.xml"/><Relationship Id="rId31" Type="http://schemas.openxmlformats.org/officeDocument/2006/relationships/slideLayout" Target="../slideLayouts/slideLayout233.xml"/><Relationship Id="rId30" Type="http://schemas.openxmlformats.org/officeDocument/2006/relationships/slideLayout" Target="../slideLayouts/slideLayout232.xml"/><Relationship Id="rId11" Type="http://schemas.openxmlformats.org/officeDocument/2006/relationships/slideLayout" Target="../slideLayouts/slideLayout213.xml"/><Relationship Id="rId33" Type="http://schemas.openxmlformats.org/officeDocument/2006/relationships/slideLayout" Target="../slideLayouts/slideLayout235.xml"/><Relationship Id="rId10" Type="http://schemas.openxmlformats.org/officeDocument/2006/relationships/slideLayout" Target="../slideLayouts/slideLayout212.xml"/><Relationship Id="rId32" Type="http://schemas.openxmlformats.org/officeDocument/2006/relationships/slideLayout" Target="../slideLayouts/slideLayout234.xml"/><Relationship Id="rId13" Type="http://schemas.openxmlformats.org/officeDocument/2006/relationships/slideLayout" Target="../slideLayouts/slideLayout215.xml"/><Relationship Id="rId35" Type="http://schemas.openxmlformats.org/officeDocument/2006/relationships/slideLayout" Target="../slideLayouts/slideLayout237.xml"/><Relationship Id="rId12" Type="http://schemas.openxmlformats.org/officeDocument/2006/relationships/slideLayout" Target="../slideLayouts/slideLayout214.xml"/><Relationship Id="rId34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217.xml"/><Relationship Id="rId37" Type="http://schemas.openxmlformats.org/officeDocument/2006/relationships/slideLayout" Target="../slideLayouts/slideLayout239.xml"/><Relationship Id="rId14" Type="http://schemas.openxmlformats.org/officeDocument/2006/relationships/slideLayout" Target="../slideLayouts/slideLayout216.xml"/><Relationship Id="rId36" Type="http://schemas.openxmlformats.org/officeDocument/2006/relationships/slideLayout" Target="../slideLayouts/slideLayout238.xml"/><Relationship Id="rId17" Type="http://schemas.openxmlformats.org/officeDocument/2006/relationships/slideLayout" Target="../slideLayouts/slideLayout219.xml"/><Relationship Id="rId39" Type="http://schemas.openxmlformats.org/officeDocument/2006/relationships/slideLayout" Target="../slideLayouts/slideLayout241.xml"/><Relationship Id="rId16" Type="http://schemas.openxmlformats.org/officeDocument/2006/relationships/slideLayout" Target="../slideLayouts/slideLayout218.xml"/><Relationship Id="rId38" Type="http://schemas.openxmlformats.org/officeDocument/2006/relationships/slideLayout" Target="../slideLayouts/slideLayout240.xml"/><Relationship Id="rId19" Type="http://schemas.openxmlformats.org/officeDocument/2006/relationships/slideLayout" Target="../slideLayouts/slideLayout221.xml"/><Relationship Id="rId18" Type="http://schemas.openxmlformats.org/officeDocument/2006/relationships/slideLayout" Target="../slideLayouts/slideLayout220.xml"/></Relationships>
</file>

<file path=ppt/slideMasters/_rels/slideMaster7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64.xml"/><Relationship Id="rId22" Type="http://schemas.openxmlformats.org/officeDocument/2006/relationships/slideLayout" Target="../slideLayouts/slideLayout266.xml"/><Relationship Id="rId21" Type="http://schemas.openxmlformats.org/officeDocument/2006/relationships/slideLayout" Target="../slideLayouts/slideLayout265.xml"/><Relationship Id="rId24" Type="http://schemas.openxmlformats.org/officeDocument/2006/relationships/slideLayout" Target="../slideLayouts/slideLayout268.xml"/><Relationship Id="rId23" Type="http://schemas.openxmlformats.org/officeDocument/2006/relationships/slideLayout" Target="../slideLayouts/slideLayout267.xml"/><Relationship Id="rId1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246.xml"/><Relationship Id="rId3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8.xml"/><Relationship Id="rId9" Type="http://schemas.openxmlformats.org/officeDocument/2006/relationships/slideLayout" Target="../slideLayouts/slideLayout253.xml"/><Relationship Id="rId26" Type="http://schemas.openxmlformats.org/officeDocument/2006/relationships/slideLayout" Target="../slideLayouts/slideLayout270.xml"/><Relationship Id="rId25" Type="http://schemas.openxmlformats.org/officeDocument/2006/relationships/slideLayout" Target="../slideLayouts/slideLayout269.xml"/><Relationship Id="rId28" Type="http://schemas.openxmlformats.org/officeDocument/2006/relationships/slideLayout" Target="../slideLayouts/slideLayout272.xml"/><Relationship Id="rId27" Type="http://schemas.openxmlformats.org/officeDocument/2006/relationships/slideLayout" Target="../slideLayouts/slideLayout271.xml"/><Relationship Id="rId5" Type="http://schemas.openxmlformats.org/officeDocument/2006/relationships/slideLayout" Target="../slideLayouts/slideLayout249.xml"/><Relationship Id="rId6" Type="http://schemas.openxmlformats.org/officeDocument/2006/relationships/slideLayout" Target="../slideLayouts/slideLayout250.xml"/><Relationship Id="rId29" Type="http://schemas.openxmlformats.org/officeDocument/2006/relationships/slideLayout" Target="../slideLayouts/slideLayout273.xml"/><Relationship Id="rId7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252.xml"/><Relationship Id="rId31" Type="http://schemas.openxmlformats.org/officeDocument/2006/relationships/theme" Target="../theme/theme8.xml"/><Relationship Id="rId30" Type="http://schemas.openxmlformats.org/officeDocument/2006/relationships/slideLayout" Target="../slideLayouts/slideLayout274.xml"/><Relationship Id="rId11" Type="http://schemas.openxmlformats.org/officeDocument/2006/relationships/slideLayout" Target="../slideLayouts/slideLayout255.xml"/><Relationship Id="rId10" Type="http://schemas.openxmlformats.org/officeDocument/2006/relationships/slideLayout" Target="../slideLayouts/slideLayout254.xml"/><Relationship Id="rId13" Type="http://schemas.openxmlformats.org/officeDocument/2006/relationships/slideLayout" Target="../slideLayouts/slideLayout257.xml"/><Relationship Id="rId12" Type="http://schemas.openxmlformats.org/officeDocument/2006/relationships/slideLayout" Target="../slideLayouts/slideLayout256.xml"/><Relationship Id="rId15" Type="http://schemas.openxmlformats.org/officeDocument/2006/relationships/slideLayout" Target="../slideLayouts/slideLayout259.xml"/><Relationship Id="rId14" Type="http://schemas.openxmlformats.org/officeDocument/2006/relationships/slideLayout" Target="../slideLayouts/slideLayout258.xml"/><Relationship Id="rId17" Type="http://schemas.openxmlformats.org/officeDocument/2006/relationships/slideLayout" Target="../slideLayouts/slideLayout261.xml"/><Relationship Id="rId16" Type="http://schemas.openxmlformats.org/officeDocument/2006/relationships/slideLayout" Target="../slideLayouts/slideLayout260.xml"/><Relationship Id="rId19" Type="http://schemas.openxmlformats.org/officeDocument/2006/relationships/slideLayout" Target="../slideLayouts/slideLayout263.xml"/><Relationship Id="rId18" Type="http://schemas.openxmlformats.org/officeDocument/2006/relationships/slideLayout" Target="../slideLayouts/slideLayout2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6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6" name="Google Shape;156;p36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7" name="Google Shape;157;p3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36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9" name="Google Shape;159;p36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0" name="Google Shape;160;p36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36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5" r:id="rId24"/>
    <p:sldLayoutId id="2147483706" r:id="rId25"/>
    <p:sldLayoutId id="2147483707" r:id="rId26"/>
    <p:sldLayoutId id="2147483708" r:id="rId27"/>
    <p:sldLayoutId id="2147483709" r:id="rId28"/>
    <p:sldLayoutId id="2147483710" r:id="rId29"/>
    <p:sldLayoutId id="2147483711" r:id="rId30"/>
    <p:sldLayoutId id="2147483712" r:id="rId31"/>
    <p:sldLayoutId id="2147483713" r:id="rId32"/>
    <p:sldLayoutId id="2147483714" r:id="rId33"/>
    <p:sldLayoutId id="2147483715" r:id="rId34"/>
    <p:sldLayoutId id="2147483716" r:id="rId35"/>
    <p:sldLayoutId id="2147483717" r:id="rId36"/>
    <p:sldLayoutId id="2147483718" r:id="rId37"/>
    <p:sldLayoutId id="2147483719" r:id="rId38"/>
    <p:sldLayoutId id="2147483720" r:id="rId39"/>
    <p:sldLayoutId id="2147483721" r:id="rId40"/>
    <p:sldLayoutId id="2147483722" r:id="rId41"/>
    <p:sldLayoutId id="2147483723" r:id="rId42"/>
    <p:sldLayoutId id="2147483724" r:id="rId43"/>
    <p:sldLayoutId id="2147483725" r:id="rId44"/>
    <p:sldLayoutId id="2147483726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82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08" name="Google Shape;508;p82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09" name="Google Shape;509;p82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  <p:sldLayoutId id="2147483757" r:id="rId31"/>
    <p:sldLayoutId id="2147483758" r:id="rId32"/>
    <p:sldLayoutId id="2147483759" r:id="rId33"/>
    <p:sldLayoutId id="2147483760" r:id="rId34"/>
    <p:sldLayoutId id="2147483761" r:id="rId35"/>
    <p:sldLayoutId id="2147483762" r:id="rId36"/>
    <p:sldLayoutId id="2147483763" r:id="rId37"/>
    <p:sldLayoutId id="2147483764" r:id="rId38"/>
    <p:sldLayoutId id="2147483765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22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36" name="Google Shape;936;p122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  <p:sldLayoutId id="2147483791" r:id="rId26"/>
    <p:sldLayoutId id="2147483792" r:id="rId27"/>
    <p:sldLayoutId id="2147483793" r:id="rId28"/>
    <p:sldLayoutId id="2147483794" r:id="rId29"/>
    <p:sldLayoutId id="2147483795" r:id="rId30"/>
    <p:sldLayoutId id="2147483796" r:id="rId31"/>
    <p:sldLayoutId id="2147483797" r:id="rId32"/>
    <p:sldLayoutId id="2147483798" r:id="rId33"/>
    <p:sldLayoutId id="2147483799" r:id="rId34"/>
    <p:sldLayoutId id="2147483800" r:id="rId35"/>
    <p:sldLayoutId id="2147483801" r:id="rId36"/>
    <p:sldLayoutId id="2147483802" r:id="rId37"/>
    <p:sldLayoutId id="2147483803" r:id="rId38"/>
    <p:sldLayoutId id="2147483804" r:id="rId39"/>
    <p:sldLayoutId id="2147483805" r:id="rId40"/>
    <p:sldLayoutId id="2147483806" r:id="rId41"/>
    <p:sldLayoutId id="2147483807" r:id="rId42"/>
    <p:sldLayoutId id="2147483808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66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947" name="Google Shape;1947;p166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948" name="Google Shape;1948;p166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  <p:sldLayoutId id="2147483826" r:id="rId18"/>
    <p:sldLayoutId id="2147483827" r:id="rId19"/>
    <p:sldLayoutId id="2147483828" r:id="rId20"/>
    <p:sldLayoutId id="2147483829" r:id="rId21"/>
    <p:sldLayoutId id="2147483830" r:id="rId22"/>
    <p:sldLayoutId id="2147483831" r:id="rId23"/>
    <p:sldLayoutId id="2147483832" r:id="rId24"/>
    <p:sldLayoutId id="2147483833" r:id="rId25"/>
    <p:sldLayoutId id="2147483834" r:id="rId26"/>
    <p:sldLayoutId id="2147483835" r:id="rId27"/>
    <p:sldLayoutId id="2147483836" r:id="rId28"/>
    <p:sldLayoutId id="2147483837" r:id="rId29"/>
    <p:sldLayoutId id="2147483838" r:id="rId30"/>
    <p:sldLayoutId id="2147483839" r:id="rId31"/>
    <p:sldLayoutId id="2147483840" r:id="rId32"/>
    <p:sldLayoutId id="2147483841" r:id="rId33"/>
    <p:sldLayoutId id="2147483842" r:id="rId34"/>
    <p:sldLayoutId id="2147483843" r:id="rId35"/>
    <p:sldLayoutId id="2147483844" r:id="rId36"/>
    <p:sldLayoutId id="2147483845" r:id="rId37"/>
    <p:sldLayoutId id="2147483846" r:id="rId38"/>
    <p:sldLayoutId id="2147483847" r:id="rId39"/>
    <p:sldLayoutId id="2147483848" r:id="rId40"/>
    <p:sldLayoutId id="214748384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2484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p208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86" name="Google Shape;2486;p208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  <p:sldLayoutId id="2147483868" r:id="rId19"/>
    <p:sldLayoutId id="2147483869" r:id="rId20"/>
    <p:sldLayoutId id="2147483870" r:id="rId21"/>
    <p:sldLayoutId id="2147483871" r:id="rId22"/>
    <p:sldLayoutId id="2147483872" r:id="rId23"/>
    <p:sldLayoutId id="2147483873" r:id="rId24"/>
    <p:sldLayoutId id="2147483874" r:id="rId25"/>
    <p:sldLayoutId id="2147483875" r:id="rId26"/>
    <p:sldLayoutId id="2147483876" r:id="rId27"/>
    <p:sldLayoutId id="2147483877" r:id="rId28"/>
    <p:sldLayoutId id="2147483878" r:id="rId29"/>
    <p:sldLayoutId id="2147483879" r:id="rId30"/>
    <p:sldLayoutId id="2147483880" r:id="rId31"/>
    <p:sldLayoutId id="2147483881" r:id="rId32"/>
    <p:sldLayoutId id="2147483882" r:id="rId33"/>
    <p:sldLayoutId id="2147483883" r:id="rId34"/>
    <p:sldLayoutId id="2147483884" r:id="rId35"/>
    <p:sldLayoutId id="2147483885" r:id="rId36"/>
    <p:sldLayoutId id="2147483886" r:id="rId37"/>
    <p:sldLayoutId id="2147483887" r:id="rId38"/>
    <p:sldLayoutId id="2147483888" r:id="rId39"/>
    <p:sldLayoutId id="2147483889" r:id="rId40"/>
    <p:sldLayoutId id="2147483890" r:id="rId41"/>
    <p:sldLayoutId id="2147483891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827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8" name="Google Shape;2828;p2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2829" name="Google Shape;2829;p251"/>
          <p:cNvSpPr txBox="1"/>
          <p:nvPr>
            <p:ph idx="1" type="body"/>
          </p:nvPr>
        </p:nvSpPr>
        <p:spPr>
          <a:xfrm>
            <a:off x="311700" y="2221525"/>
            <a:ext cx="8520600" cy="24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Light"/>
              <a:buChar char="●"/>
              <a:defRPr sz="1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2830" name="Google Shape;2830;p2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  <p:sldLayoutId id="2147483905" r:id="rId14"/>
    <p:sldLayoutId id="2147483906" r:id="rId15"/>
    <p:sldLayoutId id="2147483907" r:id="rId16"/>
    <p:sldLayoutId id="2147483908" r:id="rId17"/>
    <p:sldLayoutId id="2147483909" r:id="rId18"/>
    <p:sldLayoutId id="2147483910" r:id="rId19"/>
    <p:sldLayoutId id="2147483911" r:id="rId20"/>
    <p:sldLayoutId id="2147483912" r:id="rId21"/>
    <p:sldLayoutId id="2147483913" r:id="rId22"/>
    <p:sldLayoutId id="2147483914" r:id="rId23"/>
    <p:sldLayoutId id="2147483915" r:id="rId24"/>
    <p:sldLayoutId id="2147483916" r:id="rId25"/>
    <p:sldLayoutId id="2147483917" r:id="rId26"/>
    <p:sldLayoutId id="2147483918" r:id="rId27"/>
    <p:sldLayoutId id="2147483919" r:id="rId28"/>
    <p:sldLayoutId id="2147483920" r:id="rId29"/>
    <p:sldLayoutId id="2147483921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36.png"/><Relationship Id="rId5" Type="http://schemas.openxmlformats.org/officeDocument/2006/relationships/image" Target="../media/image35.png"/><Relationship Id="rId6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6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27" name="Google Shape;3327;p282"/>
          <p:cNvCxnSpPr/>
          <p:nvPr/>
        </p:nvCxnSpPr>
        <p:spPr>
          <a:xfrm>
            <a:off x="225525" y="21701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8" name="Google Shape;3328;p282"/>
          <p:cNvCxnSpPr/>
          <p:nvPr/>
        </p:nvCxnSpPr>
        <p:spPr>
          <a:xfrm>
            <a:off x="225525" y="11758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9" name="Google Shape;3329;p28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0" name="Google Shape;3330;p282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5G Edge Cloud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5</a:t>
            </a:r>
            <a:endParaRPr/>
          </a:p>
        </p:txBody>
      </p:sp>
      <p:cxnSp>
        <p:nvCxnSpPr>
          <p:cNvPr id="3331" name="Google Shape;3331;p282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5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p283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June</a:t>
            </a:r>
            <a:endParaRPr/>
          </a:p>
        </p:txBody>
      </p:sp>
      <p:sp>
        <p:nvSpPr>
          <p:cNvPr id="3337" name="Google Shape;3337;p283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3338" name="Google Shape;3338;p283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5G Edge Cloud Applications</a:t>
            </a:r>
            <a:endParaRPr/>
          </a:p>
        </p:txBody>
      </p:sp>
      <p:sp>
        <p:nvSpPr>
          <p:cNvPr id="3339" name="Google Shape;3339;p283"/>
          <p:cNvSpPr txBox="1"/>
          <p:nvPr/>
        </p:nvSpPr>
        <p:spPr>
          <a:xfrm>
            <a:off x="347625" y="328600"/>
            <a:ext cx="46470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Meet the Team</a:t>
            </a:r>
            <a:endParaRPr sz="34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3340" name="Google Shape;3340;p283"/>
          <p:cNvSpPr txBox="1"/>
          <p:nvPr/>
        </p:nvSpPr>
        <p:spPr>
          <a:xfrm>
            <a:off x="5910700" y="4036321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Rahul Rajkumar</a:t>
            </a:r>
            <a:endParaRPr sz="12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3341" name="Google Shape;3341;p283"/>
          <p:cNvSpPr txBox="1"/>
          <p:nvPr/>
        </p:nvSpPr>
        <p:spPr>
          <a:xfrm>
            <a:off x="7450025" y="4042472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Andrew Michael</a:t>
            </a:r>
            <a:endParaRPr sz="12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3342" name="Google Shape;3342;p2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7850" y="2571750"/>
            <a:ext cx="1370400" cy="1351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343" name="Google Shape;3343;p2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9300" y="2571750"/>
            <a:ext cx="1370400" cy="1351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7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p284"/>
          <p:cNvSpPr/>
          <p:nvPr/>
        </p:nvSpPr>
        <p:spPr>
          <a:xfrm flipH="1" rot="10800000">
            <a:off x="4709199" y="325325"/>
            <a:ext cx="4092600" cy="44232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49" name="Google Shape;3349;p284"/>
          <p:cNvSpPr/>
          <p:nvPr/>
        </p:nvSpPr>
        <p:spPr>
          <a:xfrm rot="4795490">
            <a:off x="8281252" y="4337541"/>
            <a:ext cx="207500" cy="287945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50" name="Google Shape;3350;p284"/>
          <p:cNvSpPr txBox="1"/>
          <p:nvPr/>
        </p:nvSpPr>
        <p:spPr>
          <a:xfrm>
            <a:off x="5712000" y="3467675"/>
            <a:ext cx="526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351" name="Google Shape;3351;p284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REVIEW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3352" name="Google Shape;3352;p284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What are  we working on: </a:t>
            </a: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Edge</a:t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What are we doing: </a:t>
            </a: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Creating BenchmarkS</a:t>
            </a:r>
            <a:endParaRPr/>
          </a:p>
        </p:txBody>
      </p:sp>
      <p:sp>
        <p:nvSpPr>
          <p:cNvPr id="3353" name="Google Shape;3353;p284"/>
          <p:cNvSpPr txBox="1"/>
          <p:nvPr>
            <p:ph idx="2" type="title"/>
          </p:nvPr>
        </p:nvSpPr>
        <p:spPr>
          <a:xfrm rot="-173518">
            <a:off x="4362854" y="3966066"/>
            <a:ext cx="1974114" cy="33853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EDGE</a:t>
            </a:r>
            <a:endParaRPr/>
          </a:p>
        </p:txBody>
      </p:sp>
      <p:pic>
        <p:nvPicPr>
          <p:cNvPr id="3354" name="Google Shape;3354;p284"/>
          <p:cNvPicPr preferRelativeResize="0"/>
          <p:nvPr/>
        </p:nvPicPr>
        <p:blipFill rotWithShape="1">
          <a:blip r:embed="rId3">
            <a:alphaModFix/>
          </a:blip>
          <a:srcRect b="0" l="0" r="0" t="7689"/>
          <a:stretch/>
        </p:blipFill>
        <p:spPr>
          <a:xfrm>
            <a:off x="4900050" y="536675"/>
            <a:ext cx="3804800" cy="351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8" name="Shape 3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" name="Google Shape;3359;p285"/>
          <p:cNvSpPr/>
          <p:nvPr/>
        </p:nvSpPr>
        <p:spPr>
          <a:xfrm>
            <a:off x="4464825" y="595888"/>
            <a:ext cx="1312500" cy="4551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60" name="Google Shape;3360;p285"/>
          <p:cNvSpPr/>
          <p:nvPr/>
        </p:nvSpPr>
        <p:spPr>
          <a:xfrm>
            <a:off x="5776325" y="843488"/>
            <a:ext cx="2883900" cy="986700"/>
          </a:xfrm>
          <a:prstGeom prst="snip2DiagRect">
            <a:avLst>
              <a:gd fmla="val 344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61" name="Google Shape;3361;p285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Company Name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62" name="Google Shape;3362;p285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Week</a:t>
            </a:r>
            <a:endParaRPr/>
          </a:p>
        </p:txBody>
      </p:sp>
      <p:sp>
        <p:nvSpPr>
          <p:cNvPr id="3363" name="Google Shape;3363;p285"/>
          <p:cNvSpPr txBox="1"/>
          <p:nvPr>
            <p:ph idx="2" type="subTitle"/>
          </p:nvPr>
        </p:nvSpPr>
        <p:spPr>
          <a:xfrm>
            <a:off x="4684275" y="658438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Point 1</a:t>
            </a:r>
            <a:endParaRPr sz="1600"/>
          </a:p>
        </p:txBody>
      </p:sp>
      <p:sp>
        <p:nvSpPr>
          <p:cNvPr id="3364" name="Google Shape;3364;p285"/>
          <p:cNvSpPr txBox="1"/>
          <p:nvPr>
            <p:ph idx="3" type="subTitle"/>
          </p:nvPr>
        </p:nvSpPr>
        <p:spPr>
          <a:xfrm>
            <a:off x="6205200" y="843488"/>
            <a:ext cx="2154300" cy="98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Assess</a:t>
            </a:r>
            <a:r>
              <a:rPr lang="en" sz="1700"/>
              <a:t> the compute using </a:t>
            </a:r>
            <a:r>
              <a:rPr lang="en" sz="1700"/>
              <a:t>existing</a:t>
            </a:r>
            <a:r>
              <a:rPr lang="en" sz="1700"/>
              <a:t> benchmarks (PTS)</a:t>
            </a:r>
            <a:endParaRPr sz="1700"/>
          </a:p>
        </p:txBody>
      </p:sp>
      <p:pic>
        <p:nvPicPr>
          <p:cNvPr id="3365" name="Google Shape;3365;p2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450" y="1265300"/>
            <a:ext cx="4108750" cy="3014699"/>
          </a:xfrm>
          <a:prstGeom prst="rect">
            <a:avLst/>
          </a:prstGeom>
          <a:noFill/>
          <a:ln>
            <a:noFill/>
          </a:ln>
        </p:spPr>
      </p:pic>
      <p:sp>
        <p:nvSpPr>
          <p:cNvPr id="3366" name="Google Shape;3366;p285"/>
          <p:cNvSpPr/>
          <p:nvPr/>
        </p:nvSpPr>
        <p:spPr>
          <a:xfrm>
            <a:off x="4464825" y="1898913"/>
            <a:ext cx="1312500" cy="4551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67" name="Google Shape;3367;p285"/>
          <p:cNvSpPr/>
          <p:nvPr/>
        </p:nvSpPr>
        <p:spPr>
          <a:xfrm>
            <a:off x="5776325" y="2146513"/>
            <a:ext cx="2883900" cy="986700"/>
          </a:xfrm>
          <a:prstGeom prst="snip2DiagRect">
            <a:avLst>
              <a:gd fmla="val 344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68" name="Google Shape;3368;p285"/>
          <p:cNvSpPr txBox="1"/>
          <p:nvPr>
            <p:ph idx="2" type="subTitle"/>
          </p:nvPr>
        </p:nvSpPr>
        <p:spPr>
          <a:xfrm>
            <a:off x="4684275" y="1961463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Point 2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3369" name="Google Shape;3369;p285"/>
          <p:cNvSpPr txBox="1"/>
          <p:nvPr>
            <p:ph idx="3" type="subTitle"/>
          </p:nvPr>
        </p:nvSpPr>
        <p:spPr>
          <a:xfrm>
            <a:off x="6205200" y="2146513"/>
            <a:ext cx="2154300" cy="98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Measure system utilization of exporter using script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3370" name="Google Shape;3370;p285"/>
          <p:cNvSpPr/>
          <p:nvPr/>
        </p:nvSpPr>
        <p:spPr>
          <a:xfrm>
            <a:off x="4464825" y="3079763"/>
            <a:ext cx="1312500" cy="4551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71" name="Google Shape;3371;p285"/>
          <p:cNvSpPr/>
          <p:nvPr/>
        </p:nvSpPr>
        <p:spPr>
          <a:xfrm>
            <a:off x="5776325" y="3327363"/>
            <a:ext cx="2883900" cy="986700"/>
          </a:xfrm>
          <a:prstGeom prst="snip2DiagRect">
            <a:avLst>
              <a:gd fmla="val 344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72" name="Google Shape;3372;p285"/>
          <p:cNvSpPr txBox="1"/>
          <p:nvPr>
            <p:ph idx="2" type="subTitle"/>
          </p:nvPr>
        </p:nvSpPr>
        <p:spPr>
          <a:xfrm>
            <a:off x="4684275" y="3142313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Point 3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3373" name="Google Shape;3373;p285"/>
          <p:cNvSpPr txBox="1"/>
          <p:nvPr>
            <p:ph idx="3" type="subTitle"/>
          </p:nvPr>
        </p:nvSpPr>
        <p:spPr>
          <a:xfrm>
            <a:off x="6205200" y="3327363"/>
            <a:ext cx="2154300" cy="98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Conduct stress tests on the GPU and CPU on different load %s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7" name="Shape 3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8" name="Google Shape;3378;p286"/>
          <p:cNvPicPr preferRelativeResize="0"/>
          <p:nvPr/>
        </p:nvPicPr>
        <p:blipFill rotWithShape="1">
          <a:blip r:embed="rId3">
            <a:alphaModFix amt="10000"/>
          </a:blip>
          <a:srcRect b="19824" l="1069" r="80230" t="14704"/>
          <a:stretch/>
        </p:blipFill>
        <p:spPr>
          <a:xfrm>
            <a:off x="2808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3379" name="Google Shape;3379;p286"/>
          <p:cNvPicPr preferRelativeResize="0"/>
          <p:nvPr/>
        </p:nvPicPr>
        <p:blipFill rotWithShape="1">
          <a:blip r:embed="rId3">
            <a:alphaModFix amt="10000"/>
          </a:blip>
          <a:srcRect b="19824" l="1069" r="80230" t="14704"/>
          <a:stretch/>
        </p:blipFill>
        <p:spPr>
          <a:xfrm>
            <a:off x="20186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3380" name="Google Shape;3380;p286"/>
          <p:cNvPicPr preferRelativeResize="0"/>
          <p:nvPr/>
        </p:nvPicPr>
        <p:blipFill rotWithShape="1">
          <a:blip r:embed="rId3">
            <a:alphaModFix amt="10000"/>
          </a:blip>
          <a:srcRect b="19824" l="1069" r="80230" t="14704"/>
          <a:stretch/>
        </p:blipFill>
        <p:spPr>
          <a:xfrm>
            <a:off x="37564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sp>
        <p:nvSpPr>
          <p:cNvPr id="3381" name="Google Shape;3381;p286"/>
          <p:cNvSpPr/>
          <p:nvPr/>
        </p:nvSpPr>
        <p:spPr>
          <a:xfrm>
            <a:off x="446761" y="1919375"/>
            <a:ext cx="514500" cy="514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382" name="Google Shape;3382;p286"/>
          <p:cNvSpPr/>
          <p:nvPr/>
        </p:nvSpPr>
        <p:spPr>
          <a:xfrm>
            <a:off x="491620" y="1964234"/>
            <a:ext cx="424800" cy="42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3383" name="Google Shape;3383;p286"/>
          <p:cNvGrpSpPr/>
          <p:nvPr/>
        </p:nvGrpSpPr>
        <p:grpSpPr>
          <a:xfrm>
            <a:off x="2196150" y="1919375"/>
            <a:ext cx="514500" cy="514500"/>
            <a:chOff x="2196150" y="1919375"/>
            <a:chExt cx="514500" cy="514500"/>
          </a:xfrm>
        </p:grpSpPr>
        <p:sp>
          <p:nvSpPr>
            <p:cNvPr id="3384" name="Google Shape;3384;p286"/>
            <p:cNvSpPr/>
            <p:nvPr/>
          </p:nvSpPr>
          <p:spPr>
            <a:xfrm>
              <a:off x="219615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385" name="Google Shape;3385;p286"/>
            <p:cNvSpPr/>
            <p:nvPr/>
          </p:nvSpPr>
          <p:spPr>
            <a:xfrm>
              <a:off x="224100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</a:t>
              </a:r>
              <a:endParaRPr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3386" name="Google Shape;3386;p286"/>
          <p:cNvGrpSpPr/>
          <p:nvPr/>
        </p:nvGrpSpPr>
        <p:grpSpPr>
          <a:xfrm>
            <a:off x="3936800" y="1919375"/>
            <a:ext cx="514500" cy="514500"/>
            <a:chOff x="3936800" y="1919375"/>
            <a:chExt cx="514500" cy="514500"/>
          </a:xfrm>
        </p:grpSpPr>
        <p:sp>
          <p:nvSpPr>
            <p:cNvPr id="3387" name="Google Shape;3387;p286"/>
            <p:cNvSpPr/>
            <p:nvPr/>
          </p:nvSpPr>
          <p:spPr>
            <a:xfrm>
              <a:off x="393680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388" name="Google Shape;3388;p286"/>
            <p:cNvSpPr/>
            <p:nvPr/>
          </p:nvSpPr>
          <p:spPr>
            <a:xfrm>
              <a:off x="398165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3</a:t>
              </a:r>
              <a:endParaRPr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3389" name="Google Shape;3389;p28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Key capabilities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90" name="Google Shape;3390;p286"/>
          <p:cNvSpPr txBox="1"/>
          <p:nvPr>
            <p:ph idx="6" type="body"/>
          </p:nvPr>
        </p:nvSpPr>
        <p:spPr>
          <a:xfrm>
            <a:off x="421311" y="2975800"/>
            <a:ext cx="13374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IBM Plex Sans"/>
                <a:ea typeface="IBM Plex Sans"/>
                <a:cs typeface="IBM Plex Sans"/>
                <a:sym typeface="IBM Plex Sans"/>
              </a:rPr>
              <a:t>Observe progressive  GPU overload using Ollama and requests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91" name="Google Shape;3391;p286"/>
          <p:cNvSpPr txBox="1"/>
          <p:nvPr>
            <p:ph idx="8" type="body"/>
          </p:nvPr>
        </p:nvSpPr>
        <p:spPr>
          <a:xfrm>
            <a:off x="3903300" y="3136425"/>
            <a:ext cx="13374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"/>
                <a:ea typeface="IBM Plex Sans"/>
                <a:cs typeface="IBM Plex Sans"/>
                <a:sym typeface="IBM Plex Sans"/>
              </a:rPr>
              <a:t>Develop and train an ML model</a:t>
            </a:r>
            <a:endParaRPr sz="16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92" name="Google Shape;3392;p286"/>
          <p:cNvSpPr txBox="1"/>
          <p:nvPr>
            <p:ph idx="6" type="body"/>
          </p:nvPr>
        </p:nvSpPr>
        <p:spPr>
          <a:xfrm>
            <a:off x="2161711" y="3052000"/>
            <a:ext cx="13374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IBM Plex Sans"/>
                <a:ea typeface="IBM Plex Sans"/>
                <a:cs typeface="IBM Plex Sans"/>
                <a:sym typeface="IBM Plex Sans"/>
              </a:rPr>
              <a:t>Deviate actual benchmark # based on </a:t>
            </a:r>
            <a:r>
              <a:rPr lang="en" sz="1500">
                <a:latin typeface="IBM Plex Sans"/>
                <a:ea typeface="IBM Plex Sans"/>
                <a:cs typeface="IBM Plex Sans"/>
                <a:sym typeface="IBM Plex Sans"/>
              </a:rPr>
              <a:t>performance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393" name="Google Shape;3393;p2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0000" y="360925"/>
            <a:ext cx="3626250" cy="4324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3397" name="Shape 3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8" name="Google Shape;3398;p287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3399" name="Google Shape;3399;p287"/>
          <p:cNvSpPr txBox="1"/>
          <p:nvPr>
            <p:ph idx="4" type="body"/>
          </p:nvPr>
        </p:nvSpPr>
        <p:spPr>
          <a:xfrm>
            <a:off x="6772321" y="4573625"/>
            <a:ext cx="19476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Grade 5</a:t>
            </a:r>
            <a:endParaRPr/>
          </a:p>
        </p:txBody>
      </p:sp>
      <p:pic>
        <p:nvPicPr>
          <p:cNvPr id="3400" name="Google Shape;3400;p2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00" y="467475"/>
            <a:ext cx="2949795" cy="17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1" name="Google Shape;3401;p2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600" y="2921975"/>
            <a:ext cx="2752750" cy="165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2" name="Google Shape;3402;p2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6545" y="347000"/>
            <a:ext cx="1985063" cy="17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3" name="Google Shape;3403;p2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2712" y="2865525"/>
            <a:ext cx="2352725" cy="176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Assignment #2">
  <a:themeElements>
    <a:clrScheme name="Simple Light">
      <a:dk1>
        <a:srgbClr val="000000"/>
      </a:dk1>
      <a:lt1>
        <a:srgbClr val="FCF9F6"/>
      </a:lt1>
      <a:dk2>
        <a:srgbClr val="DE7E5D"/>
      </a:dk2>
      <a:lt2>
        <a:srgbClr val="FFB185"/>
      </a:lt2>
      <a:accent1>
        <a:srgbClr val="FFE5D6"/>
      </a:accent1>
      <a:accent2>
        <a:srgbClr val="FFCCAF"/>
      </a:accent2>
      <a:accent3>
        <a:srgbClr val="CAF0F8"/>
      </a:accent3>
      <a:accent4>
        <a:srgbClr val="00B4D8"/>
      </a:accent4>
      <a:accent5>
        <a:srgbClr val="0077B6"/>
      </a:accent5>
      <a:accent6>
        <a:srgbClr val="03045E"/>
      </a:accent6>
      <a:hlink>
        <a:srgbClr val="001D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