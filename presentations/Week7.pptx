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22" r:id="rId3"/>
    <p:sldMasterId id="2147483923" r:id="rId4"/>
    <p:sldMasterId id="2147483924" r:id="rId5"/>
    <p:sldMasterId id="2147483925" r:id="rId6"/>
    <p:sldMasterId id="2147483926" r:id="rId7"/>
    <p:sldMasterId id="2147483927" r:id="rId8"/>
    <p:sldMasterId id="214748392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y="5143500" cx="9144000"/>
  <p:notesSz cx="6858000" cy="9144000"/>
  <p:embeddedFontLst>
    <p:embeddedFont>
      <p:font typeface="Anton"/>
      <p:regular r:id="rId17"/>
    </p:embeddedFont>
    <p:embeddedFont>
      <p:font typeface="Red Hat Display SemiBold"/>
      <p:regular r:id="rId18"/>
      <p:bold r:id="rId19"/>
      <p:italic r:id="rId20"/>
      <p:boldItalic r:id="rId21"/>
    </p:embeddedFont>
    <p:embeddedFont>
      <p:font typeface="Lexend Light"/>
      <p:regular r:id="rId22"/>
      <p:bold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anrope SemiBold"/>
      <p:regular r:id="rId28"/>
      <p:bold r:id="rId29"/>
    </p:embeddedFont>
    <p:embeddedFont>
      <p:font typeface="Manrope"/>
      <p:regular r:id="rId30"/>
      <p:bold r:id="rId31"/>
    </p:embeddedFont>
    <p:embeddedFont>
      <p:font typeface="Red Hat Display Medium"/>
      <p:regular r:id="rId32"/>
      <p:bold r:id="rId33"/>
      <p:italic r:id="rId34"/>
      <p:boldItalic r:id="rId35"/>
    </p:embeddedFont>
    <p:embeddedFont>
      <p:font typeface="Urbanist SemiBold"/>
      <p:regular r:id="rId36"/>
      <p:bold r:id="rId37"/>
      <p:italic r:id="rId38"/>
      <p:boldItalic r:id="rId39"/>
    </p:embeddedFont>
    <p:embeddedFont>
      <p:font typeface="Manrope ExtraBold"/>
      <p:bold r:id="rId40"/>
    </p:embeddedFont>
    <p:embeddedFont>
      <p:font typeface="Lexend"/>
      <p:regular r:id="rId41"/>
      <p:bold r:id="rId42"/>
    </p:embeddedFont>
    <p:embeddedFont>
      <p:font typeface="Manrope Light"/>
      <p:regular r:id="rId43"/>
      <p:bold r:id="rId44"/>
    </p:embeddedFont>
    <p:embeddedFont>
      <p:font typeface="Spline Sans"/>
      <p:regular r:id="rId45"/>
      <p:bold r:id="rId46"/>
    </p:embeddedFont>
    <p:embeddedFont>
      <p:font typeface="IBM Plex Sans"/>
      <p:regular r:id="rId47"/>
      <p:bold r:id="rId48"/>
      <p:italic r:id="rId49"/>
      <p:boldItalic r:id="rId50"/>
    </p:embeddedFont>
    <p:embeddedFont>
      <p:font typeface="Arimo"/>
      <p:regular r:id="rId51"/>
      <p:bold r:id="rId52"/>
      <p:italic r:id="rId53"/>
      <p:boldItalic r:id="rId54"/>
    </p:embeddedFont>
    <p:embeddedFont>
      <p:font typeface="Arimo SemiBold"/>
      <p:regular r:id="rId55"/>
      <p:bold r:id="rId56"/>
      <p:italic r:id="rId57"/>
      <p:boldItalic r:id="rId58"/>
    </p:embeddedFont>
    <p:embeddedFont>
      <p:font typeface="Montserrat"/>
      <p:regular r:id="rId59"/>
      <p:bold r:id="rId60"/>
      <p:italic r:id="rId61"/>
      <p:boldItalic r:id="rId62"/>
    </p:embeddedFont>
    <p:embeddedFont>
      <p:font typeface="Montserrat Medium"/>
      <p:regular r:id="rId63"/>
      <p:bold r:id="rId64"/>
      <p:italic r:id="rId65"/>
      <p:boldItalic r:id="rId66"/>
    </p:embeddedFont>
    <p:embeddedFont>
      <p:font typeface="Urbanist Medium"/>
      <p:regular r:id="rId67"/>
      <p:bold r:id="rId68"/>
      <p:italic r:id="rId69"/>
      <p:boldItalic r:id="rId70"/>
    </p:embeddedFont>
    <p:embeddedFont>
      <p:font typeface="Urbanist"/>
      <p:regular r:id="rId71"/>
      <p:bold r:id="rId72"/>
      <p:italic r:id="rId73"/>
      <p:boldItalic r:id="rId74"/>
    </p:embeddedFont>
    <p:embeddedFont>
      <p:font typeface="Manrope Medium"/>
      <p:regular r:id="rId75"/>
      <p:bold r:id="rId76"/>
    </p:embeddedFont>
    <p:embeddedFont>
      <p:font typeface="Red Hat Display"/>
      <p:regular r:id="rId77"/>
      <p:bold r:id="rId78"/>
      <p:italic r:id="rId79"/>
      <p:boldItalic r:id="rId80"/>
    </p:embeddedFont>
    <p:embeddedFont>
      <p:font typeface="Arimo Medium"/>
      <p:regular r:id="rId81"/>
      <p:bold r:id="rId82"/>
      <p:italic r:id="rId83"/>
      <p:boldItalic r:id="rId84"/>
    </p:embeddedFont>
    <p:embeddedFont>
      <p:font typeface="Montserrat ExtraBold"/>
      <p:bold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ExtraBold-bold.fntdata"/><Relationship Id="rId84" Type="http://schemas.openxmlformats.org/officeDocument/2006/relationships/font" Target="fonts/ArimoMedium-boldItalic.fntdata"/><Relationship Id="rId83" Type="http://schemas.openxmlformats.org/officeDocument/2006/relationships/font" Target="fonts/ArimoMedium-italic.fntdata"/><Relationship Id="rId42" Type="http://schemas.openxmlformats.org/officeDocument/2006/relationships/font" Target="fonts/Lexend-bold.fntdata"/><Relationship Id="rId86" Type="http://schemas.openxmlformats.org/officeDocument/2006/relationships/font" Target="fonts/MontserratExtraBold-boldItalic.fntdata"/><Relationship Id="rId41" Type="http://schemas.openxmlformats.org/officeDocument/2006/relationships/font" Target="fonts/Lexend-regular.fntdata"/><Relationship Id="rId85" Type="http://schemas.openxmlformats.org/officeDocument/2006/relationships/font" Target="fonts/MontserratExtraBold-bold.fntdata"/><Relationship Id="rId44" Type="http://schemas.openxmlformats.org/officeDocument/2006/relationships/font" Target="fonts/ManropeLight-bold.fntdata"/><Relationship Id="rId43" Type="http://schemas.openxmlformats.org/officeDocument/2006/relationships/font" Target="fonts/ManropeLight-regular.fntdata"/><Relationship Id="rId46" Type="http://schemas.openxmlformats.org/officeDocument/2006/relationships/font" Target="fonts/SplineSans-bold.fntdata"/><Relationship Id="rId45" Type="http://schemas.openxmlformats.org/officeDocument/2006/relationships/font" Target="fonts/SplineSans-regular.fntdata"/><Relationship Id="rId80" Type="http://schemas.openxmlformats.org/officeDocument/2006/relationships/font" Target="fonts/RedHatDisplay-boldItalic.fntdata"/><Relationship Id="rId82" Type="http://schemas.openxmlformats.org/officeDocument/2006/relationships/font" Target="fonts/ArimoMedium-bold.fntdata"/><Relationship Id="rId81" Type="http://schemas.openxmlformats.org/officeDocument/2006/relationships/font" Target="fonts/ArimoMedium-regular.fntdata"/><Relationship Id="rId1" Type="http://schemas.openxmlformats.org/officeDocument/2006/relationships/theme" Target="theme/theme6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font" Target="fonts/IBMPlexSans-bold.fntdata"/><Relationship Id="rId47" Type="http://schemas.openxmlformats.org/officeDocument/2006/relationships/font" Target="fonts/IBMPlexSans-regular.fntdata"/><Relationship Id="rId49" Type="http://schemas.openxmlformats.org/officeDocument/2006/relationships/font" Target="fonts/IBMPlexSans-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73" Type="http://schemas.openxmlformats.org/officeDocument/2006/relationships/font" Target="fonts/Urbanist-italic.fntdata"/><Relationship Id="rId72" Type="http://schemas.openxmlformats.org/officeDocument/2006/relationships/font" Target="fonts/Urbanist-bold.fntdata"/><Relationship Id="rId31" Type="http://schemas.openxmlformats.org/officeDocument/2006/relationships/font" Target="fonts/Manrope-bold.fntdata"/><Relationship Id="rId75" Type="http://schemas.openxmlformats.org/officeDocument/2006/relationships/font" Target="fonts/ManropeMedium-regular.fntdata"/><Relationship Id="rId30" Type="http://schemas.openxmlformats.org/officeDocument/2006/relationships/font" Target="fonts/Manrope-regular.fntdata"/><Relationship Id="rId74" Type="http://schemas.openxmlformats.org/officeDocument/2006/relationships/font" Target="fonts/Urbanist-boldItalic.fntdata"/><Relationship Id="rId33" Type="http://schemas.openxmlformats.org/officeDocument/2006/relationships/font" Target="fonts/RedHatDisplayMedium-bold.fntdata"/><Relationship Id="rId77" Type="http://schemas.openxmlformats.org/officeDocument/2006/relationships/font" Target="fonts/RedHatDisplay-regular.fntdata"/><Relationship Id="rId32" Type="http://schemas.openxmlformats.org/officeDocument/2006/relationships/font" Target="fonts/RedHatDisplayMedium-regular.fntdata"/><Relationship Id="rId76" Type="http://schemas.openxmlformats.org/officeDocument/2006/relationships/font" Target="fonts/ManropeMedium-bold.fntdata"/><Relationship Id="rId35" Type="http://schemas.openxmlformats.org/officeDocument/2006/relationships/font" Target="fonts/RedHatDisplayMedium-boldItalic.fntdata"/><Relationship Id="rId79" Type="http://schemas.openxmlformats.org/officeDocument/2006/relationships/font" Target="fonts/RedHatDisplay-italic.fntdata"/><Relationship Id="rId34" Type="http://schemas.openxmlformats.org/officeDocument/2006/relationships/font" Target="fonts/RedHatDisplayMedium-italic.fntdata"/><Relationship Id="rId78" Type="http://schemas.openxmlformats.org/officeDocument/2006/relationships/font" Target="fonts/RedHatDisplay-bold.fntdata"/><Relationship Id="rId71" Type="http://schemas.openxmlformats.org/officeDocument/2006/relationships/font" Target="fonts/Urbanist-regular.fntdata"/><Relationship Id="rId70" Type="http://schemas.openxmlformats.org/officeDocument/2006/relationships/font" Target="fonts/UrbanistMedium-boldItalic.fntdata"/><Relationship Id="rId37" Type="http://schemas.openxmlformats.org/officeDocument/2006/relationships/font" Target="fonts/UrbanistSemiBold-bold.fntdata"/><Relationship Id="rId36" Type="http://schemas.openxmlformats.org/officeDocument/2006/relationships/font" Target="fonts/UrbanistSemiBold-regular.fntdata"/><Relationship Id="rId39" Type="http://schemas.openxmlformats.org/officeDocument/2006/relationships/font" Target="fonts/UrbanistSemiBold-boldItalic.fntdata"/><Relationship Id="rId38" Type="http://schemas.openxmlformats.org/officeDocument/2006/relationships/font" Target="fonts/UrbanistSemiBold-italic.fntdata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font" Target="fonts/RedHatDisplaySemiBold-italic.fntdata"/><Relationship Id="rId64" Type="http://schemas.openxmlformats.org/officeDocument/2006/relationships/font" Target="fonts/MontserratMedium-bold.fntdata"/><Relationship Id="rId63" Type="http://schemas.openxmlformats.org/officeDocument/2006/relationships/font" Target="fonts/MontserratMedium-regular.fntdata"/><Relationship Id="rId22" Type="http://schemas.openxmlformats.org/officeDocument/2006/relationships/font" Target="fonts/LexendLight-regular.fntdata"/><Relationship Id="rId66" Type="http://schemas.openxmlformats.org/officeDocument/2006/relationships/font" Target="fonts/MontserratMedium-boldItalic.fntdata"/><Relationship Id="rId21" Type="http://schemas.openxmlformats.org/officeDocument/2006/relationships/font" Target="fonts/RedHatDisplaySemiBold-boldItalic.fntdata"/><Relationship Id="rId65" Type="http://schemas.openxmlformats.org/officeDocument/2006/relationships/font" Target="fonts/MontserratMedium-italic.fntdata"/><Relationship Id="rId24" Type="http://schemas.openxmlformats.org/officeDocument/2006/relationships/font" Target="fonts/Inter-regular.fntdata"/><Relationship Id="rId68" Type="http://schemas.openxmlformats.org/officeDocument/2006/relationships/font" Target="fonts/UrbanistMedium-bold.fntdata"/><Relationship Id="rId23" Type="http://schemas.openxmlformats.org/officeDocument/2006/relationships/font" Target="fonts/LexendLight-bold.fntdata"/><Relationship Id="rId67" Type="http://schemas.openxmlformats.org/officeDocument/2006/relationships/font" Target="fonts/UrbanistMedium-regular.fntdata"/><Relationship Id="rId60" Type="http://schemas.openxmlformats.org/officeDocument/2006/relationships/font" Target="fonts/Montserrat-bold.fntdata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69" Type="http://schemas.openxmlformats.org/officeDocument/2006/relationships/font" Target="fonts/UrbanistMedium-italic.fntdata"/><Relationship Id="rId28" Type="http://schemas.openxmlformats.org/officeDocument/2006/relationships/font" Target="fonts/ManropeSemiBold-regular.fntdata"/><Relationship Id="rId27" Type="http://schemas.openxmlformats.org/officeDocument/2006/relationships/font" Target="fonts/Inter-boldItalic.fntdata"/><Relationship Id="rId29" Type="http://schemas.openxmlformats.org/officeDocument/2006/relationships/font" Target="fonts/ManropeSemiBold-bold.fntdata"/><Relationship Id="rId51" Type="http://schemas.openxmlformats.org/officeDocument/2006/relationships/font" Target="fonts/Arimo-regular.fntdata"/><Relationship Id="rId50" Type="http://schemas.openxmlformats.org/officeDocument/2006/relationships/font" Target="fonts/IBMPlexSans-boldItalic.fntdata"/><Relationship Id="rId53" Type="http://schemas.openxmlformats.org/officeDocument/2006/relationships/font" Target="fonts/Arimo-italic.fntdata"/><Relationship Id="rId52" Type="http://schemas.openxmlformats.org/officeDocument/2006/relationships/font" Target="fonts/Arimo-bold.fntdata"/><Relationship Id="rId11" Type="http://schemas.openxmlformats.org/officeDocument/2006/relationships/slide" Target="slides/slide1.xml"/><Relationship Id="rId55" Type="http://schemas.openxmlformats.org/officeDocument/2006/relationships/font" Target="fonts/ArimoSemiBold-regular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Arimo-boldItalic.fntdata"/><Relationship Id="rId13" Type="http://schemas.openxmlformats.org/officeDocument/2006/relationships/slide" Target="slides/slide3.xml"/><Relationship Id="rId57" Type="http://schemas.openxmlformats.org/officeDocument/2006/relationships/font" Target="fonts/ArimoSemiBold-italic.fntdata"/><Relationship Id="rId12" Type="http://schemas.openxmlformats.org/officeDocument/2006/relationships/slide" Target="slides/slide2.xml"/><Relationship Id="rId56" Type="http://schemas.openxmlformats.org/officeDocument/2006/relationships/font" Target="fonts/ArimoSemiBold-bold.fntdata"/><Relationship Id="rId15" Type="http://schemas.openxmlformats.org/officeDocument/2006/relationships/slide" Target="slides/slide5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4.xml"/><Relationship Id="rId58" Type="http://schemas.openxmlformats.org/officeDocument/2006/relationships/font" Target="fonts/ArimoSemiBold-boldItalic.fntdata"/><Relationship Id="rId17" Type="http://schemas.openxmlformats.org/officeDocument/2006/relationships/font" Target="fonts/Anton-regular.fntdata"/><Relationship Id="rId16" Type="http://schemas.openxmlformats.org/officeDocument/2006/relationships/slide" Target="slides/slide6.xml"/><Relationship Id="rId19" Type="http://schemas.openxmlformats.org/officeDocument/2006/relationships/font" Target="fonts/RedHatDisplaySemiBold-bold.fntdata"/><Relationship Id="rId18" Type="http://schemas.openxmlformats.org/officeDocument/2006/relationships/font" Target="fonts/RedHatDisplay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3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g36295be866c_0_6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5" name="Google Shape;3325;g36295be866c_0_6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g36295be866c_0_6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4" name="Google Shape;3334;g36295be866c_0_6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g36295be866c_0_6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6" name="Google Shape;3346;g36295be866c_0_6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g36295be866c_0_6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7" name="Google Shape;3357;g36295be866c_0_6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g36295be866c_0_6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4" name="Google Shape;3374;g36295be866c_0_6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g36295be866c_0_7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4" name="Google Shape;3394;g36295be866c_0_7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0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4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64" name="Google Shape;164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7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0" name="Google Shape;170;p3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5" name="Google Shape;175;p3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0" name="Google Shape;180;p40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4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4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4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41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41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41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4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4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4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41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2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42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42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42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4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4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4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3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02" name="Google Shape;202;p43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3" name="Google Shape;203;p4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4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3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4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44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4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4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45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45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8" name="Google Shape;218;p45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45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0" name="Google Shape;220;p45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1" name="Google Shape;221;p45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2" name="Google Shape;222;p45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3" name="Google Shape;223;p45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4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4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4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46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0" name="Google Shape;230;p46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46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7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4" name="Google Shape;234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47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47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47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47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41" name="Google Shape;241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48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48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48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48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48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49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49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49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2" name="Google Shape;252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4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0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5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5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50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50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2" name="Google Shape;262;p50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50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4" name="Google Shape;264;p50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50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6" name="Google Shape;266;p50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50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8" name="Google Shape;268;p50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1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1" name="Google Shape;271;p51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2" name="Google Shape;272;p51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3" name="Google Shape;273;p51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51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5" name="Google Shape;275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51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51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51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9" name="Google Shape;279;p51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51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1" name="Google Shape;281;p51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2" name="Google Shape;282;p51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2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5" name="Google Shape;285;p52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6" name="Google Shape;286;p52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7" name="Google Shape;287;p52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52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52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52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52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52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3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7" name="Google Shape;297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53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0" name="Google Shape;300;p53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1" name="Google Shape;301;p53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4" name="Google Shape;304;p54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5" name="Google Shape;305;p54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6" name="Google Shape;306;p5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07" name="Google Shape;307;p5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4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0" name="Google Shape;310;p54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1" name="Google Shape;311;p54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2" name="Google Shape;312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5" name="Google Shape;315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5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55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5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" name="Google Shape;319;p5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55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1" name="Google Shape;321;p55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55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3" name="Google Shape;323;p55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4" name="Google Shape;324;p55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6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6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6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6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6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56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5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56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56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56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56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9" name="Google Shape;339;p56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56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56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7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57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47" name="Google Shape;347;p57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57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7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57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1" name="Google Shape;351;p57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57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7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57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5" name="Google Shape;355;p57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57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57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57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9" name="Google Shape;359;p57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7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57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7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6" name="Google Shape;366;p58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67" name="Google Shape;367;p58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8" name="Google Shape;368;p58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69" name="Google Shape;369;p58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0" name="Google Shape;370;p58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1" name="Google Shape;371;p58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2" name="Google Shape;372;p58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3" name="Google Shape;373;p58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4" name="Google Shape;374;p58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5" name="Google Shape;375;p58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6" name="Google Shape;376;p58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7" name="Google Shape;377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8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58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58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8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8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8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8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8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8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9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9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9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9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9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9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5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5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59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59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60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02" name="Google Shape;402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6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6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60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8" name="Google Shape;408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2" name="Google Shape;422;p6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7" name="Google Shape;427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8" name="Google Shape;428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3" name="Google Shape;433;p7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7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8" name="Google Shape;438;p7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9" name="Google Shape;439;p7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7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7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7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7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6" name="Google Shape;446;p7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9" name="Google Shape;449;p7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7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7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7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7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7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7" name="Google Shape;457;p7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7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7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7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3" name="Google Shape;463;p7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4" name="Google Shape;464;p7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7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7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7" name="Google Shape;467;p7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7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9" name="Google Shape;469;p7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0" name="Google Shape;470;p7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7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7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7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7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7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7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4" name="Google Shape;484;p7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7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7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7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7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7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1" name="Google Shape;491;p7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2" name="Google Shape;492;p7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8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8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8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8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8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8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8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8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8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83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83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3" name="Google Shape;513;p8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4" name="Google Shape;514;p8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5" name="Google Shape;515;p8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6" name="Google Shape;516;p8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7" name="Google Shape;517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8" name="Google Shape;518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9" name="Google Shape;519;p8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0" name="Google Shape;520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8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2" name="Google Shape;522;p8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3" name="Google Shape;523;p8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4" name="Google Shape;524;p8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4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527" name="Google Shape;527;p8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8" name="Google Shape;528;p8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9" name="Google Shape;529;p8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0" name="Google Shape;530;p8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1" name="Google Shape;53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2" name="Google Shape;53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33" name="Google Shape;53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6" name="Google Shape;536;p85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7" name="Google Shape;537;p8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8" name="Google Shape;538;p8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9" name="Google Shape;539;p8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0" name="Google Shape;540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1" name="Google Shape;541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42" name="Google Shape;542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85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4" name="Google Shape;544;p85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5" name="Google Shape;545;p85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6" name="Google Shape;546;p85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7" name="Google Shape;547;p85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8" name="Google Shape;548;p85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6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86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52" name="Google Shape;552;p86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53" name="Google Shape;553;p86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54" name="Google Shape;554;p86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5" name="Google Shape;555;p86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6" name="Google Shape;556;p86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7" name="Google Shape;557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8" name="Google Shape;558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59" name="Google Shape;559;p86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86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86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7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5" name="Google Shape;565;p87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87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87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87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69" name="Google Shape;569;p8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0" name="Google Shape;570;p8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1" name="Google Shape;571;p8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2" name="Google Shape;572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4" name="Google Shape;574;p87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75" name="Google Shape;575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88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8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9" name="Google Shape;579;p8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0" name="Google Shape;580;p8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1" name="Google Shape;581;p88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82" name="Google Shape;582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88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4" name="Google Shape;584;p88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5" name="Google Shape;585;p88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6" name="Google Shape;586;p88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7" name="Google Shape;587;p88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8" name="Google Shape;588;p88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9" name="Google Shape;589;p88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88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88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2" name="Google Shape;592;p88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3" name="Google Shape;593;p88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4" name="Google Shape;594;p88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5" name="Google Shape;595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6" name="Google Shape;596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9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99" name="Google Shape;599;p89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0" name="Google Shape;600;p8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1" name="Google Shape;601;p8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2" name="Google Shape;602;p8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3" name="Google Shape;603;p89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4" name="Google Shape;604;p89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5" name="Google Shape;605;p89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06" name="Google Shape;606;p89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7" name="Google Shape;607;p89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8" name="Google Shape;608;p89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09" name="Google Shape;609;p89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0" name="Google Shape;610;p89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1" name="Google Shape;611;p89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2" name="Google Shape;612;p89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3" name="Google Shape;613;p89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4" name="Google Shape;614;p89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5" name="Google Shape;615;p89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6" name="Google Shape;616;p89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7" name="Google Shape;617;p89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8" name="Google Shape;618;p89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9" name="Google Shape;619;p89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620" name="Google Shape;62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2" name="Google Shape;62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0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90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626" name="Google Shape;626;p90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7" name="Google Shape;627;p9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8" name="Google Shape;628;p9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9" name="Google Shape;629;p9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30" name="Google Shape;630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9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5" name="Google Shape;635;p9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6" name="Google Shape;636;p9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637" name="Google Shape;637;p91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638" name="Google Shape;638;p91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39" name="Google Shape;639;p91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640" name="Google Shape;640;p9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9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42" name="Google Shape;642;p91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43" name="Google Shape;643;p91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4" name="Google Shape;644;p91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5" name="Google Shape;645;p91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46" name="Google Shape;646;p91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47" name="Google Shape;647;p91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8" name="Google Shape;648;p91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9" name="Google Shape;649;p91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50" name="Google Shape;650;p91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51" name="Google Shape;651;p91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2" name="Google Shape;652;p91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3" name="Google Shape;653;p91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54" name="Google Shape;654;p91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55" name="Google Shape;655;p91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6" name="Google Shape;656;p91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7" name="Google Shape;657;p91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658" name="Google Shape;65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" name="Google Shape;659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0" name="Google Shape;660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662" name="Google Shape;662;p92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3" name="Google Shape;663;p92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4" name="Google Shape;664;p9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5" name="Google Shape;665;p9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6" name="Google Shape;666;p9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7" name="Google Shape;667;p92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68" name="Google Shape;668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92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92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2" name="Google Shape;672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75" name="Google Shape;675;p93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676" name="Google Shape;676;p9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7" name="Google Shape;677;p9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8" name="Google Shape;678;p9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9" name="Google Shape;679;p93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0" name="Google Shape;680;p93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681" name="Google Shape;681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3" name="Google Shape;683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4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6" name="Google Shape;686;p94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7" name="Google Shape;687;p94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8" name="Google Shape;688;p94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9" name="Google Shape;689;p94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0" name="Google Shape;690;p94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1" name="Google Shape;691;p94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2" name="Google Shape;692;p94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3" name="Google Shape;693;p94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4" name="Google Shape;694;p94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5" name="Google Shape;695;p94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6" name="Google Shape;696;p94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97" name="Google Shape;697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8" name="Google Shape;698;p94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99" name="Google Shape;699;p94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94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1" name="Google Shape;70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5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705" name="Google Shape;705;p9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6" name="Google Shape;706;p9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7" name="Google Shape;707;p9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08" name="Google Shape;708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95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0" name="Google Shape;710;p95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1" name="Google Shape;711;p95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2" name="Google Shape;712;p95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3" name="Google Shape;713;p95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4" name="Google Shape;714;p95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5" name="Google Shape;715;p95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95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7" name="Google Shape;717;p95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8" name="Google Shape;718;p95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9" name="Google Shape;719;p95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0" name="Google Shape;720;p95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1" name="Google Shape;721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2" name="Google Shape;722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96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5" name="Google Shape;725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9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7" name="Google Shape;727;p9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8" name="Google Shape;728;p9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9" name="Google Shape;729;p96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0" name="Google Shape;730;p96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1" name="Google Shape;731;p96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2" name="Google Shape;732;p96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3" name="Google Shape;733;p96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4" name="Google Shape;734;p96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5" name="Google Shape;735;p96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6" name="Google Shape;736;p96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7" name="Google Shape;737;p96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8" name="Google Shape;738;p96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9" name="Google Shape;739;p96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0" name="Google Shape;740;p96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41" name="Google Shape;741;p96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2" name="Google Shape;742;p96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3" name="Google Shape;743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4" name="Google Shape;744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7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7" name="Google Shape;747;p97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9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9" name="Google Shape;749;p9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0" name="Google Shape;750;p9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51" name="Google Shape;751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97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53" name="Google Shape;753;p97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97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5" name="Google Shape;755;p97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6" name="Google Shape;756;p97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7" name="Google Shape;75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8" name="Google Shape;75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1" name="Google Shape;761;p9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2" name="Google Shape;762;p9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63" name="Google Shape;763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98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5" name="Google Shape;765;p98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6" name="Google Shape;766;p98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7" name="Google Shape;767;p98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8" name="Google Shape;768;p98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98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0" name="Google Shape;770;p98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1" name="Google Shape;771;p98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2" name="Google Shape;772;p98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773" name="Google Shape;773;p98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98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5" name="Google Shape;775;p98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6" name="Google Shape;776;p98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77" name="Google Shape;777;p98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8" name="Google Shape;778;p98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9" name="Google Shape;779;p98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0" name="Google Shape;780;p98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1" name="Google Shape;781;p98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2" name="Google Shape;782;p98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3" name="Google Shape;783;p98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4" name="Google Shape;784;p98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5" name="Google Shape;785;p98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6" name="Google Shape;786;p98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7" name="Google Shape;787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8" name="Google Shape;788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99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91" name="Google Shape;791;p99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2" name="Google Shape;792;p99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93" name="Google Shape;793;p99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4" name="Google Shape;794;p99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95" name="Google Shape;795;p99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6" name="Google Shape;796;p99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7" name="Google Shape;797;p99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8" name="Google Shape;798;p99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99" name="Google Shape;799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99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1" name="Google Shape;801;p99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2" name="Google Shape;802;p99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3" name="Google Shape;803;p99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4" name="Google Shape;804;p99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5" name="Google Shape;805;p99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p99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7" name="Google Shape;807;p99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8" name="Google Shape;808;p99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9" name="Google Shape;809;p99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10" name="Google Shape;810;p99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1" name="Google Shape;811;p99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2" name="Google Shape;812;p99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3" name="Google Shape;813;p99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4" name="Google Shape;814;p99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815" name="Google Shape;815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6" name="Google Shape;816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9" name="Google Shape;819;p10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0" name="Google Shape;820;p10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821" name="Google Shape;821;p10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10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3" name="Google Shape;823;p10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4" name="Google Shape;824;p100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100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826" name="Google Shape;826;p100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7" name="Google Shape;827;p100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28" name="Google Shape;828;p100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829" name="Google Shape;829;p100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830" name="Google Shape;830;p100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1" name="Google Shape;831;p100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2" name="Google Shape;832;p100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3" name="Google Shape;833;p100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6" name="Google Shape;836;p10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1" name="Google Shape;841;p1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10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5" name="Google Shape;845;p10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0" name="Google Shape;850;p10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0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0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5" name="Google Shape;855;p10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6" name="Google Shape;856;p10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1" name="Google Shape;861;p1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5" name="Google Shape;865;p1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6" name="Google Shape;866;p1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7" name="Google Shape;867;p1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8" name="Google Shape;868;p1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9" name="Google Shape;869;p1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0" name="Google Shape;870;p1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3" name="Google Shape;873;p1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1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7" name="Google Shape;877;p1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1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1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0" name="Google Shape;880;p1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3" name="Google Shape;883;p1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4" name="Google Shape;884;p1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5" name="Google Shape;885;p11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6" name="Google Shape;886;p11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7" name="Google Shape;887;p11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8" name="Google Shape;888;p11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1" name="Google Shape;891;p1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2" name="Google Shape;892;p1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3" name="Google Shape;893;p1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4" name="Google Shape;894;p1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5" name="Google Shape;895;p1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6" name="Google Shape;896;p1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1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8" name="Google Shape;898;p1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1" name="Google Shape;901;p1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4" name="Google Shape;904;p1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5" name="Google Shape;905;p1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6" name="Google Shape;906;p1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1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1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1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3" name="Google Shape;913;p1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4" name="Google Shape;914;p1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5" name="Google Shape;915;p1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6" name="Google Shape;916;p1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7" name="Google Shape;917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8" name="Google Shape;918;p1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9" name="Google Shape;919;p1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1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1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6" name="Google Shape;926;p1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1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1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9" name="Google Shape;929;p1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0" name="Google Shape;930;p1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1" name="Google Shape;931;p1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1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3" name="Google Shape;933;p1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p123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939" name="Google Shape;939;p123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940" name="Google Shape;940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1" name="Google Shape;941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2" name="Google Shape;942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3" name="Google Shape;943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4" name="Google Shape;944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5" name="Google Shape;945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6" name="Google Shape;946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7" name="Google Shape;947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8" name="Google Shape;948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9" name="Google Shape;949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0" name="Google Shape;950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1" name="Google Shape;951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2" name="Google Shape;952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3" name="Google Shape;953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4" name="Google Shape;954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5" name="Google Shape;955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6" name="Google Shape;956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7" name="Google Shape;957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8" name="Google Shape;958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9" name="Google Shape;959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0" name="Google Shape;960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1" name="Google Shape;961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62" name="Google Shape;962;p123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963" name="Google Shape;963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4" name="Google Shape;964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5" name="Google Shape;965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6" name="Google Shape;966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7" name="Google Shape;967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8" name="Google Shape;968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9" name="Google Shape;969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0" name="Google Shape;970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2" name="Google Shape;972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3" name="Google Shape;973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4" name="Google Shape;974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5" name="Google Shape;975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6" name="Google Shape;976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7" name="Google Shape;977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9" name="Google Shape;979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0" name="Google Shape;980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1" name="Google Shape;981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2" name="Google Shape;982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3" name="Google Shape;983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4" name="Google Shape;984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5" name="Google Shape;985;p123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986" name="Google Shape;986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7" name="Google Shape;987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8" name="Google Shape;988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9" name="Google Shape;989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3" name="Google Shape;993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4" name="Google Shape;994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5" name="Google Shape;995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6" name="Google Shape;996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7" name="Google Shape;997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2" name="Google Shape;1002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3" name="Google Shape;1003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4" name="Google Shape;1004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5" name="Google Shape;1005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6" name="Google Shape;1006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7" name="Google Shape;1007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08" name="Google Shape;1008;p123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009" name="Google Shape;1009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0" name="Google Shape;1010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1" name="Google Shape;1011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2" name="Google Shape;1012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3" name="Google Shape;1013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4" name="Google Shape;1014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5" name="Google Shape;1015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6" name="Google Shape;1016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7" name="Google Shape;1017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8" name="Google Shape;1018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9" name="Google Shape;1019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0" name="Google Shape;1020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1" name="Google Shape;1021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2" name="Google Shape;1022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3" name="Google Shape;1023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4" name="Google Shape;1024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6" name="Google Shape;1026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7" name="Google Shape;1027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8" name="Google Shape;1028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9" name="Google Shape;1029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0" name="Google Shape;1030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31" name="Google Shape;1031;p123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123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33" name="Google Shape;1033;p123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34" name="Google Shape;1034;p123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35" name="Google Shape;1035;p123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24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8" name="Google Shape;1038;p124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9" name="Google Shape;1039;p124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40" name="Google Shape;1040;p12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25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043" name="Google Shape;1043;p125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044" name="Google Shape;1044;p125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5" name="Google Shape;1045;p125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6" name="Google Shape;1046;p125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7" name="Google Shape;1047;p125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8" name="Google Shape;1048;p125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9" name="Google Shape;1049;p125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0" name="Google Shape;1050;p125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1" name="Google Shape;1051;p125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2" name="Google Shape;1052;p125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53" name="Google Shape;1053;p125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125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5" name="Google Shape;1055;p125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6" name="Google Shape;1056;p125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7" name="Google Shape;1057;p125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oogle Shape;1059;p12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060" name="Google Shape;1060;p12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1" name="Google Shape;1061;p12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12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12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12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12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12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12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8" name="Google Shape;1068;p12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69" name="Google Shape;1069;p12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0" name="Google Shape;1070;p12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071" name="Google Shape;1071;p12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072" name="Google Shape;1072;p12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73" name="Google Shape;1073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4" name="Google Shape;1074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5" name="Google Shape;1075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76" name="Google Shape;1076;p12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77" name="Google Shape;1077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8" name="Google Shape;1078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9" name="Google Shape;1079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0" name="Google Shape;1080;p12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81" name="Google Shape;1081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2" name="Google Shape;1082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3" name="Google Shape;1083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4" name="Google Shape;1084;p12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085" name="Google Shape;1085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6" name="Google Shape;1086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087" name="Google Shape;1087;p12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88" name="Google Shape;1088;p12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89" name="Google Shape;1089;p126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0" name="Google Shape;1090;p126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1" name="Google Shape;1091;p126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2" name="Google Shape;1092;p126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3" name="Google Shape;1093;p126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4" name="Google Shape;1094;p126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5" name="Google Shape;1095;p126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6" name="Google Shape;1096;p126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7" name="Google Shape;1097;p126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27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0" name="Google Shape;1100;p127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01" name="Google Shape;1101;p127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2" name="Google Shape;1102;p127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03" name="Google Shape;1103;p127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4" name="Google Shape;1104;p127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5" name="Google Shape;1105;p127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6" name="Google Shape;1106;p127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7" name="Google Shape;1107;p127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08" name="Google Shape;1108;p127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127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0" name="Google Shape;1110;p127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1" name="Google Shape;1111;p127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oogle Shape;1113;p128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114" name="Google Shape;1114;p128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5" name="Google Shape;1115;p128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6" name="Google Shape;1116;p128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7" name="Google Shape;1117;p128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8" name="Google Shape;1118;p128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9" name="Google Shape;1119;p128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128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1" name="Google Shape;1121;p128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2" name="Google Shape;1122;p128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23" name="Google Shape;1123;p12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4" name="Google Shape;1124;p12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125" name="Google Shape;1125;p12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126" name="Google Shape;1126;p12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27" name="Google Shape;1127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8" name="Google Shape;1128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9" name="Google Shape;1129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0" name="Google Shape;1130;p12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31" name="Google Shape;1131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2" name="Google Shape;1132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3" name="Google Shape;1133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4" name="Google Shape;1134;p12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35" name="Google Shape;1135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6" name="Google Shape;1136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7" name="Google Shape;1137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8" name="Google Shape;1138;p12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139" name="Google Shape;1139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0" name="Google Shape;1140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141" name="Google Shape;1141;p12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142" name="Google Shape;1142;p128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3" name="Google Shape;1143;p128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4" name="Google Shape;1144;p128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5" name="Google Shape;1145;p128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6" name="Google Shape;1146;p128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7" name="Google Shape;1147;p128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8" name="Google Shape;1148;p128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9" name="Google Shape;1149;p128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128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29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3" name="Google Shape;1153;p129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4" name="Google Shape;1154;p129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5" name="Google Shape;1155;p129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56" name="Google Shape;1156;p129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57" name="Google Shape;1157;p129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30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0" name="Google Shape;1160;p130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1" name="Google Shape;1161;p130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2" name="Google Shape;1162;p130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63" name="Google Shape;1163;p130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31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6" name="Google Shape;1166;p131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7" name="Google Shape;1167;p131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8" name="Google Shape;1168;p131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69" name="Google Shape;1169;p131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70" name="Google Shape;1170;p131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2" name="Google Shape;1172;p132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173" name="Google Shape;1173;p132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4" name="Google Shape;1174;p132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132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6" name="Google Shape;1176;p132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p132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132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9" name="Google Shape;1179;p132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132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1" name="Google Shape;1181;p132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82" name="Google Shape;1182;p132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3" name="Google Shape;1183;p132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184" name="Google Shape;1184;p132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185" name="Google Shape;1185;p132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86" name="Google Shape;1186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7" name="Google Shape;1187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8" name="Google Shape;1188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89" name="Google Shape;1189;p132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90" name="Google Shape;1190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1" name="Google Shape;1191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2" name="Google Shape;1192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93" name="Google Shape;1193;p132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94" name="Google Shape;1194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5" name="Google Shape;1195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6" name="Google Shape;1196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97" name="Google Shape;1197;p132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198" name="Google Shape;1198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9" name="Google Shape;1199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200" name="Google Shape;1200;p132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01" name="Google Shape;1201;p132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2" name="Google Shape;1202;p132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33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205" name="Google Shape;1205;p133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1206" name="Google Shape;1206;p133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1207" name="Google Shape;1207;p133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08" name="Google Shape;1208;p133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09" name="Google Shape;1209;p133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10" name="Google Shape;1210;p133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11" name="Google Shape;1211;p133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12" name="Google Shape;1212;p133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3" name="Google Shape;1213;p133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4" name="Google Shape;1214;p133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5" name="Google Shape;1215;p133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3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8" name="Google Shape;1218;p134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19" name="Google Shape;1219;p13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0" name="Google Shape;1220;p134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21" name="Google Shape;1221;p134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2" name="Google Shape;1222;p134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3" name="Google Shape;1223;p134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4" name="Google Shape;1224;p134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225" name="Google Shape;1225;p134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134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134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" name="Google Shape;1229;p135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1230" name="Google Shape;1230;p135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231" name="Google Shape;1231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2" name="Google Shape;1232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3" name="Google Shape;1233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4" name="Google Shape;1234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5" name="Google Shape;1235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6" name="Google Shape;1236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7" name="Google Shape;1237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8" name="Google Shape;1238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9" name="Google Shape;1239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2" name="Google Shape;1242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3" name="Google Shape;1243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4" name="Google Shape;1244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5" name="Google Shape;1245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7" name="Google Shape;1247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8" name="Google Shape;1248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9" name="Google Shape;1249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0" name="Google Shape;1250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1" name="Google Shape;1251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2" name="Google Shape;1252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53" name="Google Shape;1253;p135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4" name="Google Shape;1254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5" name="Google Shape;1255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6" name="Google Shape;1256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7" name="Google Shape;1257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8" name="Google Shape;1258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9" name="Google Shape;1259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0" name="Google Shape;1260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1" name="Google Shape;1261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2" name="Google Shape;1262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3" name="Google Shape;1263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4" name="Google Shape;1264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5" name="Google Shape;1265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6" name="Google Shape;1266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7" name="Google Shape;1267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8" name="Google Shape;1268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9" name="Google Shape;1269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0" name="Google Shape;1270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1" name="Google Shape;1271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2" name="Google Shape;1272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3" name="Google Shape;1273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4" name="Google Shape;1274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5" name="Google Shape;1275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76" name="Google Shape;1276;p135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277" name="Google Shape;1277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8" name="Google Shape;1278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9" name="Google Shape;1279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0" name="Google Shape;1280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1" name="Google Shape;1281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2" name="Google Shape;1282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3" name="Google Shape;1283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4" name="Google Shape;1284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5" name="Google Shape;1285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7" name="Google Shape;1287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8" name="Google Shape;1288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9" name="Google Shape;1289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0" name="Google Shape;1290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1" name="Google Shape;1291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5" name="Google Shape;1295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6" name="Google Shape;1296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7" name="Google Shape;1297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8" name="Google Shape;1298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99" name="Google Shape;1299;p135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300" name="Google Shape;1300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1" name="Google Shape;1301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2" name="Google Shape;1302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3" name="Google Shape;1303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4" name="Google Shape;1304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5" name="Google Shape;1305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6" name="Google Shape;1306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7" name="Google Shape;1307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8" name="Google Shape;1308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9" name="Google Shape;1309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0" name="Google Shape;1310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1" name="Google Shape;1311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2" name="Google Shape;1312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3" name="Google Shape;1313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4" name="Google Shape;1314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5" name="Google Shape;1315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6" name="Google Shape;1316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7" name="Google Shape;1317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8" name="Google Shape;1318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0" name="Google Shape;1320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1" name="Google Shape;1321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322" name="Google Shape;1322;p13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23" name="Google Shape;1323;p13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4" name="Google Shape;1324;p135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25" name="Google Shape;1325;p135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7" name="Google Shape;1327;p136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1328" name="Google Shape;1328;p136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p136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0" name="Google Shape;1330;p136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1" name="Google Shape;1331;p136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2" name="Google Shape;1332;p136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3" name="Google Shape;1333;p136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4" name="Google Shape;1334;p136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5" name="Google Shape;1335;p136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p136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p136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8" name="Google Shape;1338;p136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9" name="Google Shape;1339;p136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40" name="Google Shape;1340;p136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1341" name="Google Shape;1341;p13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342" name="Google Shape;134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43" name="Google Shape;134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44" name="Google Shape;134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45" name="Google Shape;134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46" name="Google Shape;134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47" name="Google Shape;134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48" name="Google Shape;134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49" name="Google Shape;134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0" name="Google Shape;135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51" name="Google Shape;1351;p136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352" name="Google Shape;135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53" name="Google Shape;135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4" name="Google Shape;135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55" name="Google Shape;135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56" name="Google Shape;135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7" name="Google Shape;135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58" name="Google Shape;135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59" name="Google Shape;135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0" name="Google Shape;136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61" name="Google Shape;1361;p136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362" name="Google Shape;136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63" name="Google Shape;136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4" name="Google Shape;136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65" name="Google Shape;136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66" name="Google Shape;136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7" name="Google Shape;136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68" name="Google Shape;136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69" name="Google Shape;136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0" name="Google Shape;137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71" name="Google Shape;1371;p136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372" name="Google Shape;137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73" name="Google Shape;137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4" name="Google Shape;137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75" name="Google Shape;137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76" name="Google Shape;137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7" name="Google Shape;137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378" name="Google Shape;1378;p136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79" name="Google Shape;1379;p136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1380" name="Google Shape;1380;p13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381" name="Google Shape;138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82" name="Google Shape;138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3" name="Google Shape;138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84" name="Google Shape;138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85" name="Google Shape;138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6" name="Google Shape;138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87" name="Google Shape;138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88" name="Google Shape;138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9" name="Google Shape;138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90" name="Google Shape;1390;p136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391" name="Google Shape;139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92" name="Google Shape;139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3" name="Google Shape;139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94" name="Google Shape;139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95" name="Google Shape;139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6" name="Google Shape;139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97" name="Google Shape;139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98" name="Google Shape;139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9" name="Google Shape;139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400" name="Google Shape;1400;p136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401" name="Google Shape;140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402" name="Google Shape;140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3" name="Google Shape;140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04" name="Google Shape;140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405" name="Google Shape;140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6" name="Google Shape;140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07" name="Google Shape;140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408" name="Google Shape;140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9" name="Google Shape;140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410" name="Google Shape;1410;p136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411" name="Google Shape;141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412" name="Google Shape;141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13" name="Google Shape;141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14" name="Google Shape;141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415" name="Google Shape;141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16" name="Google Shape;141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417" name="Google Shape;1417;p136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418" name="Google Shape;1418;p136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0" name="Google Shape;1420;p137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1421" name="Google Shape;1421;p137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422" name="Google Shape;1422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3" name="Google Shape;1423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4" name="Google Shape;1424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5" name="Google Shape;1425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6" name="Google Shape;1426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7" name="Google Shape;1427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8" name="Google Shape;1428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9" name="Google Shape;1429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0" name="Google Shape;1430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1" name="Google Shape;1431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2" name="Google Shape;1432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3" name="Google Shape;1433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4" name="Google Shape;1434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5" name="Google Shape;1435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6" name="Google Shape;1436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7" name="Google Shape;1437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8" name="Google Shape;1438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9" name="Google Shape;1439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0" name="Google Shape;1440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1" name="Google Shape;1441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2" name="Google Shape;1442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3" name="Google Shape;1443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44" name="Google Shape;1444;p137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445" name="Google Shape;1445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6" name="Google Shape;1446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7" name="Google Shape;1447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8" name="Google Shape;1448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9" name="Google Shape;1449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0" name="Google Shape;1450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1" name="Google Shape;1451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2" name="Google Shape;1452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3" name="Google Shape;1453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4" name="Google Shape;1454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5" name="Google Shape;1455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6" name="Google Shape;1456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7" name="Google Shape;1457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8" name="Google Shape;1458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9" name="Google Shape;1459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0" name="Google Shape;1460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1" name="Google Shape;1461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2" name="Google Shape;1462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3" name="Google Shape;1463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4" name="Google Shape;1464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5" name="Google Shape;1465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6" name="Google Shape;1466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67" name="Google Shape;1467;p137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468" name="Google Shape;1468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9" name="Google Shape;1469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0" name="Google Shape;1470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1" name="Google Shape;1471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2" name="Google Shape;1472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3" name="Google Shape;1473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4" name="Google Shape;1474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5" name="Google Shape;1475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6" name="Google Shape;1476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7" name="Google Shape;1477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8" name="Google Shape;1478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9" name="Google Shape;1479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0" name="Google Shape;1480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1" name="Google Shape;1481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2" name="Google Shape;1482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3" name="Google Shape;1483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4" name="Google Shape;1484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5" name="Google Shape;1485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6" name="Google Shape;1486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7" name="Google Shape;1487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8" name="Google Shape;1488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9" name="Google Shape;1489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90" name="Google Shape;1490;p137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491" name="Google Shape;1491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2" name="Google Shape;1492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3" name="Google Shape;1493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4" name="Google Shape;1494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5" name="Google Shape;1495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6" name="Google Shape;1496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7" name="Google Shape;1497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8" name="Google Shape;1498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9" name="Google Shape;1499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0" name="Google Shape;1500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1" name="Google Shape;1501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2" name="Google Shape;1502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3" name="Google Shape;1503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4" name="Google Shape;1504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5" name="Google Shape;1505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6" name="Google Shape;1506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7" name="Google Shape;1507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8" name="Google Shape;1508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9" name="Google Shape;1509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0" name="Google Shape;1510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1" name="Google Shape;1511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2" name="Google Shape;1512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513" name="Google Shape;1513;p137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14" name="Google Shape;1514;p137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5" name="Google Shape;1515;p137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6" name="Google Shape;1516;p137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17" name="Google Shape;1517;p137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8" name="Google Shape;1518;p137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9" name="Google Shape;1519;p137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20" name="Google Shape;1520;p137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1" name="Google Shape;1521;p137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2" name="Google Shape;1522;p137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3" name="Google Shape;1523;p137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4" name="Google Shape;1524;p137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5" name="Google Shape;1525;p137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6" name="Google Shape;1526;p137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p137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8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1530" name="Google Shape;1530;p138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1" name="Google Shape;1531;p138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2" name="Google Shape;1532;p138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3" name="Google Shape;1533;p138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4" name="Google Shape;1534;p138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5" name="Google Shape;1535;p138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6" name="Google Shape;1536;p138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7" name="Google Shape;1537;p138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8" name="Google Shape;1538;p138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9" name="Google Shape;1539;p138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0" name="Google Shape;1540;p138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1" name="Google Shape;1541;p138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42" name="Google Shape;1542;p138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138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39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6" name="Google Shape;1546;p139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47" name="Google Shape;1547;p139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48" name="Google Shape;1548;p139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49" name="Google Shape;1549;p139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50" name="Google Shape;1550;p139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51" name="Google Shape;1551;p139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2" name="Google Shape;1552;p139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3" name="Google Shape;1553;p139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4" name="Google Shape;1554;p139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5" name="Google Shape;1555;p139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6" name="Google Shape;1556;p139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7" name="Google Shape;1557;p139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558" name="Google Shape;1558;p139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1559" name="Google Shape;1559;p139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139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139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2" name="Google Shape;1562;p139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3" name="Google Shape;1563;p139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4" name="Google Shape;1564;p139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565" name="Google Shape;1565;p13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66" name="Google Shape;1566;p13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567" name="Google Shape;1567;p13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568" name="Google Shape;1568;p13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69" name="Google Shape;1569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0" name="Google Shape;1570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1" name="Google Shape;1571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72" name="Google Shape;1572;p13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73" name="Google Shape;1573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4" name="Google Shape;1574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5" name="Google Shape;1575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76" name="Google Shape;1576;p13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77" name="Google Shape;1577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8" name="Google Shape;1578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9" name="Google Shape;1579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80" name="Google Shape;1580;p13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81" name="Google Shape;1581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82" name="Google Shape;1582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3" name="Google Shape;1583;p13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84" name="Google Shape;1584;p139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5" name="Google Shape;1585;p139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86" name="Google Shape;1586;p139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7" name="Google Shape;1587;p139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39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39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0" name="Google Shape;1590;p139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40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93" name="Google Shape;1593;p140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1594" name="Google Shape;1594;p140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1595" name="Google Shape;1595;p140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596" name="Google Shape;159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597" name="Google Shape;159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98" name="Google Shape;159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99" name="Google Shape;159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00" name="Google Shape;160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1" name="Google Shape;160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02" name="Google Shape;160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03" name="Google Shape;160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4" name="Google Shape;160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05" name="Google Shape;1605;p140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606" name="Google Shape;160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07" name="Google Shape;160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8" name="Google Shape;160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09" name="Google Shape;160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10" name="Google Shape;161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1" name="Google Shape;161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12" name="Google Shape;161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13" name="Google Shape;161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4" name="Google Shape;161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15" name="Google Shape;1615;p140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616" name="Google Shape;161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17" name="Google Shape;161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8" name="Google Shape;161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19" name="Google Shape;161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20" name="Google Shape;162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1" name="Google Shape;162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22" name="Google Shape;162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23" name="Google Shape;162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4" name="Google Shape;162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25" name="Google Shape;1625;p140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626" name="Google Shape;162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27" name="Google Shape;162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8" name="Google Shape;162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29" name="Google Shape;162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0" name="Google Shape;163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1" name="Google Shape;163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632" name="Google Shape;1632;p140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1633" name="Google Shape;1633;p140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634" name="Google Shape;1634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5" name="Google Shape;1635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6" name="Google Shape;1636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37" name="Google Shape;1637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8" name="Google Shape;1638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9" name="Google Shape;1639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40" name="Google Shape;1640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41" name="Google Shape;1641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2" name="Google Shape;1642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43" name="Google Shape;1643;p140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1644" name="Google Shape;1644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45" name="Google Shape;1645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6" name="Google Shape;1646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47" name="Google Shape;1647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48" name="Google Shape;1648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9" name="Google Shape;1649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650" name="Google Shape;1650;p140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1651" name="Google Shape;1651;p140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2" name="Google Shape;1652;p140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3" name="Google Shape;1653;p140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4" name="Google Shape;1654;p140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5" name="Google Shape;1655;p140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6" name="Google Shape;1656;p140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7" name="Google Shape;1657;p140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8" name="Google Shape;1658;p140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9" name="Google Shape;1659;p140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41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2" name="Google Shape;1662;p141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3" name="Google Shape;1663;p141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4" name="Google Shape;1664;p141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65" name="Google Shape;1665;p141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1666" name="Google Shape;1666;p141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7" name="Google Shape;1667;p141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68" name="Google Shape;1668;p141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1669" name="Google Shape;1669;p141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0" name="Google Shape;1670;p141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1" name="Google Shape;1671;p141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2" name="Google Shape;1672;p141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3" name="Google Shape;1673;p141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4" name="Google Shape;1674;p141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5" name="Google Shape;1675;p141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6" name="Google Shape;1676;p141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7" name="Google Shape;1677;p141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8" name="Google Shape;1678;p141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9" name="Google Shape;1679;p141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0" name="Google Shape;1680;p141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1" name="Google Shape;1681;p141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2" name="Google Shape;1682;p141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3" name="Google Shape;1683;p141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84" name="Google Shape;1684;p141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1685" name="Google Shape;1685;p141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686" name="Google Shape;1686;p141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687" name="Google Shape;168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88" name="Google Shape;168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89" name="Google Shape;168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690" name="Google Shape;169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1" name="Google Shape;169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2" name="Google Shape;169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693" name="Google Shape;169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4" name="Google Shape;169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5" name="Google Shape;169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696" name="Google Shape;1696;p141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697" name="Google Shape;169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8" name="Google Shape;169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9" name="Google Shape;169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00" name="Google Shape;170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1" name="Google Shape;170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2" name="Google Shape;170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03" name="Google Shape;170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4" name="Google Shape;170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5" name="Google Shape;170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06" name="Google Shape;1706;p141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07" name="Google Shape;170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8" name="Google Shape;170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9" name="Google Shape;170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10" name="Google Shape;171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1" name="Google Shape;171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2" name="Google Shape;171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13" name="Google Shape;171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4" name="Google Shape;171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5" name="Google Shape;171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16" name="Google Shape;1716;p141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717" name="Google Shape;171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8" name="Google Shape;171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9" name="Google Shape;171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20" name="Google Shape;172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1" name="Google Shape;172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22" name="Google Shape;172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1723" name="Google Shape;1723;p141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724" name="Google Shape;1724;p141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25" name="Google Shape;172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6" name="Google Shape;172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27" name="Google Shape;172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28" name="Google Shape;172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9" name="Google Shape;172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0" name="Google Shape;173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31" name="Google Shape;173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2" name="Google Shape;173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3" name="Google Shape;173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34" name="Google Shape;1734;p141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35" name="Google Shape;173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6" name="Google Shape;173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7" name="Google Shape;173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38" name="Google Shape;173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9" name="Google Shape;173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0" name="Google Shape;174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41" name="Google Shape;174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2" name="Google Shape;174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3" name="Google Shape;174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44" name="Google Shape;1744;p141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45" name="Google Shape;174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6" name="Google Shape;174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7" name="Google Shape;174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48" name="Google Shape;174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9" name="Google Shape;174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0" name="Google Shape;175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51" name="Google Shape;175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2" name="Google Shape;175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3" name="Google Shape;175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54" name="Google Shape;1754;p141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755" name="Google Shape;175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6" name="Google Shape;175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7" name="Google Shape;175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58" name="Google Shape;175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9" name="Google Shape;175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60" name="Google Shape;176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1761" name="Google Shape;1761;p141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2" name="Google Shape;1762;p141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3" name="Google Shape;1763;p141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764" name="Google Shape;1764;p141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65" name="Google Shape;1765;p141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766" name="Google Shape;1766;p141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67" name="Google Shape;1767;p141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768" name="Google Shape;1768;p141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69" name="Google Shape;1769;p141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770" name="Google Shape;1770;p141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71" name="Google Shape;1771;p141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3" name="Google Shape;1773;p142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74" name="Google Shape;1774;p142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5" name="Google Shape;1775;p142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6" name="Google Shape;1776;p142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7" name="Google Shape;1777;p142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8" name="Google Shape;1778;p142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9" name="Google Shape;1779;p142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0" name="Google Shape;1780;p142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1" name="Google Shape;1781;p142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2" name="Google Shape;1782;p142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3" name="Google Shape;1783;p142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142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85" name="Google Shape;1785;p142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86" name="Google Shape;1786;p142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87" name="Google Shape;1787;p142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88" name="Google Shape;1788;p142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89" name="Google Shape;1789;p142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0" name="Google Shape;1790;p142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1" name="Google Shape;1791;p142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2" name="Google Shape;1792;p142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3" name="Google Shape;1793;p142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4" name="Google Shape;1794;p142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5" name="Google Shape;1795;p142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6" name="Google Shape;1796;p142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3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9" name="Google Shape;1799;p14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800" name="Google Shape;1800;p143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801" name="Google Shape;1801;p143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02" name="Google Shape;1802;p143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44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5" name="Google Shape;1805;p144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6" name="Google Shape;1806;p144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7" name="Google Shape;1807;p144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808" name="Google Shape;1808;p144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9" name="Google Shape;1809;p144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0" name="Google Shape;1810;p144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1" name="Google Shape;1811;p144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2" name="Google Shape;1812;p144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3" name="Google Shape;1813;p144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4" name="Google Shape;1814;p144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6" name="Google Shape;1816;p14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17" name="Google Shape;1817;p14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8" name="Google Shape;1818;p14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9" name="Google Shape;1819;p14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0" name="Google Shape;1820;p14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1" name="Google Shape;1821;p14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2" name="Google Shape;1822;p14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3" name="Google Shape;1823;p14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4" name="Google Shape;1824;p14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5" name="Google Shape;1825;p14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26" name="Google Shape;1826;p14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7" name="Google Shape;1827;p14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28" name="Google Shape;1828;p14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29" name="Google Shape;1829;p14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0" name="Google Shape;1830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1" name="Google Shape;1831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2" name="Google Shape;1832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33" name="Google Shape;1833;p14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4" name="Google Shape;1834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5" name="Google Shape;1835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6" name="Google Shape;1836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37" name="Google Shape;1837;p14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8" name="Google Shape;1838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9" name="Google Shape;1839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40" name="Google Shape;1840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41" name="Google Shape;1841;p14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842" name="Google Shape;1842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43" name="Google Shape;1843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844" name="Google Shape;1844;p14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845" name="Google Shape;1845;p145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6" name="Google Shape;1846;p14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7" name="Google Shape;1847;p145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48" name="Google Shape;1848;p145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49" name="Google Shape;1849;p145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50" name="Google Shape;1850;p145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51" name="Google Shape;1851;p145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2" name="Google Shape;1852;p145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3" name="Google Shape;1853;p145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4" name="Google Shape;1854;p145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57" name="Google Shape;1857;p1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2" name="Google Shape;1862;p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5" name="Google Shape;1865;p1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66" name="Google Shape;1866;p1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71" name="Google Shape;1871;p1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76" name="Google Shape;1876;p1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77" name="Google Shape;1877;p1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1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2" name="Google Shape;1882;p1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6" name="Google Shape;1886;p1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7" name="Google Shape;1887;p1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8" name="Google Shape;1888;p1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9" name="Google Shape;1889;p1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0" name="Google Shape;1890;p1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1" name="Google Shape;1891;p1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4" name="Google Shape;1894;p1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95" name="Google Shape;1895;p1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8" name="Google Shape;1898;p1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99" name="Google Shape;1899;p1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0" name="Google Shape;1900;p1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1" name="Google Shape;1901;p1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4" name="Google Shape;1904;p1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5" name="Google Shape;1905;p1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6" name="Google Shape;1906;p1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7" name="Google Shape;1907;p1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8" name="Google Shape;1908;p1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9" name="Google Shape;1909;p1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2" name="Google Shape;1912;p1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15" name="Google Shape;1915;p1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6" name="Google Shape;1916;p1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7" name="Google Shape;1917;p1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18" name="Google Shape;1918;p1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9" name="Google Shape;1919;p1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20" name="Google Shape;1920;p1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3" name="Google Shape;1923;p1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4" name="Google Shape;1924;p1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5" name="Google Shape;1925;p1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6" name="Google Shape;1926;p1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7" name="Google Shape;1927;p1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8" name="Google Shape;1928;p1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9" name="Google Shape;1929;p1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0" name="Google Shape;1930;p1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1" name="Google Shape;1931;p1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1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6" name="Google Shape;1936;p1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7" name="Google Shape;1937;p1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8" name="Google Shape;1938;p1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9" name="Google Shape;1939;p1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0" name="Google Shape;1940;p1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1" name="Google Shape;1941;p1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2" name="Google Shape;1942;p1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3" name="Google Shape;1943;p1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4" name="Google Shape;1944;p1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67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1" name="Google Shape;1951;p167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2" name="Google Shape;1952;p167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3" name="Google Shape;1953;p167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4" name="Google Shape;1954;p167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5" name="Google Shape;1955;p167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6" name="Google Shape;1956;p167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7" name="Google Shape;1957;p167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8" name="Google Shape;1958;p167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9" name="Google Shape;1959;p167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0" name="Google Shape;1960;p167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1" name="Google Shape;1961;p167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2" name="Google Shape;1962;p167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3" name="Google Shape;1963;p167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4" name="Google Shape;1964;p167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5" name="Google Shape;1965;p167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66" name="Google Shape;1966;p167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68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9" name="Google Shape;1969;p168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0" name="Google Shape;1970;p168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1" name="Google Shape;1971;p168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2" name="Google Shape;1972;p168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3" name="Google Shape;1973;p168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4" name="Google Shape;1974;p168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5" name="Google Shape;1975;p168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6" name="Google Shape;1976;p168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7" name="Google Shape;1977;p168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8" name="Google Shape;1978;p168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9" name="Google Shape;1979;p168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0" name="Google Shape;1980;p168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1" name="Google Shape;1981;p168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2" name="Google Shape;1982;p168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3" name="Google Shape;1983;p168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84" name="Google Shape;1984;p168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5" name="Google Shape;1985;p168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1986" name="Google Shape;1986;p168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7" name="Google Shape;1987;p168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88" name="Google Shape;1988;p168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89" name="Google Shape;1989;p168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69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2" name="Google Shape;1992;p169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3" name="Google Shape;1993;p169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4" name="Google Shape;1994;p169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5" name="Google Shape;1995;p169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6" name="Google Shape;1996;p169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7" name="Google Shape;1997;p169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8" name="Google Shape;1998;p169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9" name="Google Shape;1999;p169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0" name="Google Shape;2000;p169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1" name="Google Shape;2001;p169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2" name="Google Shape;2002;p169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3" name="Google Shape;2003;p169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4" name="Google Shape;2004;p169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5" name="Google Shape;2005;p169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6" name="Google Shape;2006;p169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7" name="Google Shape;2007;p169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8" name="Google Shape;2008;p169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9" name="Google Shape;2009;p169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0" name="Google Shape;2010;p169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1" name="Google Shape;2011;p169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2" name="Google Shape;2012;p169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3" name="Google Shape;2013;p169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4" name="Google Shape;2014;p169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5" name="Google Shape;2015;p169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" name="Google Shape;2017;p170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2018" name="Google Shape;2018;p170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9" name="Google Shape;2019;p170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0" name="Google Shape;2020;p170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1" name="Google Shape;2021;p170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2" name="Google Shape;2022;p170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3" name="Google Shape;2023;p170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4" name="Google Shape;2024;p170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5" name="Google Shape;2025;p170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6" name="Google Shape;2026;p170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7" name="Google Shape;2027;p170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8" name="Google Shape;2028;p170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9" name="Google Shape;2029;p170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0" name="Google Shape;2030;p170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1" name="Google Shape;2031;p170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2" name="Google Shape;2032;p170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3" name="Google Shape;2033;p170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4" name="Google Shape;2034;p170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5" name="Google Shape;2035;p170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6" name="Google Shape;2036;p170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7" name="Google Shape;2037;p170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8" name="Google Shape;2038;p170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9" name="Google Shape;2039;p170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0" name="Google Shape;2040;p170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1" name="Google Shape;2041;p170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2" name="Google Shape;2042;p170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3" name="Google Shape;2043;p170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4" name="Google Shape;2044;p170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5" name="Google Shape;2045;p170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6" name="Google Shape;2046;p170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7" name="Google Shape;2047;p170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8" name="Google Shape;2048;p170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9" name="Google Shape;2049;p170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0" name="Google Shape;2050;p170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1" name="Google Shape;2051;p170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2" name="Google Shape;2052;p170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3" name="Google Shape;2053;p170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4" name="Google Shape;2054;p170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5" name="Google Shape;2055;p170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6" name="Google Shape;2056;p170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7" name="Google Shape;2057;p170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8" name="Google Shape;2058;p170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9" name="Google Shape;2059;p170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0" name="Google Shape;2060;p170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1" name="Google Shape;2061;p170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2" name="Google Shape;2062;p170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3" name="Google Shape;2063;p170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4" name="Google Shape;2064;p170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5" name="Google Shape;2065;p170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6" name="Google Shape;2066;p170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7" name="Google Shape;2067;p170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8" name="Google Shape;2068;p170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9" name="Google Shape;2069;p170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0" name="Google Shape;2070;p170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1" name="Google Shape;2071;p170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2" name="Google Shape;2072;p170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3" name="Google Shape;2073;p170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4" name="Google Shape;2074;p170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5" name="Google Shape;2075;p170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6" name="Google Shape;2076;p170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7" name="Google Shape;2077;p170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8" name="Google Shape;2078;p170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9" name="Google Shape;2079;p170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0" name="Google Shape;2080;p170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1" name="Google Shape;2081;p170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2" name="Google Shape;2082;p170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3" name="Google Shape;2083;p170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4" name="Google Shape;2084;p170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5" name="Google Shape;2085;p170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6" name="Google Shape;2086;p170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7" name="Google Shape;2087;p170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8" name="Google Shape;2088;p170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9" name="Google Shape;2089;p170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2090" name="Google Shape;2090;p170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2091" name="Google Shape;2091;p170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2" name="Google Shape;2092;p170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3" name="Google Shape;2093;p170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4" name="Google Shape;2094;p170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5" name="Google Shape;2095;p170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6" name="Google Shape;2096;p170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7" name="Google Shape;2097;p170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8" name="Google Shape;2098;p170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9" name="Google Shape;2099;p170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0" name="Google Shape;2100;p170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1" name="Google Shape;2101;p170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2" name="Google Shape;2102;p170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3" name="Google Shape;2103;p170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4" name="Google Shape;2104;p170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5" name="Google Shape;2105;p170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6" name="Google Shape;2106;p170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7" name="Google Shape;2107;p170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8" name="Google Shape;2108;p170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9" name="Google Shape;2109;p170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0" name="Google Shape;2110;p170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1" name="Google Shape;2111;p170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2" name="Google Shape;2112;p170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3" name="Google Shape;2113;p170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4" name="Google Shape;2114;p170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115" name="Google Shape;2115;p170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16" name="Google Shape;2116;p170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7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19" name="Google Shape;2119;p171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0" name="Google Shape;2120;p171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1" name="Google Shape;2121;p171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2" name="Google Shape;2122;p171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3" name="Google Shape;2123;p171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171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5" name="Google Shape;2125;p171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26" name="Google Shape;2126;p171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7" name="Google Shape;2127;p171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28" name="Google Shape;2128;p171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9" name="Google Shape;2129;p171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0" name="Google Shape;2130;p171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1" name="Google Shape;2131;p171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2" name="Google Shape;2132;p171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3" name="Google Shape;2133;p171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7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36" name="Google Shape;2136;p172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7" name="Google Shape;2137;p172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8" name="Google Shape;2138;p172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9" name="Google Shape;2139;p172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40" name="Google Shape;2140;p172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1" name="Google Shape;2141;p172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2" name="Google Shape;2142;p172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3" name="Google Shape;2143;p172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4" name="Google Shape;2144;p172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5" name="Google Shape;2145;p172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6" name="Google Shape;2146;p172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47" name="Google Shape;2147;p172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8" name="Google Shape;2148;p172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49" name="Google Shape;2149;p172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0" name="Google Shape;2150;p172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1" name="Google Shape;2151;p172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2" name="Google Shape;2152;p172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3" name="Google Shape;2153;p172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4" name="Google Shape;2154;p172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5" name="Google Shape;2155;p172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6" name="Google Shape;2156;p172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7" name="Google Shape;2157;p172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8" name="Google Shape;2158;p172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9" name="Google Shape;2159;p172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73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174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4" name="Google Shape;2164;p174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5" name="Google Shape;2165;p174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6" name="Google Shape;2166;p174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7" name="Google Shape;2167;p174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8" name="Google Shape;2168;p174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9" name="Google Shape;2169;p174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70" name="Google Shape;2170;p174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1" name="Google Shape;2171;p174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72" name="Google Shape;2172;p174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3" name="Google Shape;2173;p174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175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76" name="Google Shape;2176;p175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7" name="Google Shape;2177;p175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8" name="Google Shape;2178;p175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9" name="Google Shape;2179;p175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180" name="Google Shape;2180;p175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1" name="Google Shape;2181;p175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2" name="Google Shape;2182;p175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3" name="Google Shape;2183;p175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184" name="Google Shape;2184;p175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5" name="Google Shape;2185;p175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6" name="Google Shape;2186;p175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7" name="Google Shape;2187;p175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9" name="Google Shape;2189;p176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0" name="Google Shape;2190;p17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91" name="Google Shape;2191;p176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2" name="Google Shape;2192;p176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3" name="Google Shape;2193;p176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4" name="Google Shape;2194;p176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5" name="Google Shape;2195;p176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6" name="Google Shape;2196;p176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177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177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00" name="Google Shape;2200;p177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01" name="Google Shape;2201;p177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202" name="Google Shape;2202;p177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3" name="Google Shape;2203;p177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4" name="Google Shape;2204;p177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5" name="Google Shape;2205;p177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6" name="Google Shape;2206;p177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7" name="Google Shape;2207;p177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8" name="Google Shape;2208;p177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9" name="Google Shape;2209;p177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78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2" name="Google Shape;2212;p178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13" name="Google Shape;2213;p178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14" name="Google Shape;2214;p178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15" name="Google Shape;2215;p178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6" name="Google Shape;2216;p178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7" name="Google Shape;2217;p178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8" name="Google Shape;2218;p178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9" name="Google Shape;2219;p178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20" name="Google Shape;2220;p178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21" name="Google Shape;2221;p178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7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24" name="Google Shape;2224;p179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5" name="Google Shape;2225;p179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6" name="Google Shape;2226;p179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7" name="Google Shape;2227;p179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8" name="Google Shape;2228;p179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29" name="Google Shape;2229;p179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0" name="Google Shape;2230;p179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1" name="Google Shape;2231;p179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2" name="Google Shape;2232;p179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3" name="Google Shape;2233;p17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8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36" name="Google Shape;2236;p18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7" name="Google Shape;2237;p18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8" name="Google Shape;2238;p18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9" name="Google Shape;2239;p180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0" name="Google Shape;2240;p180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1" name="Google Shape;2241;p180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2" name="Google Shape;2242;p180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3" name="Google Shape;2243;p180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4" name="Google Shape;2244;p180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5" name="Google Shape;2245;p180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6" name="Google Shape;2246;p180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7" name="Google Shape;2247;p180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8" name="Google Shape;2248;p180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9" name="Google Shape;2249;p180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0" name="Google Shape;2250;p180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1" name="Google Shape;2251;p180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2" name="Google Shape;2252;p180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3" name="Google Shape;2253;p180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4" name="Google Shape;2254;p180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5" name="Google Shape;2255;p180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6" name="Google Shape;2256;p180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7" name="Google Shape;2257;p180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8" name="Google Shape;2258;p180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9" name="Google Shape;2259;p180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60" name="Google Shape;2260;p180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61" name="Google Shape;2261;p180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18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64" name="Google Shape;2264;p18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65" name="Google Shape;2265;p18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66" name="Google Shape;2266;p181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7" name="Google Shape;2267;p181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8" name="Google Shape;2268;p181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9" name="Google Shape;2269;p181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70" name="Google Shape;2270;p181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71" name="Google Shape;2271;p181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2" name="Google Shape;2272;p181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2273" name="Google Shape;2273;p181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4" name="Google Shape;2274;p181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5" name="Google Shape;2275;p181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182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78" name="Google Shape;2278;p182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79" name="Google Shape;2279;p182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80" name="Google Shape;2280;p182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1" name="Google Shape;2281;p182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2" name="Google Shape;2282;p182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3" name="Google Shape;2283;p182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2284" name="Google Shape;2284;p182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2285" name="Google Shape;2285;p182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6" name="Google Shape;2286;p182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7" name="Google Shape;2287;p182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8" name="Google Shape;2288;p182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9" name="Google Shape;2289;p182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0" name="Google Shape;2290;p182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1" name="Google Shape;2291;p182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2" name="Google Shape;2292;p182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3" name="Google Shape;2293;p182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4" name="Google Shape;2294;p182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5" name="Google Shape;2295;p182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6" name="Google Shape;2296;p182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7" name="Google Shape;2297;p182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8" name="Google Shape;2298;p182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9" name="Google Shape;2299;p182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0" name="Google Shape;2300;p182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1" name="Google Shape;2301;p182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2" name="Google Shape;2302;p182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3" name="Google Shape;2303;p182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4" name="Google Shape;2304;p182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5" name="Google Shape;2305;p182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6" name="Google Shape;2306;p182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7" name="Google Shape;2307;p182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8" name="Google Shape;2308;p182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309" name="Google Shape;2309;p182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10" name="Google Shape;2310;p182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183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13" name="Google Shape;2313;p183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14" name="Google Shape;2314;p183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15" name="Google Shape;2315;p183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6" name="Google Shape;2316;p183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7" name="Google Shape;2317;p183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8" name="Google Shape;2318;p183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2319" name="Google Shape;2319;p183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0" name="Google Shape;2320;p183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18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23" name="Google Shape;2323;p18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24" name="Google Shape;2324;p184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25" name="Google Shape;2325;p184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6" name="Google Shape;2326;p184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7" name="Google Shape;2327;p184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8" name="Google Shape;2328;p184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9" name="Google Shape;2329;p184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0" name="Google Shape;2330;p184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1" name="Google Shape;2331;p184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2" name="Google Shape;2332;p184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4" name="Google Shape;2334;p185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5" name="Google Shape;2335;p185"/>
          <p:cNvCxnSpPr>
            <a:stCxn id="2336" idx="1"/>
            <a:endCxn id="233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8" name="Google Shape;2338;p185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9" name="Google Shape;2339;p185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6" name="Google Shape;2336;p185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0" name="Google Shape;2340;p185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7" name="Google Shape;2337;p185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1" name="Google Shape;2341;p185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185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43" name="Google Shape;2343;p185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44" name="Google Shape;2344;p185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6" name="Google Shape;2346;p186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7" name="Google Shape;2347;p186"/>
          <p:cNvCxnSpPr>
            <a:stCxn id="2348" idx="1"/>
            <a:endCxn id="234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0" name="Google Shape;2350;p186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1" name="Google Shape;2351;p186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8" name="Google Shape;2348;p186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2" name="Google Shape;2352;p186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9" name="Google Shape;2349;p186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3" name="Google Shape;2353;p186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4" name="Google Shape;2354;p186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55" name="Google Shape;2355;p186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56" name="Google Shape;2356;p186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87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59" name="Google Shape;2359;p187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0" name="Google Shape;2360;p187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1" name="Google Shape;2361;p187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2" name="Google Shape;2362;p187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3" name="Google Shape;2363;p187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4" name="Google Shape;2364;p187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5" name="Google Shape;2365;p187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66" name="Google Shape;2366;p187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7" name="Google Shape;2367;p187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68" name="Google Shape;2368;p187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9" name="Google Shape;2369;p187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0" name="Google Shape;2370;p187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1" name="Google Shape;2371;p187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2" name="Google Shape;2372;p187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3" name="Google Shape;2373;p187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4" name="Google Shape;2374;p187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88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7" name="Google Shape;2377;p188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8" name="Google Shape;2378;p188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79" name="Google Shape;2379;p188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0" name="Google Shape;2380;p188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1" name="Google Shape;2381;p188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2" name="Google Shape;2382;p188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3" name="Google Shape;2383;p188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4" name="Google Shape;2384;p188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5" name="Google Shape;2385;p188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6" name="Google Shape;2386;p188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189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9" name="Google Shape;2389;p189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90" name="Google Shape;2390;p189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91" name="Google Shape;2391;p189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2" name="Google Shape;2392;p189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3" name="Google Shape;2393;p189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4" name="Google Shape;2394;p189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5" name="Google Shape;2395;p189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6" name="Google Shape;2396;p189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1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1" name="Google Shape;2401;p1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1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4" name="Google Shape;2404;p19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05" name="Google Shape;2405;p19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19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8" name="Google Shape;2408;p19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19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1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13" name="Google Shape;2413;p19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14" name="Google Shape;2414;p19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19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19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19" name="Google Shape;2419;p19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1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23" name="Google Shape;2423;p19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4" name="Google Shape;2424;p19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20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27" name="Google Shape;2427;p20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8" name="Google Shape;2428;p20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29" name="Google Shape;2429;p20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0" name="Google Shape;2430;p20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20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3" name="Google Shape;2433;p20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34" name="Google Shape;2434;p20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35" name="Google Shape;2435;p20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6" name="Google Shape;2436;p20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7" name="Google Shape;2437;p20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8" name="Google Shape;2438;p20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20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1" name="Google Shape;2441;p20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2" name="Google Shape;2442;p20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3" name="Google Shape;2443;p20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4" name="Google Shape;2444;p20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45" name="Google Shape;2445;p20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6" name="Google Shape;2446;p20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7" name="Google Shape;2447;p20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8" name="Google Shape;2448;p20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2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51" name="Google Shape;2451;p20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20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4" name="Google Shape;2454;p20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5" name="Google Shape;2455;p20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6" name="Google Shape;2456;p20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7" name="Google Shape;2457;p2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58" name="Google Shape;2458;p20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9" name="Google Shape;2459;p20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20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2" name="Google Shape;2462;p20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3" name="Google Shape;2463;p20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4" name="Google Shape;2464;p20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5" name="Google Shape;2465;p20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6" name="Google Shape;2466;p20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7" name="Google Shape;2467;p2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68" name="Google Shape;2468;p20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69" name="Google Shape;2469;p20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70" name="Google Shape;2470;p20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20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20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5" name="Google Shape;2475;p20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6" name="Google Shape;2476;p20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7" name="Google Shape;2477;p20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8" name="Google Shape;2478;p20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9" name="Google Shape;2479;p20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0" name="Google Shape;2480;p20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81" name="Google Shape;2481;p20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2" name="Google Shape;2482;p20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3" name="Google Shape;2483;p20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8" name="Google Shape;2488;p209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2489" name="Google Shape;2489;p209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2490" name="Google Shape;2490;p209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1" name="Google Shape;2491;p209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2" name="Google Shape;2492;p209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3" name="Google Shape;2493;p209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4" name="Google Shape;2494;p209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5" name="Google Shape;2495;p209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7" name="Google Shape;2497;p210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2498" name="Google Shape;2498;p210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9" name="Google Shape;2499;p210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500" name="Google Shape;2500;p210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01" name="Google Shape;2501;p210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02" name="Google Shape;2502;p210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503" name="Google Shape;2503;p210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04" name="Google Shape;2504;p2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5" name="Google Shape;2505;p210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211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08" name="Google Shape;2508;p211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09" name="Google Shape;2509;p211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0" name="Google Shape;2510;p211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1" name="Google Shape;2511;p211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2" name="Google Shape;2512;p211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3" name="Google Shape;2513;p2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4" name="Google Shape;2514;p211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15" name="Google Shape;2515;p211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6" name="Google Shape;2516;p211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7" name="Google Shape;2517;p211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8" name="Google Shape;2518;p211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9" name="Google Shape;2519;p211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20" name="Google Shape;2520;p211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21" name="Google Shape;2521;p211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2" name="Google Shape;2522;p211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3" name="Google Shape;2523;p211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4" name="Google Shape;2524;p211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5" name="Google Shape;2525;p211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6" name="Google Shape;2526;p211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7" name="Google Shape;2527;p211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8" name="Google Shape;2528;p211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212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1" name="Google Shape;2531;p212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2" name="Google Shape;2532;p212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3" name="Google Shape;2533;p212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4" name="Google Shape;2534;p212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5" name="Google Shape;2535;p212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6" name="Google Shape;2536;p212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7" name="Google Shape;2537;p212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8" name="Google Shape;2538;p212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9" name="Google Shape;2539;p212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40" name="Google Shape;2540;p212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1" name="Google Shape;2541;p212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2" name="Google Shape;2542;p21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43" name="Google Shape;2543;p2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21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46" name="Google Shape;2546;p213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47" name="Google Shape;2547;p21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48" name="Google Shape;2548;p2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9" name="Google Shape;2549;p2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0" name="Google Shape;2550;p2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214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53" name="Google Shape;2553;p2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4" name="Google Shape;2554;p2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5" name="Google Shape;2555;p2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6" name="Google Shape;2556;p214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2557" name="Google Shape;2557;p214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58" name="Google Shape;2558;p214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59" name="Google Shape;2559;p214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60" name="Google Shape;2560;p214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61" name="Google Shape;2561;p214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2" name="Google Shape;2562;p214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3" name="Google Shape;2563;p214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4" name="Google Shape;2564;p214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5" name="Google Shape;2565;p214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6" name="Google Shape;2566;p214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7" name="Google Shape;2567;p214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8" name="Google Shape;2568;p214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71" name="Google Shape;2571;p2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72" name="Google Shape;2572;p21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73" name="Google Shape;2573;p2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5" name="Google Shape;2575;p216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2576" name="Google Shape;2576;p216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77" name="Google Shape;2577;p2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217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0" name="Google Shape;2580;p217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1" name="Google Shape;2581;p217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2" name="Google Shape;2582;p217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83" name="Google Shape;2583;p217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4" name="Google Shape;2584;p21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5" name="Google Shape;2585;p2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p218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2588" name="Google Shape;2588;p218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2589" name="Google Shape;2589;p218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2590" name="Google Shape;2590;p218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1" name="Google Shape;2591;p218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2" name="Google Shape;2592;p2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93" name="Google Shape;2593;p21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94" name="Google Shape;2594;p2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219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7" name="Google Shape;2597;p219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2598" name="Google Shape;2598;p219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9" name="Google Shape;2599;p219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0" name="Google Shape;2600;p2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1" name="Google Shape;2601;p219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2" name="Google Shape;2602;p2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220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5" name="Google Shape;2605;p220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6" name="Google Shape;2606;p2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7" name="Google Shape;2607;p220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8" name="Google Shape;2608;p2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22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11" name="Google Shape;2611;p22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12" name="Google Shape;2612;p22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13" name="Google Shape;2613;p2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4" name="Google Shape;2614;p221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15" name="Google Shape;2615;p221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16" name="Google Shape;2616;p221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7" name="Google Shape;2617;p221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222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0" name="Google Shape;2620;p222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1" name="Google Shape;2621;p222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2" name="Google Shape;2622;p2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23" name="Google Shape;2623;p22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24" name="Google Shape;2624;p2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25" name="Google Shape;2625;p2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6" name="Google Shape;2626;p222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7" name="Google Shape;2627;p222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8" name="Google Shape;2628;p222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9" name="Google Shape;2629;p222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0" name="Google Shape;2630;p222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1" name="Google Shape;2631;p222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223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4" name="Google Shape;2634;p223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5" name="Google Shape;2635;p223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6" name="Google Shape;2636;p223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637" name="Google Shape;2637;p223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38" name="Google Shape;2638;p2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9" name="Google Shape;2639;p2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40" name="Google Shape;2640;p2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1" name="Google Shape;2641;p223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2" name="Google Shape;2642;p223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3" name="Google Shape;2643;p223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4" name="Google Shape;2644;p223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5" name="Google Shape;2645;p223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6" name="Google Shape;2646;p223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22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49" name="Google Shape;2649;p2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0" name="Google Shape;2650;p22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1" name="Google Shape;2651;p2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2" name="Google Shape;2652;p224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3" name="Google Shape;2653;p224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4" name="Google Shape;2654;p224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5" name="Google Shape;2655;p224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6" name="Google Shape;2656;p224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7" name="Google Shape;2657;p224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8" name="Google Shape;2658;p224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9" name="Google Shape;2659;p224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225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62" name="Google Shape;2662;p225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663" name="Google Shape;2663;p225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64" name="Google Shape;2664;p2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226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67" name="Google Shape;2667;p226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68" name="Google Shape;2668;p226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69" name="Google Shape;2669;p226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70" name="Google Shape;2670;p226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71" name="Google Shape;2671;p226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72" name="Google Shape;2672;p226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3" name="Google Shape;2673;p226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4" name="Google Shape;2674;p226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5" name="Google Shape;2675;p226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6" name="Google Shape;2676;p226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7" name="Google Shape;2677;p226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8" name="Google Shape;2678;p2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79" name="Google Shape;2679;p226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0" name="Google Shape;2680;p226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1" name="Google Shape;2681;p2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227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684" name="Google Shape;2684;p227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85" name="Google Shape;2685;p227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86" name="Google Shape;2686;p227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7" name="Google Shape;2687;p2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228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0" name="Google Shape;2690;p228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1" name="Google Shape;2691;p228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2" name="Google Shape;2692;p228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3" name="Google Shape;2693;p228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4" name="Google Shape;2694;p228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95" name="Google Shape;2695;p228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96" name="Google Shape;2696;p228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97" name="Google Shape;2697;p228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98" name="Google Shape;2698;p228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99" name="Google Shape;2699;p228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700" name="Google Shape;2700;p228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01" name="Google Shape;2701;p228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702" name="Google Shape;2702;p228"/>
          <p:cNvCxnSpPr>
            <a:stCxn id="2700" idx="1"/>
            <a:endCxn id="2700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3" name="Google Shape;2703;p228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4" name="Google Shape;2704;p228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5" name="Google Shape;2705;p228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6" name="Google Shape;2706;p228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7" name="Google Shape;2707;p228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8" name="Google Shape;2708;p228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9" name="Google Shape;2709;p228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0" name="Google Shape;2710;p228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1" name="Google Shape;2711;p228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2" name="Google Shape;2712;p228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3" name="Google Shape;2713;p228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4" name="Google Shape;2714;p2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5" name="Google Shape;2715;p228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229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718" name="Google Shape;2718;p229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719" name="Google Shape;2719;p229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0" name="Google Shape;2720;p229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21" name="Google Shape;2721;p229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2" name="Google Shape;2722;p229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23" name="Google Shape;2723;p2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724" name="Google Shape;2724;p229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5" name="Google Shape;2725;p229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6" name="Google Shape;2726;p2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2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729" name="Google Shape;2729;p2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2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2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4" name="Google Shape;2734;p2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7" name="Google Shape;2737;p2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8" name="Google Shape;2738;p2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2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2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43" name="Google Shape;2743;p2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p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2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748" name="Google Shape;2748;p2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49" name="Google Shape;2749;p2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2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p2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4" name="Google Shape;2754;p2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2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8" name="Google Shape;2758;p2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9" name="Google Shape;2759;p2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0" name="Google Shape;2760;p2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1" name="Google Shape;2761;p2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2" name="Google Shape;2762;p2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3" name="Google Shape;2763;p2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2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66" name="Google Shape;2766;p2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67" name="Google Shape;2767;p2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768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p2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70" name="Google Shape;2770;p2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1" name="Google Shape;2771;p2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2" name="Google Shape;2772;p2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3" name="Google Shape;2773;p2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2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6" name="Google Shape;2776;p2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7" name="Google Shape;2777;p2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78" name="Google Shape;2778;p2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9" name="Google Shape;2779;p2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0" name="Google Shape;2780;p2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1" name="Google Shape;2781;p2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4" name="Google Shape;2784;p2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5" name="Google Shape;2785;p2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6" name="Google Shape;2786;p2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7" name="Google Shape;2787;p2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88" name="Google Shape;2788;p2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9" name="Google Shape;2789;p2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0" name="Google Shape;2790;p2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1" name="Google Shape;2791;p2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2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94" name="Google Shape;2794;p2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2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7" name="Google Shape;2797;p2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8" name="Google Shape;2798;p2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9" name="Google Shape;2799;p2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0" name="Google Shape;2800;p2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01" name="Google Shape;2801;p2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02" name="Google Shape;2802;p2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2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5" name="Google Shape;2805;p2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6" name="Google Shape;2806;p2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7" name="Google Shape;2807;p2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8" name="Google Shape;2808;p2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9" name="Google Shape;2809;p2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10" name="Google Shape;2810;p2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1" name="Google Shape;2811;p2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2" name="Google Shape;2812;p2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3" name="Google Shape;2813;p2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814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Google Shape;2815;p2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2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8" name="Google Shape;2818;p2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9" name="Google Shape;2819;p2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0" name="Google Shape;2820;p2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1" name="Google Shape;2821;p2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2" name="Google Shape;2822;p2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3" name="Google Shape;2823;p2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4" name="Google Shape;2824;p2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5" name="Google Shape;2825;p2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6" name="Google Shape;2826;p2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2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33" name="Google Shape;2833;p25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2834" name="Google Shape;2834;p25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5" name="Google Shape;2835;p25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6" name="Google Shape;2836;p25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7" name="Google Shape;2837;p25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838" name="Google Shape;2838;p252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2839" name="Google Shape;2839;p252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0" name="Google Shape;2840;p252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1" name="Google Shape;2841;p252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2" name="Google Shape;2842;p252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3" name="Google Shape;2843;p252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4" name="Google Shape;2844;p252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5" name="Google Shape;2845;p252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6" name="Google Shape;2846;p252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7" name="Google Shape;2847;p252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8" name="Google Shape;2848;p252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9" name="Google Shape;2849;p252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0" name="Google Shape;2850;p252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1" name="Google Shape;2851;p252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2" name="Google Shape;2852;p252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3" name="Google Shape;2853;p252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4" name="Google Shape;2854;p252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5" name="Google Shape;2855;p252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6" name="Google Shape;2856;p252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7" name="Google Shape;2857;p252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8" name="Google Shape;2858;p252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9" name="Google Shape;2859;p252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0" name="Google Shape;2860;p252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1" name="Google Shape;2861;p252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2" name="Google Shape;2862;p252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3" name="Google Shape;2863;p252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4" name="Google Shape;2864;p252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5" name="Google Shape;2865;p252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6" name="Google Shape;2866;p252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7" name="Google Shape;2867;p252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8" name="Google Shape;2868;p252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9" name="Google Shape;2869;p252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0" name="Google Shape;2870;p252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1" name="Google Shape;2871;p252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2" name="Google Shape;2872;p252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3" name="Google Shape;2873;p252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4" name="Google Shape;2874;p252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5" name="Google Shape;2875;p252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6" name="Google Shape;2876;p252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7" name="Google Shape;2877;p252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8" name="Google Shape;2878;p252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9" name="Google Shape;2879;p252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0" name="Google Shape;2880;p252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1" name="Google Shape;2881;p252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2" name="Google Shape;2882;p252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3" name="Google Shape;2883;p252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4" name="Google Shape;2884;p252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5" name="Google Shape;2885;p252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6" name="Google Shape;2886;p252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7" name="Google Shape;2887;p252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8" name="Google Shape;2888;p252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9" name="Google Shape;2889;p252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0" name="Google Shape;2890;p252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1" name="Google Shape;2891;p252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2" name="Google Shape;2892;p252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3" name="Google Shape;2893;p252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4" name="Google Shape;2894;p252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5" name="Google Shape;2895;p252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6" name="Google Shape;2896;p252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897" name="Google Shape;2897;p252"/>
          <p:cNvSpPr txBox="1"/>
          <p:nvPr>
            <p:ph type="title"/>
          </p:nvPr>
        </p:nvSpPr>
        <p:spPr>
          <a:xfrm>
            <a:off x="1241550" y="1973150"/>
            <a:ext cx="6660900" cy="7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98" name="Google Shape;2898;p252"/>
          <p:cNvSpPr txBox="1"/>
          <p:nvPr>
            <p:ph idx="1" type="subTitle"/>
          </p:nvPr>
        </p:nvSpPr>
        <p:spPr>
          <a:xfrm>
            <a:off x="1810800" y="2904800"/>
            <a:ext cx="5522700" cy="3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2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01" name="Google Shape;2901;p2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02" name="Google Shape;2902;p2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2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05" name="Google Shape;2905;p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2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2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09" name="Google Shape;2909;p2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10" name="Google Shape;2910;p2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1" name="Google Shape;2911;p2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2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914" name="Google Shape;2914;p25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53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5" name="Google Shape;2915;p25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6" name="Google Shape;2916;p2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2_1"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2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19" name="Google Shape;2919;p25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2920" name="Google Shape;2920;p25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1" name="Google Shape;2921;p25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2" name="Google Shape;2922;p25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3" name="Google Shape;2923;p25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924" name="Google Shape;2924;p257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2925" name="Google Shape;2925;p257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6" name="Google Shape;2926;p257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7" name="Google Shape;2927;p257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8" name="Google Shape;2928;p257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9" name="Google Shape;2929;p257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0" name="Google Shape;2930;p257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1" name="Google Shape;2931;p257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2" name="Google Shape;2932;p257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3" name="Google Shape;2933;p257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4" name="Google Shape;2934;p257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5" name="Google Shape;2935;p257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6" name="Google Shape;2936;p257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7" name="Google Shape;2937;p257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8" name="Google Shape;2938;p257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9" name="Google Shape;2939;p257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0" name="Google Shape;2940;p257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1" name="Google Shape;2941;p257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2" name="Google Shape;2942;p257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3" name="Google Shape;2943;p257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4" name="Google Shape;2944;p257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5" name="Google Shape;2945;p257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6" name="Google Shape;2946;p257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7" name="Google Shape;2947;p257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8" name="Google Shape;2948;p257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9" name="Google Shape;2949;p257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0" name="Google Shape;2950;p257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1" name="Google Shape;2951;p257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2" name="Google Shape;2952;p257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3" name="Google Shape;2953;p257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4" name="Google Shape;2954;p257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5" name="Google Shape;2955;p257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6" name="Google Shape;2956;p257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7" name="Google Shape;2957;p257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8" name="Google Shape;2958;p257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9" name="Google Shape;2959;p257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0" name="Google Shape;2960;p257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1" name="Google Shape;2961;p257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2" name="Google Shape;2962;p257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3" name="Google Shape;2963;p257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4" name="Google Shape;2964;p257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5" name="Google Shape;2965;p257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6" name="Google Shape;2966;p257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7" name="Google Shape;2967;p257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8" name="Google Shape;2968;p257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9" name="Google Shape;2969;p257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0" name="Google Shape;2970;p257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1" name="Google Shape;2971;p257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2" name="Google Shape;2972;p257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3" name="Google Shape;2973;p257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4" name="Google Shape;2974;p257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5" name="Google Shape;2975;p257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6" name="Google Shape;2976;p257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7" name="Google Shape;2977;p257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8" name="Google Shape;2978;p257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9" name="Google Shape;2979;p257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0" name="Google Shape;2980;p257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1" name="Google Shape;2981;p257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2" name="Google Shape;2982;p257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83" name="Google Shape;2983;p25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84" name="Google Shape;2984;p257"/>
          <p:cNvSpPr txBox="1"/>
          <p:nvPr>
            <p:ph idx="1" type="body"/>
          </p:nvPr>
        </p:nvSpPr>
        <p:spPr>
          <a:xfrm>
            <a:off x="421035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5" name="Google Shape;2985;p257"/>
          <p:cNvSpPr txBox="1"/>
          <p:nvPr>
            <p:ph idx="2" type="body"/>
          </p:nvPr>
        </p:nvSpPr>
        <p:spPr>
          <a:xfrm>
            <a:off x="6772321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6" name="Google Shape;2986;p257"/>
          <p:cNvSpPr txBox="1"/>
          <p:nvPr>
            <p:ph idx="3" type="body"/>
          </p:nvPr>
        </p:nvSpPr>
        <p:spPr>
          <a:xfrm>
            <a:off x="421035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7" name="Google Shape;2987;p257"/>
          <p:cNvSpPr txBox="1"/>
          <p:nvPr>
            <p:ph idx="4" type="body"/>
          </p:nvPr>
        </p:nvSpPr>
        <p:spPr>
          <a:xfrm>
            <a:off x="6772321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"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258"/>
          <p:cNvSpPr/>
          <p:nvPr>
            <p:ph idx="2" type="pic"/>
          </p:nvPr>
        </p:nvSpPr>
        <p:spPr>
          <a:xfrm>
            <a:off x="320135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990" name="Google Shape;2990;p258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1" name="Google Shape;2991;p258"/>
          <p:cNvSpPr/>
          <p:nvPr/>
        </p:nvSpPr>
        <p:spPr>
          <a:xfrm>
            <a:off x="320100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2" name="Google Shape;2992;p258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93" name="Google Shape;2993;p258"/>
          <p:cNvSpPr txBox="1"/>
          <p:nvPr>
            <p:ph idx="3" type="body"/>
          </p:nvPr>
        </p:nvSpPr>
        <p:spPr>
          <a:xfrm>
            <a:off x="382576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4" name="Google Shape;2994;p258"/>
          <p:cNvSpPr/>
          <p:nvPr>
            <p:ph idx="4" type="pic"/>
          </p:nvPr>
        </p:nvSpPr>
        <p:spPr>
          <a:xfrm>
            <a:off x="3153490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995" name="Google Shape;2995;p258"/>
          <p:cNvSpPr/>
          <p:nvPr/>
        </p:nvSpPr>
        <p:spPr>
          <a:xfrm>
            <a:off x="3153490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6" name="Google Shape;2996;p258"/>
          <p:cNvSpPr/>
          <p:nvPr/>
        </p:nvSpPr>
        <p:spPr>
          <a:xfrm>
            <a:off x="3153455" y="1963005"/>
            <a:ext cx="28332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7" name="Google Shape;2997;p258"/>
          <p:cNvSpPr txBox="1"/>
          <p:nvPr>
            <p:ph idx="5" type="subTitle"/>
          </p:nvPr>
        </p:nvSpPr>
        <p:spPr>
          <a:xfrm>
            <a:off x="321593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98" name="Google Shape;2998;p258"/>
          <p:cNvSpPr txBox="1"/>
          <p:nvPr>
            <p:ph idx="6" type="body"/>
          </p:nvPr>
        </p:nvSpPr>
        <p:spPr>
          <a:xfrm>
            <a:off x="321593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9" name="Google Shape;2999;p258"/>
          <p:cNvSpPr/>
          <p:nvPr>
            <p:ph idx="7" type="pic"/>
          </p:nvPr>
        </p:nvSpPr>
        <p:spPr>
          <a:xfrm>
            <a:off x="5986869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00" name="Google Shape;3000;p258"/>
          <p:cNvSpPr/>
          <p:nvPr/>
        </p:nvSpPr>
        <p:spPr>
          <a:xfrm>
            <a:off x="5986869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1" name="Google Shape;3001;p258"/>
          <p:cNvSpPr/>
          <p:nvPr/>
        </p:nvSpPr>
        <p:spPr>
          <a:xfrm>
            <a:off x="5986834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2" name="Google Shape;3002;p258"/>
          <p:cNvSpPr txBox="1"/>
          <p:nvPr>
            <p:ph idx="8" type="subTitle"/>
          </p:nvPr>
        </p:nvSpPr>
        <p:spPr>
          <a:xfrm>
            <a:off x="604931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03" name="Google Shape;3003;p258"/>
          <p:cNvSpPr txBox="1"/>
          <p:nvPr>
            <p:ph idx="9" type="body"/>
          </p:nvPr>
        </p:nvSpPr>
        <p:spPr>
          <a:xfrm>
            <a:off x="604931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04" name="Google Shape;3004;p258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"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259"/>
          <p:cNvSpPr/>
          <p:nvPr>
            <p:ph idx="2" type="pic"/>
          </p:nvPr>
        </p:nvSpPr>
        <p:spPr>
          <a:xfrm>
            <a:off x="320153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07" name="Google Shape;3007;p259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8" name="Google Shape;3008;p259"/>
          <p:cNvSpPr/>
          <p:nvPr/>
        </p:nvSpPr>
        <p:spPr>
          <a:xfrm>
            <a:off x="320100" y="1963000"/>
            <a:ext cx="42498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9" name="Google Shape;3009;p259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10" name="Google Shape;3010;p259"/>
          <p:cNvSpPr txBox="1"/>
          <p:nvPr>
            <p:ph idx="3" type="body"/>
          </p:nvPr>
        </p:nvSpPr>
        <p:spPr>
          <a:xfrm>
            <a:off x="413816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1" name="Google Shape;3011;p259"/>
          <p:cNvSpPr/>
          <p:nvPr>
            <p:ph idx="4" type="pic"/>
          </p:nvPr>
        </p:nvSpPr>
        <p:spPr>
          <a:xfrm>
            <a:off x="4570230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12" name="Google Shape;3012;p259"/>
          <p:cNvSpPr/>
          <p:nvPr/>
        </p:nvSpPr>
        <p:spPr>
          <a:xfrm>
            <a:off x="4570578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13" name="Google Shape;3013;p259"/>
          <p:cNvSpPr/>
          <p:nvPr/>
        </p:nvSpPr>
        <p:spPr>
          <a:xfrm>
            <a:off x="4570177" y="1963000"/>
            <a:ext cx="42498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14" name="Google Shape;3014;p259"/>
          <p:cNvSpPr txBox="1"/>
          <p:nvPr>
            <p:ph idx="5" type="subTitle"/>
          </p:nvPr>
        </p:nvSpPr>
        <p:spPr>
          <a:xfrm>
            <a:off x="4633019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15" name="Google Shape;3015;p259"/>
          <p:cNvSpPr txBox="1"/>
          <p:nvPr>
            <p:ph idx="6" type="body"/>
          </p:nvPr>
        </p:nvSpPr>
        <p:spPr>
          <a:xfrm>
            <a:off x="4663893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6" name="Google Shape;3016;p259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33">
          <p15:clr>
            <a:srgbClr val="E46962"/>
          </p15:clr>
        </p15:guide>
        <p15:guide id="2" pos="202">
          <p15:clr>
            <a:srgbClr val="E46962"/>
          </p15:clr>
        </p15:guide>
        <p15:guide id="3" pos="5556">
          <p15:clr>
            <a:srgbClr val="E46962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 type="secHead">
  <p:cSld name="SECTION_HEADER"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p260"/>
          <p:cNvSpPr/>
          <p:nvPr/>
        </p:nvSpPr>
        <p:spPr>
          <a:xfrm>
            <a:off x="0" y="1370900"/>
            <a:ext cx="45696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9" name="Google Shape;3019;p2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0" name="Google Shape;3020;p260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21" name="Google Shape;3021;p260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2" name="Google Shape;3022;p260"/>
          <p:cNvSpPr/>
          <p:nvPr/>
        </p:nvSpPr>
        <p:spPr>
          <a:xfrm>
            <a:off x="4574400" y="1370900"/>
            <a:ext cx="45696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3" name="Google Shape;3023;p260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24" name="Google Shape;3024;p260"/>
          <p:cNvSpPr txBox="1"/>
          <p:nvPr>
            <p:ph idx="4" type="body"/>
          </p:nvPr>
        </p:nvSpPr>
        <p:spPr>
          <a:xfrm>
            <a:off x="50265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5" name="Google Shape;3025;p26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SECTION_HEADER_3"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261"/>
          <p:cNvSpPr/>
          <p:nvPr/>
        </p:nvSpPr>
        <p:spPr>
          <a:xfrm>
            <a:off x="0" y="1370900"/>
            <a:ext cx="4569600" cy="187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8" name="Google Shape;3028;p2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9" name="Google Shape;3029;p261"/>
          <p:cNvSpPr/>
          <p:nvPr/>
        </p:nvSpPr>
        <p:spPr>
          <a:xfrm>
            <a:off x="4569600" y="1370900"/>
            <a:ext cx="4574400" cy="18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0" name="Google Shape;3030;p26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31" name="Google Shape;3031;p261"/>
          <p:cNvSpPr/>
          <p:nvPr/>
        </p:nvSpPr>
        <p:spPr>
          <a:xfrm>
            <a:off x="0" y="3241100"/>
            <a:ext cx="4569600" cy="19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2" name="Google Shape;3032;p261"/>
          <p:cNvSpPr txBox="1"/>
          <p:nvPr>
            <p:ph idx="1" type="subTitle"/>
          </p:nvPr>
        </p:nvSpPr>
        <p:spPr>
          <a:xfrm>
            <a:off x="452100" y="353060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3" name="Google Shape;3033;p261"/>
          <p:cNvSpPr txBox="1"/>
          <p:nvPr>
            <p:ph idx="2" type="body"/>
          </p:nvPr>
        </p:nvSpPr>
        <p:spPr>
          <a:xfrm>
            <a:off x="452100" y="415380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4" name="Google Shape;3034;p261"/>
          <p:cNvSpPr/>
          <p:nvPr/>
        </p:nvSpPr>
        <p:spPr>
          <a:xfrm>
            <a:off x="4569600" y="3241100"/>
            <a:ext cx="4574400" cy="190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5" name="Google Shape;3035;p261"/>
          <p:cNvSpPr txBox="1"/>
          <p:nvPr>
            <p:ph idx="3" type="subTitle"/>
          </p:nvPr>
        </p:nvSpPr>
        <p:spPr>
          <a:xfrm>
            <a:off x="452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6" name="Google Shape;3036;p261"/>
          <p:cNvSpPr txBox="1"/>
          <p:nvPr>
            <p:ph idx="4" type="body"/>
          </p:nvPr>
        </p:nvSpPr>
        <p:spPr>
          <a:xfrm>
            <a:off x="452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7" name="Google Shape;3037;p261"/>
          <p:cNvSpPr txBox="1"/>
          <p:nvPr>
            <p:ph idx="5" type="subTitle"/>
          </p:nvPr>
        </p:nvSpPr>
        <p:spPr>
          <a:xfrm>
            <a:off x="4979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8" name="Google Shape;3038;p261"/>
          <p:cNvSpPr txBox="1"/>
          <p:nvPr>
            <p:ph idx="6" type="body"/>
          </p:nvPr>
        </p:nvSpPr>
        <p:spPr>
          <a:xfrm>
            <a:off x="4979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9" name="Google Shape;3039;p261"/>
          <p:cNvSpPr txBox="1"/>
          <p:nvPr>
            <p:ph idx="7" type="subTitle"/>
          </p:nvPr>
        </p:nvSpPr>
        <p:spPr>
          <a:xfrm>
            <a:off x="4979100" y="34597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40" name="Google Shape;3040;p261"/>
          <p:cNvSpPr txBox="1"/>
          <p:nvPr>
            <p:ph idx="8" type="body"/>
          </p:nvPr>
        </p:nvSpPr>
        <p:spPr>
          <a:xfrm>
            <a:off x="4979100" y="40829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SECTION_HEADER_2"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262"/>
          <p:cNvSpPr/>
          <p:nvPr/>
        </p:nvSpPr>
        <p:spPr>
          <a:xfrm>
            <a:off x="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3" name="Google Shape;3043;p2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4" name="Google Shape;3044;p262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45" name="Google Shape;3045;p262"/>
          <p:cNvSpPr/>
          <p:nvPr/>
        </p:nvSpPr>
        <p:spPr>
          <a:xfrm>
            <a:off x="3048000" y="1370900"/>
            <a:ext cx="30480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6" name="Google Shape;3046;p262"/>
          <p:cNvSpPr/>
          <p:nvPr/>
        </p:nvSpPr>
        <p:spPr>
          <a:xfrm>
            <a:off x="609600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7" name="Google Shape;3047;p262"/>
          <p:cNvSpPr txBox="1"/>
          <p:nvPr>
            <p:ph idx="1" type="subTitle"/>
          </p:nvPr>
        </p:nvSpPr>
        <p:spPr>
          <a:xfrm>
            <a:off x="33822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48" name="Google Shape;3048;p262"/>
          <p:cNvSpPr txBox="1"/>
          <p:nvPr>
            <p:ph idx="2" type="body"/>
          </p:nvPr>
        </p:nvSpPr>
        <p:spPr>
          <a:xfrm>
            <a:off x="33822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49" name="Google Shape;3049;p262"/>
          <p:cNvSpPr txBox="1"/>
          <p:nvPr>
            <p:ph idx="3" type="subTitle"/>
          </p:nvPr>
        </p:nvSpPr>
        <p:spPr>
          <a:xfrm>
            <a:off x="3411300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50" name="Google Shape;3050;p262"/>
          <p:cNvSpPr txBox="1"/>
          <p:nvPr>
            <p:ph idx="4" type="body"/>
          </p:nvPr>
        </p:nvSpPr>
        <p:spPr>
          <a:xfrm>
            <a:off x="3411300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1" name="Google Shape;3051;p262"/>
          <p:cNvSpPr txBox="1"/>
          <p:nvPr>
            <p:ph idx="5" type="subTitle"/>
          </p:nvPr>
        </p:nvSpPr>
        <p:spPr>
          <a:xfrm>
            <a:off x="648437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52" name="Google Shape;3052;p262"/>
          <p:cNvSpPr txBox="1"/>
          <p:nvPr>
            <p:ph idx="6" type="body"/>
          </p:nvPr>
        </p:nvSpPr>
        <p:spPr>
          <a:xfrm>
            <a:off x="648437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SECTION_HEADER_1">
    <p:spTree>
      <p:nvGrpSpPr>
        <p:cNvPr id="3053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p263"/>
          <p:cNvSpPr/>
          <p:nvPr/>
        </p:nvSpPr>
        <p:spPr>
          <a:xfrm>
            <a:off x="0" y="1374200"/>
            <a:ext cx="4569600" cy="376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55" name="Google Shape;3055;p2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6" name="Google Shape;3056;p263"/>
          <p:cNvSpPr/>
          <p:nvPr>
            <p:ph idx="2" type="pic"/>
          </p:nvPr>
        </p:nvSpPr>
        <p:spPr>
          <a:xfrm>
            <a:off x="4569600" y="1374200"/>
            <a:ext cx="4574400" cy="3769200"/>
          </a:xfrm>
          <a:prstGeom prst="rect">
            <a:avLst/>
          </a:prstGeom>
          <a:noFill/>
          <a:ln>
            <a:noFill/>
          </a:ln>
        </p:spPr>
      </p:sp>
      <p:sp>
        <p:nvSpPr>
          <p:cNvPr id="3057" name="Google Shape;3057;p26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58" name="Google Shape;3058;p263"/>
          <p:cNvSpPr txBox="1"/>
          <p:nvPr>
            <p:ph idx="1" type="body"/>
          </p:nvPr>
        </p:nvSpPr>
        <p:spPr>
          <a:xfrm>
            <a:off x="452100" y="1869650"/>
            <a:ext cx="37554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9" name="Google Shape;3059;p263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1_1"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p2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2" name="Google Shape;3062;p264"/>
          <p:cNvSpPr/>
          <p:nvPr>
            <p:ph idx="2" type="pic"/>
          </p:nvPr>
        </p:nvSpPr>
        <p:spPr>
          <a:xfrm>
            <a:off x="0" y="1374200"/>
            <a:ext cx="9144000" cy="3791400"/>
          </a:xfrm>
          <a:prstGeom prst="rect">
            <a:avLst/>
          </a:prstGeom>
          <a:noFill/>
          <a:ln>
            <a:noFill/>
          </a:ln>
        </p:spPr>
      </p:sp>
      <p:sp>
        <p:nvSpPr>
          <p:cNvPr id="3063" name="Google Shape;3063;p26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ody and image " type="tx">
  <p:cSld name="TITLE_AND_BODY"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2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6" name="Google Shape;3066;p265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7" name="Google Shape;3067;p265"/>
          <p:cNvSpPr txBox="1"/>
          <p:nvPr>
            <p:ph idx="1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8" name="Google Shape;3068;p265"/>
          <p:cNvSpPr txBox="1"/>
          <p:nvPr>
            <p:ph idx="2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69" name="Google Shape;3069;p265"/>
          <p:cNvSpPr txBox="1"/>
          <p:nvPr>
            <p:ph idx="3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0" name="Google Shape;3070;p265"/>
          <p:cNvSpPr/>
          <p:nvPr>
            <p:ph idx="4" type="pic"/>
          </p:nvPr>
        </p:nvSpPr>
        <p:spPr>
          <a:xfrm>
            <a:off x="4907150" y="0"/>
            <a:ext cx="42369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3071" name="Google Shape;3071;p265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BODY_1"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p2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4" name="Google Shape;3074;p266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5" name="Google Shape;3075;p266"/>
          <p:cNvSpPr/>
          <p:nvPr/>
        </p:nvSpPr>
        <p:spPr>
          <a:xfrm>
            <a:off x="4909625" y="-100"/>
            <a:ext cx="4234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6" name="Google Shape;3076;p266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77" name="Google Shape;3077;p266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8" name="Google Shape;3078;p266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9" name="Google Shape;3079;p266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woColTx">
  <p:cSld name="TITLE_AND_TWO_COLUMNS"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p2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82" name="Google Shape;3082;p267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083" name="Google Shape;3083;p267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4" name="Google Shape;3084;p267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267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267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7" name="Google Shape;3087;p267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8" name="Google Shape;3088;p267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267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267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1" name="Google Shape;3091;p267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2" name="Google Shape;3092;p267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267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4" name="Google Shape;3094;p267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267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6" name="Google Shape;3096;p267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267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8" name="Google Shape;3098;p267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267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0" name="Google Shape;3100;p267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267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267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267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4" name="Google Shape;3104;p267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5" name="Google Shape;3105;p267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267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267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8" name="Google Shape;3108;p267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9" name="Google Shape;3109;p267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267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1" name="Google Shape;3111;p267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267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267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4" name="Google Shape;3114;p267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5" name="Google Shape;3115;p267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267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267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8" name="Google Shape;3118;p267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9" name="Google Shape;3119;p267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267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1" name="Google Shape;3121;p267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267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3" name="Google Shape;3123;p267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267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5" name="Google Shape;3125;p267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267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7" name="Google Shape;3127;p267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267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9" name="Google Shape;3129;p267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0" name="Google Shape;3130;p267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267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267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3" name="Google Shape;3133;p267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4" name="Google Shape;3134;p267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5" name="Google Shape;3135;p26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TITLE_AND_TWO_COLUMNS_1"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p2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38" name="Google Shape;3138;p268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139" name="Google Shape;3139;p268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0" name="Google Shape;3140;p268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268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268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3" name="Google Shape;3143;p268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4" name="Google Shape;3144;p268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268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268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7" name="Google Shape;3147;p268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8" name="Google Shape;3148;p268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268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0" name="Google Shape;3150;p268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268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2" name="Google Shape;3152;p268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268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4" name="Google Shape;3154;p268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268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6" name="Google Shape;3156;p268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268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268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268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0" name="Google Shape;3160;p268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1" name="Google Shape;3161;p268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268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268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4" name="Google Shape;3164;p268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5" name="Google Shape;3165;p268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268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7" name="Google Shape;3167;p268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268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268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0" name="Google Shape;3170;p268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1" name="Google Shape;3171;p268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268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268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4" name="Google Shape;3174;p268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5" name="Google Shape;3175;p268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268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7" name="Google Shape;3177;p268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268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9" name="Google Shape;3179;p268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268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1" name="Google Shape;3181;p268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268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3" name="Google Shape;3183;p268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268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5" name="Google Shape;3185;p268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6" name="Google Shape;3186;p268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268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268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9" name="Google Shape;3189;p268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90" name="Google Shape;3190;p268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1" name="Google Shape;3191;p268"/>
          <p:cNvSpPr txBox="1"/>
          <p:nvPr>
            <p:ph type="title"/>
          </p:nvPr>
        </p:nvSpPr>
        <p:spPr>
          <a:xfrm>
            <a:off x="1319000" y="94220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92" name="Google Shape;3192;p268"/>
          <p:cNvSpPr txBox="1"/>
          <p:nvPr>
            <p:ph idx="1" type="body"/>
          </p:nvPr>
        </p:nvSpPr>
        <p:spPr>
          <a:xfrm>
            <a:off x="885050" y="2505325"/>
            <a:ext cx="75288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ONLY_3"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2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95" name="Google Shape;3195;p26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196" name="Google Shape;3196;p26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7" name="Google Shape;3197;p26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8" name="Google Shape;3198;p26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9" name="Google Shape;3199;p26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00" name="Google Shape;3200;p269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ONLY_3_1">
    <p:spTree>
      <p:nvGrpSpPr>
        <p:cNvPr id="320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2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03" name="Google Shape;3203;p270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04" name="Google Shape;3204;p270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5" name="Google Shape;3205;p270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6" name="Google Shape;3206;p270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7" name="Google Shape;3207;p270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08" name="Google Shape;3208;p270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09" name="Google Shape;3209;p270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ONLY_3_1_1"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2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12" name="Google Shape;3212;p271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13" name="Google Shape;3213;p271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4" name="Google Shape;3214;p271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5" name="Google Shape;3215;p271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6" name="Google Shape;3216;p271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17" name="Google Shape;3217;p271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18" name="Google Shape;3218;p271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19" name="Google Shape;3219;p271"/>
          <p:cNvSpPr txBox="1"/>
          <p:nvPr>
            <p:ph idx="2" type="body"/>
          </p:nvPr>
        </p:nvSpPr>
        <p:spPr>
          <a:xfrm>
            <a:off x="48533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ONLY_2"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2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22" name="Google Shape;3222;p27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23" name="Google Shape;3223;p27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4" name="Google Shape;3224;p27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5" name="Google Shape;3225;p27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6" name="Google Shape;3226;p27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2_1"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273"/>
          <p:cNvSpPr/>
          <p:nvPr>
            <p:ph idx="2" type="pic"/>
          </p:nvPr>
        </p:nvSpPr>
        <p:spPr>
          <a:xfrm>
            <a:off x="86925" y="86600"/>
            <a:ext cx="8970600" cy="4970100"/>
          </a:xfrm>
          <a:prstGeom prst="rect">
            <a:avLst/>
          </a:prstGeom>
          <a:noFill/>
          <a:ln>
            <a:noFill/>
          </a:ln>
        </p:spPr>
      </p:sp>
      <p:sp>
        <p:nvSpPr>
          <p:cNvPr id="3229" name="Google Shape;3229;p2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30" name="Google Shape;3230;p273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31" name="Google Shape;3231;p273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2" name="Google Shape;3232;p273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3" name="Google Shape;3233;p273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4" name="Google Shape;3234;p273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2_1_1"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6" name="Google Shape;3236;p27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37" name="Google Shape;3237;p27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8" name="Google Shape;3238;p27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9" name="Google Shape;3239;p27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40" name="Google Shape;3240;p27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41" name="Google Shape;3241;p2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2" name="Google Shape;3242;p274"/>
          <p:cNvSpPr/>
          <p:nvPr/>
        </p:nvSpPr>
        <p:spPr>
          <a:xfrm>
            <a:off x="93700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3" name="Google Shape;3243;p274"/>
          <p:cNvSpPr/>
          <p:nvPr/>
        </p:nvSpPr>
        <p:spPr>
          <a:xfrm>
            <a:off x="3085137" y="1076175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4" name="Google Shape;3244;p274"/>
          <p:cNvSpPr/>
          <p:nvPr/>
        </p:nvSpPr>
        <p:spPr>
          <a:xfrm>
            <a:off x="6076575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5" name="Google Shape;3245;p274"/>
          <p:cNvSpPr/>
          <p:nvPr/>
        </p:nvSpPr>
        <p:spPr>
          <a:xfrm>
            <a:off x="93700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6" name="Google Shape;3246;p274"/>
          <p:cNvSpPr/>
          <p:nvPr/>
        </p:nvSpPr>
        <p:spPr>
          <a:xfrm>
            <a:off x="3085137" y="2403242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7" name="Google Shape;3247;p274"/>
          <p:cNvSpPr/>
          <p:nvPr/>
        </p:nvSpPr>
        <p:spPr>
          <a:xfrm>
            <a:off x="6076575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8" name="Google Shape;3248;p274"/>
          <p:cNvSpPr/>
          <p:nvPr/>
        </p:nvSpPr>
        <p:spPr>
          <a:xfrm>
            <a:off x="93700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9" name="Google Shape;3249;p274"/>
          <p:cNvSpPr/>
          <p:nvPr/>
        </p:nvSpPr>
        <p:spPr>
          <a:xfrm>
            <a:off x="3085137" y="3729768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50" name="Google Shape;3250;p274"/>
          <p:cNvSpPr/>
          <p:nvPr/>
        </p:nvSpPr>
        <p:spPr>
          <a:xfrm>
            <a:off x="6076575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51" name="Google Shape;3251;p274"/>
          <p:cNvSpPr txBox="1"/>
          <p:nvPr>
            <p:ph type="title"/>
          </p:nvPr>
        </p:nvSpPr>
        <p:spPr>
          <a:xfrm>
            <a:off x="408650" y="19395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52" name="Google Shape;3252;p274"/>
          <p:cNvSpPr/>
          <p:nvPr>
            <p:ph idx="2" type="pic"/>
          </p:nvPr>
        </p:nvSpPr>
        <p:spPr>
          <a:xfrm>
            <a:off x="205750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3" name="Google Shape;3253;p274"/>
          <p:cNvSpPr/>
          <p:nvPr>
            <p:ph idx="3" type="pic"/>
          </p:nvPr>
        </p:nvSpPr>
        <p:spPr>
          <a:xfrm>
            <a:off x="32079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4" name="Google Shape;3254;p274"/>
          <p:cNvSpPr/>
          <p:nvPr>
            <p:ph idx="4" type="pic"/>
          </p:nvPr>
        </p:nvSpPr>
        <p:spPr>
          <a:xfrm>
            <a:off x="62101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5" name="Google Shape;3255;p274"/>
          <p:cNvSpPr/>
          <p:nvPr>
            <p:ph idx="5" type="pic"/>
          </p:nvPr>
        </p:nvSpPr>
        <p:spPr>
          <a:xfrm>
            <a:off x="205750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6" name="Google Shape;3256;p274"/>
          <p:cNvSpPr/>
          <p:nvPr>
            <p:ph idx="6" type="pic"/>
          </p:nvPr>
        </p:nvSpPr>
        <p:spPr>
          <a:xfrm>
            <a:off x="32079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7" name="Google Shape;3257;p274"/>
          <p:cNvSpPr/>
          <p:nvPr>
            <p:ph idx="7" type="pic"/>
          </p:nvPr>
        </p:nvSpPr>
        <p:spPr>
          <a:xfrm>
            <a:off x="62101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8" name="Google Shape;3258;p274"/>
          <p:cNvSpPr/>
          <p:nvPr>
            <p:ph idx="8" type="pic"/>
          </p:nvPr>
        </p:nvSpPr>
        <p:spPr>
          <a:xfrm>
            <a:off x="205750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9" name="Google Shape;3259;p274"/>
          <p:cNvSpPr/>
          <p:nvPr>
            <p:ph idx="9" type="pic"/>
          </p:nvPr>
        </p:nvSpPr>
        <p:spPr>
          <a:xfrm>
            <a:off x="32079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60" name="Google Shape;3260;p274"/>
          <p:cNvSpPr/>
          <p:nvPr>
            <p:ph idx="13" type="pic"/>
          </p:nvPr>
        </p:nvSpPr>
        <p:spPr>
          <a:xfrm>
            <a:off x="62101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ONLY_1">
    <p:spTree>
      <p:nvGrpSpPr>
        <p:cNvPr id="3261" name="Shape 3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Google Shape;3262;p2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63" name="Google Shape;3263;p275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64" name="Google Shape;3264;p275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5" name="Google Shape;3265;p275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6" name="Google Shape;3266;p275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7" name="Google Shape;3267;p275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68" name="Google Shape;3268;p275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_2"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276"/>
          <p:cNvSpPr/>
          <p:nvPr/>
        </p:nvSpPr>
        <p:spPr>
          <a:xfrm>
            <a:off x="332700" y="1182025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71" name="Google Shape;3271;p2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2" name="Google Shape;3272;p276"/>
          <p:cNvSpPr txBox="1"/>
          <p:nvPr>
            <p:ph type="title"/>
          </p:nvPr>
        </p:nvSpPr>
        <p:spPr>
          <a:xfrm>
            <a:off x="265500" y="297100"/>
            <a:ext cx="84711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73" name="Google Shape;3273;p276"/>
          <p:cNvSpPr txBox="1"/>
          <p:nvPr>
            <p:ph idx="1" type="subTitle"/>
          </p:nvPr>
        </p:nvSpPr>
        <p:spPr>
          <a:xfrm>
            <a:off x="46470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274" name="Google Shape;3274;p276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75" name="Google Shape;3275;p276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6" name="Google Shape;3276;p276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7" name="Google Shape;3277;p276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8" name="Google Shape;3278;p276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79" name="Google Shape;3279;p276"/>
          <p:cNvSpPr/>
          <p:nvPr/>
        </p:nvSpPr>
        <p:spPr>
          <a:xfrm>
            <a:off x="4572000" y="1182025"/>
            <a:ext cx="4239300" cy="1267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0" name="Google Shape;3280;p276"/>
          <p:cNvSpPr txBox="1"/>
          <p:nvPr>
            <p:ph idx="2" type="subTitle"/>
          </p:nvPr>
        </p:nvSpPr>
        <p:spPr>
          <a:xfrm>
            <a:off x="472455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1" name="Google Shape;3281;p276"/>
          <p:cNvSpPr/>
          <p:nvPr/>
        </p:nvSpPr>
        <p:spPr>
          <a:xfrm>
            <a:off x="332700" y="2386993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2" name="Google Shape;3282;p276"/>
          <p:cNvSpPr txBox="1"/>
          <p:nvPr>
            <p:ph idx="3" type="subTitle"/>
          </p:nvPr>
        </p:nvSpPr>
        <p:spPr>
          <a:xfrm>
            <a:off x="4647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3" name="Google Shape;3283;p276"/>
          <p:cNvSpPr/>
          <p:nvPr/>
        </p:nvSpPr>
        <p:spPr>
          <a:xfrm>
            <a:off x="4572000" y="2386993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4" name="Google Shape;3284;p276"/>
          <p:cNvSpPr txBox="1"/>
          <p:nvPr>
            <p:ph idx="4" type="subTitle"/>
          </p:nvPr>
        </p:nvSpPr>
        <p:spPr>
          <a:xfrm>
            <a:off x="47040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5" name="Google Shape;3285;p276"/>
          <p:cNvSpPr/>
          <p:nvPr/>
        </p:nvSpPr>
        <p:spPr>
          <a:xfrm>
            <a:off x="332700" y="3591961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6" name="Google Shape;3286;p276"/>
          <p:cNvSpPr txBox="1"/>
          <p:nvPr>
            <p:ph idx="5" type="subTitle"/>
          </p:nvPr>
        </p:nvSpPr>
        <p:spPr>
          <a:xfrm>
            <a:off x="46470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7" name="Google Shape;3287;p276"/>
          <p:cNvSpPr/>
          <p:nvPr/>
        </p:nvSpPr>
        <p:spPr>
          <a:xfrm>
            <a:off x="4572000" y="3591961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8" name="Google Shape;3288;p276"/>
          <p:cNvSpPr txBox="1"/>
          <p:nvPr>
            <p:ph idx="6" type="subTitle"/>
          </p:nvPr>
        </p:nvSpPr>
        <p:spPr>
          <a:xfrm>
            <a:off x="472455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_1"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2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91" name="Google Shape;3291;p27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92" name="Google Shape;3292;p27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3" name="Google Shape;3293;p27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4" name="Google Shape;3294;p27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5" name="Google Shape;3295;p27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96" name="Google Shape;3296;p277"/>
          <p:cNvSpPr txBox="1"/>
          <p:nvPr>
            <p:ph idx="1" type="body"/>
          </p:nvPr>
        </p:nvSpPr>
        <p:spPr>
          <a:xfrm>
            <a:off x="261775" y="4039275"/>
            <a:ext cx="59583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1">
  <p:cSld name="ONE_COLUMN_TEXT">
    <p:bg>
      <p:bgPr>
        <a:solidFill>
          <a:schemeClr val="dk2"/>
        </a:solidFill>
      </p:bgPr>
    </p:bg>
    <p:spTree>
      <p:nvGrpSpPr>
        <p:cNvPr id="3297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2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9" name="Google Shape;3299;p278"/>
          <p:cNvSpPr/>
          <p:nvPr/>
        </p:nvSpPr>
        <p:spPr>
          <a:xfrm>
            <a:off x="0" y="1765150"/>
            <a:ext cx="9144000" cy="33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00" name="Google Shape;3300;p278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01" name="Google Shape;3301;p278"/>
          <p:cNvSpPr txBox="1"/>
          <p:nvPr>
            <p:ph idx="2" type="subTitle"/>
          </p:nvPr>
        </p:nvSpPr>
        <p:spPr>
          <a:xfrm>
            <a:off x="433550" y="2197100"/>
            <a:ext cx="7148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3302" name="Google Shape;3302;p278"/>
          <p:cNvSpPr txBox="1"/>
          <p:nvPr>
            <p:ph idx="3" type="body"/>
          </p:nvPr>
        </p:nvSpPr>
        <p:spPr>
          <a:xfrm>
            <a:off x="433550" y="2914750"/>
            <a:ext cx="71484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03" name="Google Shape;3303;p278"/>
          <p:cNvSpPr txBox="1"/>
          <p:nvPr>
            <p:ph idx="4" type="body"/>
          </p:nvPr>
        </p:nvSpPr>
        <p:spPr>
          <a:xfrm>
            <a:off x="1181100" y="689575"/>
            <a:ext cx="6934200" cy="10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04" name="Google Shape;3304;p278"/>
          <p:cNvSpPr/>
          <p:nvPr/>
        </p:nvSpPr>
        <p:spPr>
          <a:xfrm>
            <a:off x="537600" y="689575"/>
            <a:ext cx="537900" cy="107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3305" name="Google Shape;3305;p278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2">
  <p:cSld name="ONE_COLUMN_TEXT_1">
    <p:bg>
      <p:bgPr>
        <a:solidFill>
          <a:schemeClr val="dk2"/>
        </a:solidFill>
      </p:bgPr>
    </p:bg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279"/>
          <p:cNvSpPr/>
          <p:nvPr/>
        </p:nvSpPr>
        <p:spPr>
          <a:xfrm>
            <a:off x="0" y="1227375"/>
            <a:ext cx="9144000" cy="39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2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9" name="Google Shape;3309;p279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10" name="Google Shape;3310;p279"/>
          <p:cNvSpPr txBox="1"/>
          <p:nvPr>
            <p:ph idx="2" type="subTitle"/>
          </p:nvPr>
        </p:nvSpPr>
        <p:spPr>
          <a:xfrm>
            <a:off x="433550" y="1673375"/>
            <a:ext cx="4100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3311" name="Google Shape;3311;p279"/>
          <p:cNvSpPr txBox="1"/>
          <p:nvPr>
            <p:ph idx="3" type="body"/>
          </p:nvPr>
        </p:nvSpPr>
        <p:spPr>
          <a:xfrm>
            <a:off x="433550" y="2391025"/>
            <a:ext cx="3795600" cy="23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2" name="Google Shape;3312;p279"/>
          <p:cNvSpPr txBox="1"/>
          <p:nvPr>
            <p:ph idx="4" type="body"/>
          </p:nvPr>
        </p:nvSpPr>
        <p:spPr>
          <a:xfrm>
            <a:off x="1181100" y="692750"/>
            <a:ext cx="6934200" cy="5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3" name="Google Shape;3313;p279"/>
          <p:cNvSpPr/>
          <p:nvPr/>
        </p:nvSpPr>
        <p:spPr>
          <a:xfrm>
            <a:off x="537600" y="689575"/>
            <a:ext cx="537900" cy="53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3314" name="Google Shape;3314;p279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MAIN_POINT"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2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7" name="Google Shape;3317;p280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28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2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21" name="Google Shape;3321;p2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22" name="Google Shape;3322;p2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6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58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79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1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theme" Target="../theme/theme8.xml"/><Relationship Id="rId20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7.xml"/><Relationship Id="rId27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31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95.xml"/><Relationship Id="rId38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97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38.xml"/><Relationship Id="rId42" Type="http://schemas.openxmlformats.org/officeDocument/2006/relationships/slideLayout" Target="../slideLayouts/slideLayout160.xml"/><Relationship Id="rId41" Type="http://schemas.openxmlformats.org/officeDocument/2006/relationships/slideLayout" Target="../slideLayouts/slideLayout159.xml"/><Relationship Id="rId22" Type="http://schemas.openxmlformats.org/officeDocument/2006/relationships/slideLayout" Target="../slideLayouts/slideLayout140.xml"/><Relationship Id="rId44" Type="http://schemas.openxmlformats.org/officeDocument/2006/relationships/theme" Target="../theme/theme7.xml"/><Relationship Id="rId21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61.xml"/><Relationship Id="rId24" Type="http://schemas.openxmlformats.org/officeDocument/2006/relationships/slideLayout" Target="../slideLayouts/slideLayout142.xml"/><Relationship Id="rId23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Relationship Id="rId26" Type="http://schemas.openxmlformats.org/officeDocument/2006/relationships/slideLayout" Target="../slideLayouts/slideLayout144.xml"/><Relationship Id="rId25" Type="http://schemas.openxmlformats.org/officeDocument/2006/relationships/slideLayout" Target="../slideLayouts/slideLayout143.xml"/><Relationship Id="rId28" Type="http://schemas.openxmlformats.org/officeDocument/2006/relationships/slideLayout" Target="../slideLayouts/slideLayout146.xml"/><Relationship Id="rId27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29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49.xml"/><Relationship Id="rId30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29.xml"/><Relationship Id="rId33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31.xml"/><Relationship Id="rId35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30.xml"/><Relationship Id="rId34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33.xml"/><Relationship Id="rId37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35.xml"/><Relationship Id="rId39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34.xml"/><Relationship Id="rId38" Type="http://schemas.openxmlformats.org/officeDocument/2006/relationships/slideLayout" Target="../slideLayouts/slideLayout156.xml"/><Relationship Id="rId19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36.xml"/></Relationships>
</file>

<file path=ppt/slideMasters/_rels/slideMaster5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01.xml"/><Relationship Id="rId20" Type="http://schemas.openxmlformats.org/officeDocument/2006/relationships/slideLayout" Target="../slideLayouts/slideLayout181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202.xml"/><Relationship Id="rId22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26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86.xml"/><Relationship Id="rId28" Type="http://schemas.openxmlformats.org/officeDocument/2006/relationships/slideLayout" Target="../slideLayouts/slideLayout189.xml"/><Relationship Id="rId27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29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31" Type="http://schemas.openxmlformats.org/officeDocument/2006/relationships/slideLayout" Target="../slideLayouts/slideLayout192.xml"/><Relationship Id="rId30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72.xml"/><Relationship Id="rId33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71.xml"/><Relationship Id="rId32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74.xml"/><Relationship Id="rId35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173.xml"/><Relationship Id="rId34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176.xml"/><Relationship Id="rId37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175.xml"/><Relationship Id="rId36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178.xml"/><Relationship Id="rId39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77.xml"/><Relationship Id="rId38" Type="http://schemas.openxmlformats.org/officeDocument/2006/relationships/slideLayout" Target="../slideLayouts/slideLayout199.xml"/><Relationship Id="rId19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79.xml"/></Relationships>
</file>

<file path=ppt/slideMasters/_rels/slideMaster6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42.xml"/><Relationship Id="rId20" Type="http://schemas.openxmlformats.org/officeDocument/2006/relationships/slideLayout" Target="../slideLayouts/slideLayout222.xml"/><Relationship Id="rId42" Type="http://schemas.openxmlformats.org/officeDocument/2006/relationships/slideLayout" Target="../slideLayouts/slideLayout244.xml"/><Relationship Id="rId41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24.xml"/><Relationship Id="rId21" Type="http://schemas.openxmlformats.org/officeDocument/2006/relationships/slideLayout" Target="../slideLayouts/slideLayout223.xml"/><Relationship Id="rId43" Type="http://schemas.openxmlformats.org/officeDocument/2006/relationships/theme" Target="../theme/theme4.xml"/><Relationship Id="rId24" Type="http://schemas.openxmlformats.org/officeDocument/2006/relationships/slideLayout" Target="../slideLayouts/slideLayout226.xml"/><Relationship Id="rId23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26" Type="http://schemas.openxmlformats.org/officeDocument/2006/relationships/slideLayout" Target="../slideLayouts/slideLayout228.xml"/><Relationship Id="rId25" Type="http://schemas.openxmlformats.org/officeDocument/2006/relationships/slideLayout" Target="../slideLayouts/slideLayout227.xml"/><Relationship Id="rId28" Type="http://schemas.openxmlformats.org/officeDocument/2006/relationships/slideLayout" Target="../slideLayouts/slideLayout230.xml"/><Relationship Id="rId27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8.xml"/><Relationship Id="rId29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10.xml"/><Relationship Id="rId31" Type="http://schemas.openxmlformats.org/officeDocument/2006/relationships/slideLayout" Target="../slideLayouts/slideLayout233.xml"/><Relationship Id="rId30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13.xml"/><Relationship Id="rId33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212.xml"/><Relationship Id="rId32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215.xml"/><Relationship Id="rId35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14.xml"/><Relationship Id="rId34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17.xml"/><Relationship Id="rId37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216.xml"/><Relationship Id="rId36" Type="http://schemas.openxmlformats.org/officeDocument/2006/relationships/slideLayout" Target="../slideLayouts/slideLayout238.xml"/><Relationship Id="rId17" Type="http://schemas.openxmlformats.org/officeDocument/2006/relationships/slideLayout" Target="../slideLayouts/slideLayout219.xml"/><Relationship Id="rId39" Type="http://schemas.openxmlformats.org/officeDocument/2006/relationships/slideLayout" Target="../slideLayouts/slideLayout241.xml"/><Relationship Id="rId16" Type="http://schemas.openxmlformats.org/officeDocument/2006/relationships/slideLayout" Target="../slideLayouts/slideLayout218.xml"/><Relationship Id="rId38" Type="http://schemas.openxmlformats.org/officeDocument/2006/relationships/slideLayout" Target="../slideLayouts/slideLayout240.xml"/><Relationship Id="rId19" Type="http://schemas.openxmlformats.org/officeDocument/2006/relationships/slideLayout" Target="../slideLayouts/slideLayout221.xml"/><Relationship Id="rId18" Type="http://schemas.openxmlformats.org/officeDocument/2006/relationships/slideLayout" Target="../slideLayouts/slideLayout220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4.xml"/><Relationship Id="rId22" Type="http://schemas.openxmlformats.org/officeDocument/2006/relationships/slideLayout" Target="../slideLayouts/slideLayout266.xml"/><Relationship Id="rId21" Type="http://schemas.openxmlformats.org/officeDocument/2006/relationships/slideLayout" Target="../slideLayouts/slideLayout265.xml"/><Relationship Id="rId24" Type="http://schemas.openxmlformats.org/officeDocument/2006/relationships/slideLayout" Target="../slideLayouts/slideLayout268.xml"/><Relationship Id="rId23" Type="http://schemas.openxmlformats.org/officeDocument/2006/relationships/slideLayout" Target="../slideLayouts/slideLayout267.xml"/><Relationship Id="rId1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8.xml"/><Relationship Id="rId9" Type="http://schemas.openxmlformats.org/officeDocument/2006/relationships/slideLayout" Target="../slideLayouts/slideLayout253.xml"/><Relationship Id="rId26" Type="http://schemas.openxmlformats.org/officeDocument/2006/relationships/slideLayout" Target="../slideLayouts/slideLayout270.xml"/><Relationship Id="rId25" Type="http://schemas.openxmlformats.org/officeDocument/2006/relationships/slideLayout" Target="../slideLayouts/slideLayout269.xml"/><Relationship Id="rId28" Type="http://schemas.openxmlformats.org/officeDocument/2006/relationships/slideLayout" Target="../slideLayouts/slideLayout272.xml"/><Relationship Id="rId27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50.xml"/><Relationship Id="rId29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2.xml"/><Relationship Id="rId31" Type="http://schemas.openxmlformats.org/officeDocument/2006/relationships/theme" Target="../theme/theme5.xml"/><Relationship Id="rId30" Type="http://schemas.openxmlformats.org/officeDocument/2006/relationships/slideLayout" Target="../slideLayouts/slideLayout274.xml"/><Relationship Id="rId11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54.xml"/><Relationship Id="rId13" Type="http://schemas.openxmlformats.org/officeDocument/2006/relationships/slideLayout" Target="../slideLayouts/slideLayout257.xml"/><Relationship Id="rId12" Type="http://schemas.openxmlformats.org/officeDocument/2006/relationships/slideLayout" Target="../slideLayouts/slideLayout256.xml"/><Relationship Id="rId15" Type="http://schemas.openxmlformats.org/officeDocument/2006/relationships/slideLayout" Target="../slideLayouts/slideLayout259.xml"/><Relationship Id="rId14" Type="http://schemas.openxmlformats.org/officeDocument/2006/relationships/slideLayout" Target="../slideLayouts/slideLayout258.xml"/><Relationship Id="rId17" Type="http://schemas.openxmlformats.org/officeDocument/2006/relationships/slideLayout" Target="../slideLayouts/slideLayout261.xml"/><Relationship Id="rId16" Type="http://schemas.openxmlformats.org/officeDocument/2006/relationships/slideLayout" Target="../slideLayouts/slideLayout260.xml"/><Relationship Id="rId19" Type="http://schemas.openxmlformats.org/officeDocument/2006/relationships/slideLayout" Target="../slideLayouts/slideLayout263.xml"/><Relationship Id="rId18" Type="http://schemas.openxmlformats.org/officeDocument/2006/relationships/slideLayout" Target="../slideLayouts/slideLayout2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36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9" name="Google Shape;159;p36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36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36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716" r:id="rId35"/>
    <p:sldLayoutId id="2147483717" r:id="rId36"/>
    <p:sldLayoutId id="2147483718" r:id="rId37"/>
    <p:sldLayoutId id="2147483719" r:id="rId38"/>
    <p:sldLayoutId id="2147483720" r:id="rId39"/>
    <p:sldLayoutId id="2147483721" r:id="rId40"/>
    <p:sldLayoutId id="2147483722" r:id="rId41"/>
    <p:sldLayoutId id="2147483723" r:id="rId42"/>
    <p:sldLayoutId id="2147483724" r:id="rId43"/>
    <p:sldLayoutId id="2147483725" r:id="rId44"/>
    <p:sldLayoutId id="2147483726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2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8" name="Google Shape;508;p82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9" name="Google Shape;509;p82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2" r:id="rId36"/>
    <p:sldLayoutId id="2147483763" r:id="rId37"/>
    <p:sldLayoutId id="2147483764" r:id="rId38"/>
    <p:sldLayoutId id="2147483765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22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36" name="Google Shape;936;p122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66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947" name="Google Shape;1947;p166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948" name="Google Shape;1948;p166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  <p:sldLayoutId id="2147483828" r:id="rId20"/>
    <p:sldLayoutId id="2147483829" r:id="rId21"/>
    <p:sldLayoutId id="2147483830" r:id="rId22"/>
    <p:sldLayoutId id="2147483831" r:id="rId23"/>
    <p:sldLayoutId id="2147483832" r:id="rId24"/>
    <p:sldLayoutId id="2147483833" r:id="rId25"/>
    <p:sldLayoutId id="2147483834" r:id="rId26"/>
    <p:sldLayoutId id="2147483835" r:id="rId27"/>
    <p:sldLayoutId id="2147483836" r:id="rId28"/>
    <p:sldLayoutId id="2147483837" r:id="rId29"/>
    <p:sldLayoutId id="2147483838" r:id="rId30"/>
    <p:sldLayoutId id="2147483839" r:id="rId31"/>
    <p:sldLayoutId id="2147483840" r:id="rId32"/>
    <p:sldLayoutId id="2147483841" r:id="rId33"/>
    <p:sldLayoutId id="2147483842" r:id="rId34"/>
    <p:sldLayoutId id="2147483843" r:id="rId35"/>
    <p:sldLayoutId id="2147483844" r:id="rId36"/>
    <p:sldLayoutId id="2147483845" r:id="rId37"/>
    <p:sldLayoutId id="2147483846" r:id="rId38"/>
    <p:sldLayoutId id="2147483847" r:id="rId39"/>
    <p:sldLayoutId id="2147483848" r:id="rId40"/>
    <p:sldLayoutId id="214748384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208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86" name="Google Shape;2486;p208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  <p:sldLayoutId id="2147483868" r:id="rId19"/>
    <p:sldLayoutId id="2147483869" r:id="rId20"/>
    <p:sldLayoutId id="2147483870" r:id="rId21"/>
    <p:sldLayoutId id="2147483871" r:id="rId22"/>
    <p:sldLayoutId id="2147483872" r:id="rId23"/>
    <p:sldLayoutId id="2147483873" r:id="rId24"/>
    <p:sldLayoutId id="2147483874" r:id="rId25"/>
    <p:sldLayoutId id="2147483875" r:id="rId26"/>
    <p:sldLayoutId id="2147483876" r:id="rId27"/>
    <p:sldLayoutId id="2147483877" r:id="rId28"/>
    <p:sldLayoutId id="2147483878" r:id="rId29"/>
    <p:sldLayoutId id="2147483879" r:id="rId30"/>
    <p:sldLayoutId id="2147483880" r:id="rId31"/>
    <p:sldLayoutId id="2147483881" r:id="rId32"/>
    <p:sldLayoutId id="2147483882" r:id="rId33"/>
    <p:sldLayoutId id="2147483883" r:id="rId34"/>
    <p:sldLayoutId id="2147483884" r:id="rId35"/>
    <p:sldLayoutId id="2147483885" r:id="rId36"/>
    <p:sldLayoutId id="2147483886" r:id="rId37"/>
    <p:sldLayoutId id="2147483887" r:id="rId38"/>
    <p:sldLayoutId id="2147483888" r:id="rId39"/>
    <p:sldLayoutId id="2147483889" r:id="rId40"/>
    <p:sldLayoutId id="2147483890" r:id="rId41"/>
    <p:sldLayoutId id="2147483891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2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2829" name="Google Shape;2829;p251"/>
          <p:cNvSpPr txBox="1"/>
          <p:nvPr>
            <p:ph idx="1" type="body"/>
          </p:nvPr>
        </p:nvSpPr>
        <p:spPr>
          <a:xfrm>
            <a:off x="311700" y="2221525"/>
            <a:ext cx="8520600" cy="24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Light"/>
              <a:buChar char="●"/>
              <a:defRPr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830" name="Google Shape;2830;p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09" r:id="rId18"/>
    <p:sldLayoutId id="2147483910" r:id="rId19"/>
    <p:sldLayoutId id="2147483911" r:id="rId20"/>
    <p:sldLayoutId id="2147483912" r:id="rId21"/>
    <p:sldLayoutId id="2147483913" r:id="rId22"/>
    <p:sldLayoutId id="2147483914" r:id="rId23"/>
    <p:sldLayoutId id="2147483915" r:id="rId24"/>
    <p:sldLayoutId id="2147483916" r:id="rId25"/>
    <p:sldLayoutId id="2147483917" r:id="rId26"/>
    <p:sldLayoutId id="2147483918" r:id="rId27"/>
    <p:sldLayoutId id="2147483919" r:id="rId28"/>
    <p:sldLayoutId id="2147483920" r:id="rId29"/>
    <p:sldLayoutId id="2147483921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45.jp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7" name="Google Shape;3327;p282"/>
          <p:cNvCxnSpPr/>
          <p:nvPr/>
        </p:nvCxnSpPr>
        <p:spPr>
          <a:xfrm>
            <a:off x="225525" y="21701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8" name="Google Shape;3328;p282"/>
          <p:cNvCxnSpPr/>
          <p:nvPr/>
        </p:nvCxnSpPr>
        <p:spPr>
          <a:xfrm>
            <a:off x="225525" y="11758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9" name="Google Shape;3329;p28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0" name="Google Shape;3330;p282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</a:t>
            </a:r>
            <a:endParaRPr/>
          </a:p>
        </p:txBody>
      </p:sp>
      <p:cxnSp>
        <p:nvCxnSpPr>
          <p:cNvPr id="3331" name="Google Shape;3331;p282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28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June</a:t>
            </a:r>
            <a:endParaRPr/>
          </a:p>
        </p:txBody>
      </p:sp>
      <p:sp>
        <p:nvSpPr>
          <p:cNvPr id="3337" name="Google Shape;3337;p28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3338" name="Google Shape;3338;p28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 Applications</a:t>
            </a:r>
            <a:endParaRPr/>
          </a:p>
        </p:txBody>
      </p:sp>
      <p:sp>
        <p:nvSpPr>
          <p:cNvPr id="3339" name="Google Shape;3339;p283"/>
          <p:cNvSpPr txBox="1"/>
          <p:nvPr/>
        </p:nvSpPr>
        <p:spPr>
          <a:xfrm>
            <a:off x="347625" y="328600"/>
            <a:ext cx="46470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Meet the Team</a:t>
            </a:r>
            <a:endParaRPr sz="34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340" name="Google Shape;3340;p283"/>
          <p:cNvSpPr txBox="1"/>
          <p:nvPr/>
        </p:nvSpPr>
        <p:spPr>
          <a:xfrm>
            <a:off x="4767700" y="4036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Rahul Rajkumar</a:t>
            </a:r>
            <a:endParaRPr sz="12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341" name="Google Shape;3341;p283"/>
          <p:cNvSpPr txBox="1"/>
          <p:nvPr/>
        </p:nvSpPr>
        <p:spPr>
          <a:xfrm>
            <a:off x="7297625" y="4042472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Andrew Michael</a:t>
            </a:r>
            <a:endParaRPr sz="12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3342" name="Google Shape;3342;p283"/>
          <p:cNvPicPr preferRelativeResize="0"/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7095750" y="2273816"/>
            <a:ext cx="1672500" cy="164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343" name="Google Shape;3343;p283"/>
          <p:cNvPicPr preferRelativeResize="0"/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4526675" y="2273900"/>
            <a:ext cx="1672500" cy="164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p284"/>
          <p:cNvSpPr/>
          <p:nvPr/>
        </p:nvSpPr>
        <p:spPr>
          <a:xfrm flipH="1" rot="10800000">
            <a:off x="4709199" y="325325"/>
            <a:ext cx="4092600" cy="44232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9" name="Google Shape;3349;p284"/>
          <p:cNvSpPr/>
          <p:nvPr/>
        </p:nvSpPr>
        <p:spPr>
          <a:xfrm rot="4795490">
            <a:off x="8281252" y="4337541"/>
            <a:ext cx="207500" cy="287945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50" name="Google Shape;3350;p284"/>
          <p:cNvSpPr txBox="1"/>
          <p:nvPr/>
        </p:nvSpPr>
        <p:spPr>
          <a:xfrm>
            <a:off x="5712000" y="3467675"/>
            <a:ext cx="526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1" name="Google Shape;3351;p28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3352" name="Google Shape;3352;p28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are  we working on: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Edge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are we doing: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Creating Benchmarks</a:t>
            </a:r>
            <a:endParaRPr/>
          </a:p>
        </p:txBody>
      </p:sp>
      <p:sp>
        <p:nvSpPr>
          <p:cNvPr id="3353" name="Google Shape;3353;p284"/>
          <p:cNvSpPr txBox="1"/>
          <p:nvPr>
            <p:ph idx="2" type="title"/>
          </p:nvPr>
        </p:nvSpPr>
        <p:spPr>
          <a:xfrm rot="-173518">
            <a:off x="4362854" y="3966066"/>
            <a:ext cx="1974114" cy="33853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EDGE</a:t>
            </a:r>
            <a:endParaRPr/>
          </a:p>
        </p:txBody>
      </p:sp>
      <p:pic>
        <p:nvPicPr>
          <p:cNvPr id="3354" name="Google Shape;3354;p284"/>
          <p:cNvPicPr preferRelativeResize="0"/>
          <p:nvPr/>
        </p:nvPicPr>
        <p:blipFill rotWithShape="1">
          <a:blip r:embed="rId3">
            <a:alphaModFix/>
          </a:blip>
          <a:srcRect b="0" l="0" r="0" t="7689"/>
          <a:stretch/>
        </p:blipFill>
        <p:spPr>
          <a:xfrm>
            <a:off x="4900050" y="536675"/>
            <a:ext cx="3804800" cy="351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285"/>
          <p:cNvSpPr/>
          <p:nvPr/>
        </p:nvSpPr>
        <p:spPr>
          <a:xfrm>
            <a:off x="4464825" y="595888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0" name="Google Shape;3360;p285"/>
          <p:cNvSpPr/>
          <p:nvPr/>
        </p:nvSpPr>
        <p:spPr>
          <a:xfrm>
            <a:off x="5776325" y="843488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1" name="Google Shape;3361;p285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</a:t>
            </a:r>
            <a:endParaRPr/>
          </a:p>
        </p:txBody>
      </p:sp>
      <p:sp>
        <p:nvSpPr>
          <p:cNvPr id="3362" name="Google Shape;3362;p285"/>
          <p:cNvSpPr txBox="1"/>
          <p:nvPr>
            <p:ph idx="2" type="subTitle"/>
          </p:nvPr>
        </p:nvSpPr>
        <p:spPr>
          <a:xfrm>
            <a:off x="4684275" y="658438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Point 1</a:t>
            </a:r>
            <a:endParaRPr sz="1600"/>
          </a:p>
        </p:txBody>
      </p:sp>
      <p:sp>
        <p:nvSpPr>
          <p:cNvPr id="3363" name="Google Shape;3363;p285"/>
          <p:cNvSpPr txBox="1"/>
          <p:nvPr>
            <p:ph idx="3" type="subTitle"/>
          </p:nvPr>
        </p:nvSpPr>
        <p:spPr>
          <a:xfrm>
            <a:off x="6205200" y="843488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Finished automating our data collection pipeline</a:t>
            </a:r>
            <a:endParaRPr sz="1700"/>
          </a:p>
        </p:txBody>
      </p:sp>
      <p:sp>
        <p:nvSpPr>
          <p:cNvPr id="3364" name="Google Shape;3364;p285"/>
          <p:cNvSpPr/>
          <p:nvPr/>
        </p:nvSpPr>
        <p:spPr>
          <a:xfrm>
            <a:off x="4464825" y="1898913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5" name="Google Shape;3365;p285"/>
          <p:cNvSpPr/>
          <p:nvPr/>
        </p:nvSpPr>
        <p:spPr>
          <a:xfrm>
            <a:off x="5776325" y="2146513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6" name="Google Shape;3366;p285"/>
          <p:cNvSpPr txBox="1"/>
          <p:nvPr>
            <p:ph idx="2" type="subTitle"/>
          </p:nvPr>
        </p:nvSpPr>
        <p:spPr>
          <a:xfrm>
            <a:off x="4684275" y="1961463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Point 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367" name="Google Shape;3367;p285"/>
          <p:cNvSpPr txBox="1"/>
          <p:nvPr>
            <p:ph idx="3" type="subTitle"/>
          </p:nvPr>
        </p:nvSpPr>
        <p:spPr>
          <a:xfrm>
            <a:off x="6205200" y="2146525"/>
            <a:ext cx="22302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Created a pool of prompts to send to the LLM &amp; collected data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368" name="Google Shape;3368;p285"/>
          <p:cNvSpPr/>
          <p:nvPr/>
        </p:nvSpPr>
        <p:spPr>
          <a:xfrm>
            <a:off x="4464825" y="3079763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9" name="Google Shape;3369;p285"/>
          <p:cNvSpPr/>
          <p:nvPr/>
        </p:nvSpPr>
        <p:spPr>
          <a:xfrm>
            <a:off x="5776325" y="3327363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70" name="Google Shape;3370;p285"/>
          <p:cNvSpPr txBox="1"/>
          <p:nvPr>
            <p:ph idx="2" type="subTitle"/>
          </p:nvPr>
        </p:nvSpPr>
        <p:spPr>
          <a:xfrm>
            <a:off x="4684275" y="3142313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Point 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371" name="Google Shape;3371;p285"/>
          <p:cNvSpPr txBox="1"/>
          <p:nvPr>
            <p:ph idx="3" type="subTitle"/>
          </p:nvPr>
        </p:nvSpPr>
        <p:spPr>
          <a:xfrm>
            <a:off x="6129000" y="3327363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Did some basic EDA on data and tried to figure out important factors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5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6" name="Google Shape;3376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808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377" name="Google Shape;3377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0186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3378" name="Google Shape;3378;p286"/>
          <p:cNvSpPr/>
          <p:nvPr/>
        </p:nvSpPr>
        <p:spPr>
          <a:xfrm>
            <a:off x="446761" y="19193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379" name="Google Shape;3379;p286"/>
          <p:cNvSpPr/>
          <p:nvPr/>
        </p:nvSpPr>
        <p:spPr>
          <a:xfrm>
            <a:off x="491620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380" name="Google Shape;3380;p286"/>
          <p:cNvGrpSpPr/>
          <p:nvPr/>
        </p:nvGrpSpPr>
        <p:grpSpPr>
          <a:xfrm>
            <a:off x="2196150" y="1919375"/>
            <a:ext cx="514500" cy="514500"/>
            <a:chOff x="2196150" y="1919375"/>
            <a:chExt cx="514500" cy="514500"/>
          </a:xfrm>
        </p:grpSpPr>
        <p:sp>
          <p:nvSpPr>
            <p:cNvPr id="3381" name="Google Shape;3381;p286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82" name="Google Shape;3382;p286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</a:t>
              </a:r>
              <a:endParaRPr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383" name="Google Shape;3383;p28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Future Plans…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84" name="Google Shape;3384;p286"/>
          <p:cNvSpPr txBox="1"/>
          <p:nvPr/>
        </p:nvSpPr>
        <p:spPr>
          <a:xfrm>
            <a:off x="335050" y="2639675"/>
            <a:ext cx="1569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Derive an actual benchmark number based on data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85" name="Google Shape;3385;p286"/>
          <p:cNvSpPr txBox="1"/>
          <p:nvPr/>
        </p:nvSpPr>
        <p:spPr>
          <a:xfrm>
            <a:off x="1983650" y="2648775"/>
            <a:ext cx="16935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Rerun the experiment on a smaller scale to test </a:t>
            </a: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reproducibility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386" name="Google Shape;3386;p286"/>
          <p:cNvPicPr preferRelativeResize="0"/>
          <p:nvPr/>
        </p:nvPicPr>
        <p:blipFill rotWithShape="1">
          <a:blip r:embed="rId4">
            <a:alphaModFix/>
          </a:blip>
          <a:srcRect b="7116" l="0" r="0" t="12832"/>
          <a:stretch/>
        </p:blipFill>
        <p:spPr>
          <a:xfrm>
            <a:off x="5038176" y="2465225"/>
            <a:ext cx="2718614" cy="260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7" name="Google Shape;3387;p2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3800" y="409925"/>
            <a:ext cx="1623601" cy="162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8" name="Google Shape;3388;p2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8729" y="347727"/>
            <a:ext cx="2197771" cy="1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9" name="Google Shape;3389;p286"/>
          <p:cNvSpPr txBox="1"/>
          <p:nvPr/>
        </p:nvSpPr>
        <p:spPr>
          <a:xfrm>
            <a:off x="4927925" y="0"/>
            <a:ext cx="1693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WEEK 1</a:t>
            </a:r>
            <a:endParaRPr b="1" sz="18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390" name="Google Shape;3390;p286"/>
          <p:cNvSpPr txBox="1"/>
          <p:nvPr/>
        </p:nvSpPr>
        <p:spPr>
          <a:xfrm>
            <a:off x="4999825" y="2033525"/>
            <a:ext cx="1487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WEEK 7</a:t>
            </a:r>
            <a:endParaRPr b="1" sz="1800" u="sng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391" name="Google Shape;3391;p286"/>
          <p:cNvPicPr preferRelativeResize="0"/>
          <p:nvPr/>
        </p:nvPicPr>
        <p:blipFill rotWithShape="1">
          <a:blip r:embed="rId7">
            <a:alphaModFix/>
          </a:blip>
          <a:srcRect b="11037" l="11302" r="14243" t="7022"/>
          <a:stretch/>
        </p:blipFill>
        <p:spPr>
          <a:xfrm>
            <a:off x="7219200" y="2178373"/>
            <a:ext cx="1693500" cy="1863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395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p28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3397" name="Google Shape;3397;p287"/>
          <p:cNvSpPr txBox="1"/>
          <p:nvPr>
            <p:ph idx="4" type="body"/>
          </p:nvPr>
        </p:nvSpPr>
        <p:spPr>
          <a:xfrm>
            <a:off x="6772321" y="4573625"/>
            <a:ext cx="19476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Grade 5</a:t>
            </a:r>
            <a:endParaRPr sz="1900"/>
          </a:p>
        </p:txBody>
      </p:sp>
      <p:pic>
        <p:nvPicPr>
          <p:cNvPr id="3398" name="Google Shape;3398;p2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5" y="94450"/>
            <a:ext cx="3114475" cy="175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9" name="Google Shape;3399;p2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0126" y="0"/>
            <a:ext cx="2377850" cy="2712249"/>
          </a:xfrm>
          <a:prstGeom prst="rect">
            <a:avLst/>
          </a:prstGeom>
          <a:noFill/>
          <a:ln>
            <a:noFill/>
          </a:ln>
        </p:spPr>
      </p:pic>
      <p:sp>
        <p:nvSpPr>
          <p:cNvPr id="3400" name="Google Shape;3400;p287"/>
          <p:cNvSpPr txBox="1"/>
          <p:nvPr/>
        </p:nvSpPr>
        <p:spPr>
          <a:xfrm>
            <a:off x="4076700" y="4596575"/>
            <a:ext cx="439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case if you can’t tell, we are in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ssignment #2">
  <a:themeElements>
    <a:clrScheme name="Simple Light">
      <a:dk1>
        <a:srgbClr val="000000"/>
      </a:dk1>
      <a:lt1>
        <a:srgbClr val="FCF9F6"/>
      </a:lt1>
      <a:dk2>
        <a:srgbClr val="DE7E5D"/>
      </a:dk2>
      <a:lt2>
        <a:srgbClr val="FFB185"/>
      </a:lt2>
      <a:accent1>
        <a:srgbClr val="FFE5D6"/>
      </a:accent1>
      <a:accent2>
        <a:srgbClr val="FFCCAF"/>
      </a:accent2>
      <a:accent3>
        <a:srgbClr val="CAF0F8"/>
      </a:accent3>
      <a:accent4>
        <a:srgbClr val="00B4D8"/>
      </a:accent4>
      <a:accent5>
        <a:srgbClr val="0077B6"/>
      </a:accent5>
      <a:accent6>
        <a:srgbClr val="03045E"/>
      </a:accent6>
      <a:hlink>
        <a:srgbClr val="001D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