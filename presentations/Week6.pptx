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218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29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137.xml"/>
  <Override ContentType="application/vnd.openxmlformats-officedocument.presentationml.slideLayout+xml" PartName="/ppt/slideLayouts/slideLayout226.xml"/>
  <Override ContentType="application/vnd.openxmlformats-officedocument.presentationml.slideLayout+xml" PartName="/ppt/slideLayouts/slideLayout96.xml"/>
  <Override ContentType="application/vnd.openxmlformats-officedocument.presentationml.slideLayout+xml" PartName="/ppt/slideLayouts/slideLayout269.xml"/>
  <Override ContentType="application/vnd.openxmlformats-officedocument.presentationml.slideLayout+xml" PartName="/ppt/slideLayouts/slideLayout110.xml"/>
  <Override ContentType="application/vnd.openxmlformats-officedocument.presentationml.slideLayout+xml" PartName="/ppt/slideLayouts/slideLayout153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250.xml"/>
  <Override ContentType="application/vnd.openxmlformats-officedocument.presentationml.slideLayout+xml" PartName="/ppt/slideLayouts/slideLayout145.xml"/>
  <Override ContentType="application/vnd.openxmlformats-officedocument.presentationml.slideLayout+xml" PartName="/ppt/slideLayouts/slideLayout196.xml"/>
  <Override ContentType="application/vnd.openxmlformats-officedocument.presentationml.slideLayout+xml" PartName="/ppt/slideLayouts/slideLayout234.xml"/>
  <Override ContentType="application/vnd.openxmlformats-officedocument.presentationml.slideLayout+xml" PartName="/ppt/slideLayouts/slideLayout102.xml"/>
  <Override ContentType="application/vnd.openxmlformats-officedocument.presentationml.slideLayout+xml" PartName="/ppt/slideLayouts/slideLayout188.xml"/>
  <Override ContentType="application/vnd.openxmlformats-officedocument.presentationml.slideLayout+xml" PartName="/ppt/slideLayouts/slideLayout242.xml"/>
  <Override ContentType="application/vnd.openxmlformats-officedocument.presentationml.slideLayout+xml" PartName="/ppt/slideLayouts/slideLayout165.xml"/>
  <Override ContentType="application/vnd.openxmlformats-officedocument.presentationml.slideLayout+xml" PartName="/ppt/slideLayouts/slideLayout262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122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17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8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257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84.xml"/>
  <Override ContentType="application/vnd.openxmlformats-officedocument.presentationml.slideLayout+xml" PartName="/ppt/slideLayouts/slideLayout214.xml"/>
  <Override ContentType="application/vnd.openxmlformats-officedocument.presentationml.slideLayout+xml" PartName="/ppt/slideLayouts/slideLayout92.xml"/>
  <Override ContentType="application/vnd.openxmlformats-officedocument.presentationml.slideLayout+xml" PartName="/ppt/slideLayouts/slideLayout150.xml"/>
  <Override ContentType="application/vnd.openxmlformats-officedocument.presentationml.slideLayout+xml" PartName="/ppt/slideLayouts/slideLayout193.xml"/>
  <Override ContentType="application/vnd.openxmlformats-officedocument.presentationml.slideLayout+xml" PartName="/ppt/slideLayouts/slideLayout185.xml"/>
  <Override ContentType="application/vnd.openxmlformats-officedocument.presentationml.slideLayout+xml" PartName="/ppt/slideLayouts/slideLayout133.xml"/>
  <Override ContentType="application/vnd.openxmlformats-officedocument.presentationml.slideLayout+xml" PartName="/ppt/slideLayouts/slideLayout176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149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106.xml"/>
  <Override ContentType="application/vnd.openxmlformats-officedocument.presentationml.slideLayout+xml" PartName="/ppt/slideLayouts/slideLayout238.xml"/>
  <Override ContentType="application/vnd.openxmlformats-officedocument.presentationml.slideLayout+xml" PartName="/ppt/slideLayouts/slideLayout77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73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81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57.xml"/>
  <Override ContentType="application/vnd.openxmlformats-officedocument.presentationml.slideLayout+xml" PartName="/ppt/slideLayouts/slideLayout69.xml"/>
  <Override ContentType="application/vnd.openxmlformats-officedocument.presentationml.slideLayout+xml" PartName="/ppt/slideLayouts/slideLayout114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61.xml"/>
  <Override ContentType="application/vnd.openxmlformats-officedocument.presentationml.slideLayout+xml" PartName="/ppt/slideLayouts/slideLayout172.xml"/>
  <Override ContentType="application/vnd.openxmlformats-officedocument.presentationml.slideLayout+xml" PartName="/ppt/slideLayouts/slideLayout266.xml"/>
  <Override ContentType="application/vnd.openxmlformats-officedocument.presentationml.slideLayout+xml" PartName="/ppt/slideLayouts/slideLayout206.xml"/>
  <Override ContentType="application/vnd.openxmlformats-officedocument.presentationml.slideLayout+xml" PartName="/ppt/slideLayouts/slideLayout223.xml"/>
  <Override ContentType="application/vnd.openxmlformats-officedocument.presentationml.slideLayout+xml" PartName="/ppt/slideLayouts/slideLayout142.xml"/>
  <Override ContentType="application/vnd.openxmlformats-officedocument.presentationml.slideLayout+xml" PartName="/ppt/slideLayouts/slideLayout249.xml"/>
  <Override ContentType="application/vnd.openxmlformats-officedocument.presentationml.slideLayout+xml" PartName="/ppt/slideLayouts/slideLayout125.xml"/>
  <Override ContentType="application/vnd.openxmlformats-officedocument.presentationml.slideLayout+xml" PartName="/ppt/slideLayouts/slideLayout88.xml"/>
  <Override ContentType="application/vnd.openxmlformats-officedocument.presentationml.slideLayout+xml" PartName="/ppt/slideLayouts/slideLayout168.xml"/>
  <Override ContentType="application/vnd.openxmlformats-officedocument.presentationml.slideLayout+xml" PartName="/ppt/slideLayouts/slideLayout210.xml"/>
  <Override ContentType="application/vnd.openxmlformats-officedocument.presentationml.slideLayout+xml" PartName="/ppt/slideLayouts/slideLayout270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253.xml"/>
  <Override ContentType="application/vnd.openxmlformats-officedocument.presentationml.slideLayout+xml" PartName="/ppt/slideLayouts/slideLayout189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146.xml"/>
  <Override ContentType="application/vnd.openxmlformats-officedocument.presentationml.slideLayout+xml" PartName="/ppt/slideLayouts/slideLayout103.xml"/>
  <Override ContentType="application/vnd.openxmlformats-officedocument.presentationml.slideLayout+xml" PartName="/ppt/slideLayouts/slideLayout235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89.xml"/>
  <Override ContentType="application/vnd.openxmlformats-officedocument.presentationml.slideLayout+xml" PartName="/ppt/slideLayouts/slideLayout219.xml"/>
  <Override ContentType="application/vnd.openxmlformats-officedocument.presentationml.slideLayout+xml" PartName="/ppt/slideLayouts/slideLayout70.xml"/>
  <Override ContentType="application/vnd.openxmlformats-officedocument.presentationml.slideLayout+xml" PartName="/ppt/slideLayouts/slideLayout217.xml"/>
  <Override ContentType="application/vnd.openxmlformats-officedocument.presentationml.slideLayout+xml" PartName="/ppt/slideLayouts/slideLayout128.xml"/>
  <Override ContentType="application/vnd.openxmlformats-officedocument.presentationml.slideLayout+xml" PartName="/ppt/slideLayouts/slideLayout22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80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95.xml"/>
  <Override ContentType="application/vnd.openxmlformats-officedocument.presentationml.slideLayout+xml" PartName="/ppt/slideLayouts/slideLayout162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251.xml"/>
  <Override ContentType="application/vnd.openxmlformats-officedocument.presentationml.slideLayout+xml" PartName="/ppt/slideLayouts/slideLayout99.xml"/>
  <Override ContentType="application/vnd.openxmlformats-officedocument.presentationml.slideLayout+xml" PartName="/ppt/slideLayouts/slideLayout268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152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8.xml"/>
  <Override ContentType="application/vnd.openxmlformats-officedocument.presentationml.slideLayout+xml" PartName="/ppt/slideLayouts/slideLayout195.xml"/>
  <Override ContentType="application/vnd.openxmlformats-officedocument.presentationml.slideLayout+xml" PartName="/ppt/slideLayouts/slideLayout245.xml"/>
  <Override ContentType="application/vnd.openxmlformats-officedocument.presentationml.slideLayout+xml" PartName="/ppt/slideLayouts/slideLayout85.xml"/>
  <Override ContentType="application/vnd.openxmlformats-officedocument.presentationml.slideLayout+xml" PartName="/ppt/slideLayouts/slideLayout202.xml"/>
  <Override ContentType="application/vnd.openxmlformats-officedocument.presentationml.slideLayout+xml" PartName="/ppt/slideLayouts/slideLayout177.xml"/>
  <Override ContentType="application/vnd.openxmlformats-officedocument.presentationml.slideLayout+xml" PartName="/ppt/slideLayouts/slideLayout79.xml"/>
  <Override ContentType="application/vnd.openxmlformats-officedocument.presentationml.slideLayout+xml" PartName="/ppt/slideLayouts/slideLayout134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231.xml"/>
  <Override ContentType="application/vnd.openxmlformats-officedocument.presentationml.slideLayout+xml" PartName="/ppt/slideLayouts/slideLayout274.xml"/>
  <Override ContentType="application/vnd.openxmlformats-officedocument.presentationml.slideLayout+xml" PartName="/ppt/slideLayouts/slideLayout273.xml"/>
  <Override ContentType="application/vnd.openxmlformats-officedocument.presentationml.slideLayout+xml" PartName="/ppt/slideLayouts/slideLayout184.xml"/>
  <Override ContentType="application/vnd.openxmlformats-officedocument.presentationml.slideLayout+xml" PartName="/ppt/slideLayouts/slideLayout230.xml"/>
  <Override ContentType="application/vnd.openxmlformats-officedocument.presentationml.slideLayout+xml" PartName="/ppt/slideLayouts/slideLayout141.xml"/>
  <Override ContentType="application/vnd.openxmlformats-officedocument.presentationml.slideLayout+xml" PartName="/ppt/slideLayouts/slideLayout23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7.xml"/>
  <Override ContentType="application/vnd.openxmlformats-officedocument.presentationml.slideLayout+xml" PartName="/ppt/slideLayouts/slideLayout107.xml"/>
  <Override ContentType="application/vnd.openxmlformats-officedocument.presentationml.slideLayout+xml" PartName="/ppt/slideLayouts/slideLayout256.xml"/>
  <Override ContentType="application/vnd.openxmlformats-officedocument.presentationml.slideLayout+xml" PartName="/ppt/slideLayouts/slideLayout124.xml"/>
  <Override ContentType="application/vnd.openxmlformats-officedocument.presentationml.slideLayout+xml" PartName="/ppt/slideLayouts/slideLayout21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74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91.xml"/>
  <Override ContentType="application/vnd.openxmlformats-officedocument.presentationml.slideLayout+xml" PartName="/ppt/slideLayouts/slideLayout220.xml"/>
  <Override ContentType="application/vnd.openxmlformats-officedocument.presentationml.slideLayout+xml" PartName="/ppt/slideLayouts/slideLayout263.xml"/>
  <Override ContentType="application/vnd.openxmlformats-officedocument.presentationml.slideLayout+xml" PartName="/ppt/slideLayouts/slideLayout68.xml"/>
  <Override ContentType="application/vnd.openxmlformats-officedocument.presentationml.slideLayout+xml" PartName="/ppt/slideLayouts/slideLayout203.xml"/>
  <Override ContentType="application/vnd.openxmlformats-officedocument.presentationml.slideLayout+xml" PartName="/ppt/slideLayouts/slideLayout246.xml"/>
  <Override ContentType="application/vnd.openxmlformats-officedocument.presentationml.slideLayout+xml" PartName="/ppt/slideLayouts/slideLayout229.xml"/>
  <Override ContentType="application/vnd.openxmlformats-officedocument.presentationml.slideLayout+xml" PartName="/ppt/slideLayouts/slideLayout190.xml"/>
  <Override ContentType="application/vnd.openxmlformats-officedocument.presentationml.slideLayout+xml" PartName="/ppt/slideLayouts/slideLayout224.xml"/>
  <Override ContentType="application/vnd.openxmlformats-officedocument.presentationml.slideLayout+xml" PartName="/ppt/slideLayouts/slideLayout267.xml"/>
  <Override ContentType="application/vnd.openxmlformats-officedocument.presentationml.slideLayout+xml" PartName="/ppt/slideLayouts/slideLayout207.xml"/>
  <Override ContentType="application/vnd.openxmlformats-officedocument.presentationml.slideLayout+xml" PartName="/ppt/slideLayouts/slideLayout130.xml"/>
  <Override ContentType="application/vnd.openxmlformats-officedocument.presentationml.slideLayout+xml" PartName="/ppt/slideLayouts/slideLayout113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241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80.xml"/>
  <Override ContentType="application/vnd.openxmlformats-officedocument.presentationml.slideLayout+xml" PartName="/ppt/slideLayouts/slideLayout139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156.xml"/>
  <Override ContentType="application/vnd.openxmlformats-officedocument.presentationml.slideLayout+xml" PartName="/ppt/slideLayouts/slideLayout199.xml"/>
  <Override ContentType="application/vnd.openxmlformats-officedocument.presentationml.slideLayout+xml" PartName="/ppt/slideLayouts/slideLayout173.xml"/>
  <Override ContentType="application/vnd.openxmlformats-officedocument.presentationml.slideLayout+xml" PartName="/ppt/slideLayouts/slideLayout171.xml"/>
  <Override ContentType="application/vnd.openxmlformats-officedocument.presentationml.slideLayout+xml" PartName="/ppt/slideLayouts/slideLayout260.xml"/>
  <Override ContentType="application/vnd.openxmlformats-officedocument.presentationml.slideLayout+xml" PartName="/ppt/slideLayouts/slideLayout198.xml"/>
  <Override ContentType="application/vnd.openxmlformats-officedocument.presentationml.slideLayout+xml" PartName="/ppt/slideLayouts/slideLayout252.xml"/>
  <Override ContentType="application/vnd.openxmlformats-officedocument.presentationml.slideLayout+xml" PartName="/ppt/slideLayouts/slideLayout120.xml"/>
  <Override ContentType="application/vnd.openxmlformats-officedocument.presentationml.slideLayout+xml" PartName="/ppt/slideLayouts/slideLayout163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98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19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216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59.xml"/>
  <Override ContentType="application/vnd.openxmlformats-officedocument.presentationml.slideLayout+xml" PartName="/ppt/slideLayouts/slideLayout78.xml"/>
  <Override ContentType="application/vnd.openxmlformats-officedocument.presentationml.slideLayout+xml" PartName="/ppt/slideLayouts/slideLayout232.xml"/>
  <Override ContentType="application/vnd.openxmlformats-officedocument.presentationml.slideLayout+xml" PartName="/ppt/slideLayouts/slideLayout208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178.xml"/>
  <Override ContentType="application/vnd.openxmlformats-officedocument.presentationml.slideLayout+xml" PartName="/ppt/slideLayouts/slideLayout228.xml"/>
  <Override ContentType="application/vnd.openxmlformats-officedocument.presentationml.slideLayout+xml" PartName="/ppt/slideLayouts/slideLayout135.xml"/>
  <Override ContentType="application/vnd.openxmlformats-officedocument.presentationml.slideLayout+xml" PartName="/ppt/slideLayouts/slideLayout104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147.xml"/>
  <Override ContentType="application/vnd.openxmlformats-officedocument.presentationml.slideLayout+xml" PartName="/ppt/slideLayouts/slideLayout194.xml"/>
  <Override ContentType="application/vnd.openxmlformats-officedocument.presentationml.slideLayout+xml" PartName="/ppt/slideLayouts/slideLayout71.xml"/>
  <Override ContentType="application/vnd.openxmlformats-officedocument.presentationml.slideLayout+xml" PartName="/ppt/slideLayouts/slideLayout151.xml"/>
  <Override ContentType="application/vnd.openxmlformats-officedocument.presentationml.slideLayout+xml" PartName="/ppt/slideLayouts/slideLayout244.xml"/>
  <Override ContentType="application/vnd.openxmlformats-officedocument.presentationml.slideLayout+xml" PartName="/ppt/slideLayouts/slideLayout201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59.xml"/>
  <Override ContentType="application/vnd.openxmlformats-officedocument.presentationml.slideLayout+xml" PartName="/ppt/slideLayouts/slideLayout67.xml"/>
  <Override ContentType="application/vnd.openxmlformats-officedocument.presentationml.slideLayout+xml" PartName="/ppt/slideLayouts/slideLayout116.xml"/>
  <Override ContentType="application/vnd.openxmlformats-officedocument.presentationml.slideLayout+xml" PartName="/ppt/slideLayouts/slideLayout221.xml"/>
  <Override ContentType="application/vnd.openxmlformats-officedocument.presentationml.slideLayout+xml" PartName="/ppt/slideLayouts/slideLayout83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204.xml"/>
  <Override ContentType="application/vnd.openxmlformats-officedocument.presentationml.slideLayout+xml" PartName="/ppt/slideLayouts/slideLayout212.xml"/>
  <Override ContentType="application/vnd.openxmlformats-officedocument.presentationml.slideLayout+xml" PartName="/ppt/slideLayouts/slideLayout183.xml"/>
  <Override ContentType="application/vnd.openxmlformats-officedocument.presentationml.slideLayout+xml" PartName="/ppt/slideLayouts/slideLayout166.xml"/>
  <Override ContentType="application/vnd.openxmlformats-officedocument.presentationml.slideLayout+xml" PartName="/ppt/slideLayouts/slideLayout247.xml"/>
  <Override ContentType="application/vnd.openxmlformats-officedocument.presentationml.slideLayout+xml" PartName="/ppt/slideLayouts/slideLayout272.xml"/>
  <Override ContentType="application/vnd.openxmlformats-officedocument.presentationml.slideLayout+xml" PartName="/ppt/slideLayouts/slideLayout140.xml"/>
  <Override ContentType="application/vnd.openxmlformats-officedocument.presentationml.slideLayout+xml" PartName="/ppt/slideLayouts/slideLayout264.xml"/>
  <Override ContentType="application/vnd.openxmlformats-officedocument.presentationml.slideLayout+xml" PartName="/ppt/slideLayouts/slideLayout90.xml"/>
  <Override ContentType="application/vnd.openxmlformats-officedocument.presentationml.slideLayout+xml" PartName="/ppt/slideLayouts/slideLayout123.xml"/>
  <Override ContentType="application/vnd.openxmlformats-officedocument.presentationml.slideLayout+xml" PartName="/ppt/slideLayouts/slideLayout86.xml"/>
  <Override ContentType="application/vnd.openxmlformats-officedocument.presentationml.slideLayout+xml" PartName="/ppt/slideLayouts/slideLayout255.xml"/>
  <Override ContentType="application/vnd.openxmlformats-officedocument.presentationml.slideLayout+xml" PartName="/ppt/slideLayouts/slideLayout127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94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74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144.xml"/>
  <Override ContentType="application/vnd.openxmlformats-officedocument.presentationml.slideLayout+xml" PartName="/ppt/slideLayouts/slideLayout131.xml"/>
  <Override ContentType="application/vnd.openxmlformats-officedocument.presentationml.slideLayout+xml" PartName="/ppt/slideLayouts/slideLayout187.xml"/>
  <Override ContentType="application/vnd.openxmlformats-officedocument.presentationml.slideLayout+xml" PartName="/ppt/slideLayouts/slideLayout236.xml"/>
  <Override ContentType="application/vnd.openxmlformats-officedocument.presentationml.slideLayout+xml" PartName="/ppt/slideLayouts/slideLayout191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155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24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112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75.xml"/>
  <Override ContentType="application/vnd.openxmlformats-officedocument.presentationml.slideLayout+xml" PartName="/ppt/slideLayouts/slideLayout108.xml"/>
  <Override ContentType="application/vnd.openxmlformats-officedocument.presentationml.slideLayout+xml" PartName="/ppt/slideLayouts/slideLayout138.xml"/>
  <Override ContentType="application/vnd.openxmlformats-officedocument.presentationml.slideLayout+xml" PartName="/ppt/slideLayouts/slideLayout32.xml"/>
  <Override ContentType="application/vnd.openxmlformats-officedocument.presentationml.slideLayout+xml" PartName="/ppt/slideLayouts/slideLayout200.xml"/>
  <Override ContentType="application/vnd.openxmlformats-officedocument.presentationml.slideLayout+xml" PartName="/ppt/slideLayouts/slideLayout243.xml"/>
  <Override ContentType="application/vnd.openxmlformats-officedocument.presentationml.slideLayout+xml" PartName="/ppt/slideLayouts/slideLayout97.xml"/>
  <Override ContentType="application/vnd.openxmlformats-officedocument.presentationml.slideLayout+xml" PartName="/ppt/slideLayouts/slideLayout111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54.xml"/>
  <Override ContentType="application/vnd.openxmlformats-officedocument.presentationml.slideLayout+xml" PartName="/ppt/slideLayouts/slideLayout19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170.xml"/>
  <Override ContentType="application/vnd.openxmlformats-officedocument.presentationml.slideLayout+xml" PartName="/ppt/slideLayouts/slideLayout101.xml"/>
  <Override ContentType="application/vnd.openxmlformats-officedocument.presentationml.slideLayout+xml" PartName="/ppt/slideLayouts/slideLayout233.xml"/>
  <Override ContentType="application/vnd.openxmlformats-officedocument.presentationml.slideLayout+xml" PartName="/ppt/slideLayouts/slideLayout179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136.xml"/>
  <Override ContentType="application/vnd.openxmlformats-officedocument.presentationml.slideLayout+xml" PartName="/ppt/slideLayouts/slideLayout105.xml"/>
  <Override ContentType="application/vnd.openxmlformats-officedocument.presentationml.slideLayout+xml" PartName="/ppt/slideLayouts/slideLayout182.xml"/>
  <Override ContentType="application/vnd.openxmlformats-officedocument.presentationml.slideLayout+xml" PartName="/ppt/slideLayouts/slideLayout215.xml"/>
  <Override ContentType="application/vnd.openxmlformats-officedocument.presentationml.slideLayout+xml" PartName="/ppt/slideLayouts/slideLayout258.xml"/>
  <Override ContentType="application/vnd.openxmlformats-officedocument.presentationml.slideLayout+xml" PartName="/ppt/slideLayouts/slideLayout148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72.xml"/>
  <Override ContentType="application/vnd.openxmlformats-officedocument.presentationml.slideLayout+xml" PartName="/ppt/slideLayouts/slideLayout261.xml"/>
  <Override ContentType="application/vnd.openxmlformats-officedocument.presentationml.slideLayout+xml" PartName="/ppt/slideLayouts/slideLayout164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209.xml"/>
  <Override ContentType="application/vnd.openxmlformats-officedocument.presentationml.slideLayout+xml" PartName="/ppt/slideLayouts/slideLayout227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121.xml"/>
  <Override ContentType="application/vnd.openxmlformats-officedocument.presentationml.slideLayout+xml" PartName="/ppt/slideLayouts/slideLayout248.xml"/>
  <Override ContentType="application/vnd.openxmlformats-officedocument.presentationml.slideLayout+xml" PartName="/ppt/slideLayouts/slideLayout205.xml"/>
  <Override ContentType="application/vnd.openxmlformats-officedocument.presentationml.slideLayout+xml" PartName="/ppt/slideLayouts/slideLayout222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76.xml"/>
  <Override ContentType="application/vnd.openxmlformats-officedocument.presentationml.slideLayout+xml" PartName="/ppt/slideLayouts/slideLayout265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109.xml"/>
  <Override ContentType="application/vnd.openxmlformats-officedocument.presentationml.slideLayout+xml" PartName="/ppt/slideLayouts/slideLayout158.xml"/>
  <Override ContentType="application/vnd.openxmlformats-officedocument.presentationml.slideLayout+xml" PartName="/ppt/slideLayouts/slideLayout115.xml"/>
  <Override ContentType="application/vnd.openxmlformats-officedocument.presentationml.slideLayout+xml" PartName="/ppt/slideLayouts/slideLayout192.xml"/>
  <Override ContentType="application/vnd.openxmlformats-officedocument.presentationml.slideLayout+xml" PartName="/ppt/slideLayouts/slideLayout82.xml"/>
  <Override ContentType="application/vnd.openxmlformats-officedocument.presentationml.slideLayout+xml" PartName="/ppt/slideLayouts/slideLayout132.xml"/>
  <Override ContentType="application/vnd.openxmlformats-officedocument.presentationml.slideLayout+xml" PartName="/ppt/slideLayouts/slideLayout175.xml"/>
  <Override ContentType="application/vnd.openxmlformats-officedocument.presentationml.slideLayout+xml" PartName="/ppt/slideLayouts/slideLayout211.xml"/>
  <Override ContentType="application/vnd.openxmlformats-officedocument.presentationml.slideLayout+xml" PartName="/ppt/slideLayouts/slideLayout100.xml"/>
  <Override ContentType="application/vnd.openxmlformats-officedocument.presentationml.slideLayout+xml" PartName="/ppt/slideLayouts/slideLayout237.xml"/>
  <Override ContentType="application/vnd.openxmlformats-officedocument.presentationml.slideLayout+xml" PartName="/ppt/slideLayouts/slideLayout143.xml"/>
  <Override ContentType="application/vnd.openxmlformats-officedocument.presentationml.slideLayout+xml" PartName="/ppt/slideLayouts/slideLayout271.xml"/>
  <Override ContentType="application/vnd.openxmlformats-officedocument.presentationml.slideLayout+xml" PartName="/ppt/slideLayouts/slideLayout126.xml"/>
  <Override ContentType="application/vnd.openxmlformats-officedocument.presentationml.slideLayout+xml" PartName="/ppt/slideLayouts/slideLayout87.xml"/>
  <Override ContentType="application/vnd.openxmlformats-officedocument.presentationml.slideLayout+xml" PartName="/ppt/slideLayouts/slideLayout254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69.xml"/>
  <Override ContentType="application/vnd.openxmlformats-officedocument.presentationml.slideLayout+xml" PartName="/ppt/slideLayouts/slideLayout93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86.xml"/>
  <Override ContentType="application/vnd.openxmlformats-officedocument.presentationml.slideLayout+xml" PartName="/ppt/slideLayouts/slideLayout160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4.xml"/>
  <Override ContentType="application/vnd.openxmlformats-officedocument.presentationml.slideMaster+xml" PartName="/ppt/slideMasters/slideMaster7.xml"/>
  <Override ContentType="application/vnd.openxmlformats-officedocument.presentationml.slideMaster+xml" PartName="/ppt/slideMasters/slideMaster6.xml"/>
  <Override ContentType="application/vnd.openxmlformats-officedocument.presentationml.slideMaster+xml" PartName="/ppt/slideMasters/slideMaster5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7.xml"/>
  <Override ContentType="application/vnd.openxmlformats-officedocument.theme+xml" PartName="/ppt/theme/theme6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theme+xml" PartName="/ppt/theme/theme5.xml"/>
  <Override ContentType="application/vnd.openxmlformats-officedocument.theme+xml" PartName="/ppt/theme/theme8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922" r:id="rId3"/>
    <p:sldMasterId id="2147483923" r:id="rId4"/>
    <p:sldMasterId id="2147483924" r:id="rId5"/>
    <p:sldMasterId id="2147483925" r:id="rId6"/>
    <p:sldMasterId id="2147483926" r:id="rId7"/>
    <p:sldMasterId id="2147483927" r:id="rId8"/>
    <p:sldMasterId id="2147483928" r:id="rId9"/>
  </p:sldMasterIdLst>
  <p:notesMasterIdLst>
    <p:notesMasterId r:id="rId10"/>
  </p:notesMasterIdLst>
  <p:sldIdLst>
    <p:sldId id="256" r:id="rId11"/>
    <p:sldId id="257" r:id="rId12"/>
    <p:sldId id="258" r:id="rId13"/>
    <p:sldId id="259" r:id="rId14"/>
    <p:sldId id="260" r:id="rId15"/>
    <p:sldId id="261" r:id="rId16"/>
  </p:sldIdLst>
  <p:sldSz cy="5143500" cx="9144000"/>
  <p:notesSz cx="6858000" cy="9144000"/>
  <p:embeddedFontLst>
    <p:embeddedFont>
      <p:font typeface="Anton"/>
      <p:regular r:id="rId17"/>
    </p:embeddedFont>
    <p:embeddedFont>
      <p:font typeface="Red Hat Display SemiBold"/>
      <p:regular r:id="rId18"/>
      <p:bold r:id="rId19"/>
      <p:italic r:id="rId20"/>
      <p:boldItalic r:id="rId21"/>
    </p:embeddedFont>
    <p:embeddedFont>
      <p:font typeface="Lexend Light"/>
      <p:regular r:id="rId22"/>
      <p:bold r:id="rId23"/>
    </p:embeddedFont>
    <p:embeddedFont>
      <p:font typeface="Inter"/>
      <p:regular r:id="rId24"/>
      <p:bold r:id="rId25"/>
      <p:italic r:id="rId26"/>
      <p:boldItalic r:id="rId27"/>
    </p:embeddedFont>
    <p:embeddedFont>
      <p:font typeface="Manrope SemiBold"/>
      <p:regular r:id="rId28"/>
      <p:bold r:id="rId29"/>
    </p:embeddedFont>
    <p:embeddedFont>
      <p:font typeface="Manrope"/>
      <p:regular r:id="rId30"/>
      <p:bold r:id="rId31"/>
    </p:embeddedFont>
    <p:embeddedFont>
      <p:font typeface="Red Hat Display Medium"/>
      <p:regular r:id="rId32"/>
      <p:bold r:id="rId33"/>
      <p:italic r:id="rId34"/>
      <p:boldItalic r:id="rId35"/>
    </p:embeddedFont>
    <p:embeddedFont>
      <p:font typeface="Urbanist SemiBold"/>
      <p:regular r:id="rId36"/>
      <p:bold r:id="rId37"/>
      <p:italic r:id="rId38"/>
      <p:boldItalic r:id="rId39"/>
    </p:embeddedFont>
    <p:embeddedFont>
      <p:font typeface="Manrope ExtraBold"/>
      <p:bold r:id="rId40"/>
    </p:embeddedFont>
    <p:embeddedFont>
      <p:font typeface="Lexend"/>
      <p:regular r:id="rId41"/>
      <p:bold r:id="rId42"/>
    </p:embeddedFont>
    <p:embeddedFont>
      <p:font typeface="Manrope Light"/>
      <p:regular r:id="rId43"/>
      <p:bold r:id="rId44"/>
    </p:embeddedFont>
    <p:embeddedFont>
      <p:font typeface="Spline Sans"/>
      <p:regular r:id="rId45"/>
      <p:bold r:id="rId46"/>
    </p:embeddedFont>
    <p:embeddedFont>
      <p:font typeface="IBM Plex Sans"/>
      <p:regular r:id="rId47"/>
      <p:bold r:id="rId48"/>
      <p:italic r:id="rId49"/>
      <p:boldItalic r:id="rId50"/>
    </p:embeddedFont>
    <p:embeddedFont>
      <p:font typeface="Arimo"/>
      <p:regular r:id="rId51"/>
      <p:bold r:id="rId52"/>
      <p:italic r:id="rId53"/>
      <p:boldItalic r:id="rId54"/>
    </p:embeddedFont>
    <p:embeddedFont>
      <p:font typeface="Arimo SemiBold"/>
      <p:regular r:id="rId55"/>
      <p:bold r:id="rId56"/>
      <p:italic r:id="rId57"/>
      <p:boldItalic r:id="rId58"/>
    </p:embeddedFont>
    <p:embeddedFont>
      <p:font typeface="Montserrat"/>
      <p:regular r:id="rId59"/>
      <p:bold r:id="rId60"/>
      <p:italic r:id="rId61"/>
      <p:boldItalic r:id="rId62"/>
    </p:embeddedFont>
    <p:embeddedFont>
      <p:font typeface="Montserrat Medium"/>
      <p:regular r:id="rId63"/>
      <p:bold r:id="rId64"/>
      <p:italic r:id="rId65"/>
      <p:boldItalic r:id="rId66"/>
    </p:embeddedFont>
    <p:embeddedFont>
      <p:font typeface="Urbanist Medium"/>
      <p:regular r:id="rId67"/>
      <p:bold r:id="rId68"/>
      <p:italic r:id="rId69"/>
      <p:boldItalic r:id="rId70"/>
    </p:embeddedFont>
    <p:embeddedFont>
      <p:font typeface="Urbanist"/>
      <p:regular r:id="rId71"/>
      <p:bold r:id="rId72"/>
      <p:italic r:id="rId73"/>
      <p:boldItalic r:id="rId74"/>
    </p:embeddedFont>
    <p:embeddedFont>
      <p:font typeface="Manrope Medium"/>
      <p:regular r:id="rId75"/>
      <p:bold r:id="rId76"/>
    </p:embeddedFont>
    <p:embeddedFont>
      <p:font typeface="Red Hat Display"/>
      <p:regular r:id="rId77"/>
      <p:bold r:id="rId78"/>
      <p:italic r:id="rId79"/>
      <p:boldItalic r:id="rId80"/>
    </p:embeddedFont>
    <p:embeddedFont>
      <p:font typeface="Arimo Medium"/>
      <p:regular r:id="rId81"/>
      <p:bold r:id="rId82"/>
      <p:italic r:id="rId83"/>
      <p:boldItalic r:id="rId84"/>
    </p:embeddedFont>
    <p:embeddedFont>
      <p:font typeface="Montserrat ExtraBold"/>
      <p:bold r:id="rId85"/>
      <p:boldItalic r:id="rId8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ManropeExtraBold-bold.fntdata"/><Relationship Id="rId84" Type="http://schemas.openxmlformats.org/officeDocument/2006/relationships/font" Target="fonts/ArimoMedium-boldItalic.fntdata"/><Relationship Id="rId83" Type="http://schemas.openxmlformats.org/officeDocument/2006/relationships/font" Target="fonts/ArimoMedium-italic.fntdata"/><Relationship Id="rId42" Type="http://schemas.openxmlformats.org/officeDocument/2006/relationships/font" Target="fonts/Lexend-bold.fntdata"/><Relationship Id="rId86" Type="http://schemas.openxmlformats.org/officeDocument/2006/relationships/font" Target="fonts/MontserratExtraBold-boldItalic.fntdata"/><Relationship Id="rId41" Type="http://schemas.openxmlformats.org/officeDocument/2006/relationships/font" Target="fonts/Lexend-regular.fntdata"/><Relationship Id="rId85" Type="http://schemas.openxmlformats.org/officeDocument/2006/relationships/font" Target="fonts/MontserratExtraBold-bold.fntdata"/><Relationship Id="rId44" Type="http://schemas.openxmlformats.org/officeDocument/2006/relationships/font" Target="fonts/ManropeLight-bold.fntdata"/><Relationship Id="rId43" Type="http://schemas.openxmlformats.org/officeDocument/2006/relationships/font" Target="fonts/ManropeLight-regular.fntdata"/><Relationship Id="rId46" Type="http://schemas.openxmlformats.org/officeDocument/2006/relationships/font" Target="fonts/SplineSans-bold.fntdata"/><Relationship Id="rId45" Type="http://schemas.openxmlformats.org/officeDocument/2006/relationships/font" Target="fonts/SplineSans-regular.fntdata"/><Relationship Id="rId80" Type="http://schemas.openxmlformats.org/officeDocument/2006/relationships/font" Target="fonts/RedHatDisplay-boldItalic.fntdata"/><Relationship Id="rId82" Type="http://schemas.openxmlformats.org/officeDocument/2006/relationships/font" Target="fonts/ArimoMedium-bold.fntdata"/><Relationship Id="rId81" Type="http://schemas.openxmlformats.org/officeDocument/2006/relationships/font" Target="fonts/ArimoMedium-regular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Master" Target="slideMasters/slideMaster7.xml"/><Relationship Id="rId48" Type="http://schemas.openxmlformats.org/officeDocument/2006/relationships/font" Target="fonts/IBMPlexSans-bold.fntdata"/><Relationship Id="rId47" Type="http://schemas.openxmlformats.org/officeDocument/2006/relationships/font" Target="fonts/IBMPlexSans-regular.fntdata"/><Relationship Id="rId49" Type="http://schemas.openxmlformats.org/officeDocument/2006/relationships/font" Target="fonts/IBMPlexSans-italic.fntdata"/><Relationship Id="rId5" Type="http://schemas.openxmlformats.org/officeDocument/2006/relationships/slideMaster" Target="slideMasters/slideMaster3.xml"/><Relationship Id="rId6" Type="http://schemas.openxmlformats.org/officeDocument/2006/relationships/slideMaster" Target="slideMasters/slideMaster4.xml"/><Relationship Id="rId7" Type="http://schemas.openxmlformats.org/officeDocument/2006/relationships/slideMaster" Target="slideMasters/slideMaster5.xml"/><Relationship Id="rId8" Type="http://schemas.openxmlformats.org/officeDocument/2006/relationships/slideMaster" Target="slideMasters/slideMaster6.xml"/><Relationship Id="rId73" Type="http://schemas.openxmlformats.org/officeDocument/2006/relationships/font" Target="fonts/Urbanist-italic.fntdata"/><Relationship Id="rId72" Type="http://schemas.openxmlformats.org/officeDocument/2006/relationships/font" Target="fonts/Urbanist-bold.fntdata"/><Relationship Id="rId31" Type="http://schemas.openxmlformats.org/officeDocument/2006/relationships/font" Target="fonts/Manrope-bold.fntdata"/><Relationship Id="rId75" Type="http://schemas.openxmlformats.org/officeDocument/2006/relationships/font" Target="fonts/ManropeMedium-regular.fntdata"/><Relationship Id="rId30" Type="http://schemas.openxmlformats.org/officeDocument/2006/relationships/font" Target="fonts/Manrope-regular.fntdata"/><Relationship Id="rId74" Type="http://schemas.openxmlformats.org/officeDocument/2006/relationships/font" Target="fonts/Urbanist-boldItalic.fntdata"/><Relationship Id="rId33" Type="http://schemas.openxmlformats.org/officeDocument/2006/relationships/font" Target="fonts/RedHatDisplayMedium-bold.fntdata"/><Relationship Id="rId77" Type="http://schemas.openxmlformats.org/officeDocument/2006/relationships/font" Target="fonts/RedHatDisplay-regular.fntdata"/><Relationship Id="rId32" Type="http://schemas.openxmlformats.org/officeDocument/2006/relationships/font" Target="fonts/RedHatDisplayMedium-regular.fntdata"/><Relationship Id="rId76" Type="http://schemas.openxmlformats.org/officeDocument/2006/relationships/font" Target="fonts/ManropeMedium-bold.fntdata"/><Relationship Id="rId35" Type="http://schemas.openxmlformats.org/officeDocument/2006/relationships/font" Target="fonts/RedHatDisplayMedium-boldItalic.fntdata"/><Relationship Id="rId79" Type="http://schemas.openxmlformats.org/officeDocument/2006/relationships/font" Target="fonts/RedHatDisplay-italic.fntdata"/><Relationship Id="rId34" Type="http://schemas.openxmlformats.org/officeDocument/2006/relationships/font" Target="fonts/RedHatDisplayMedium-italic.fntdata"/><Relationship Id="rId78" Type="http://schemas.openxmlformats.org/officeDocument/2006/relationships/font" Target="fonts/RedHatDisplay-bold.fntdata"/><Relationship Id="rId71" Type="http://schemas.openxmlformats.org/officeDocument/2006/relationships/font" Target="fonts/Urbanist-regular.fntdata"/><Relationship Id="rId70" Type="http://schemas.openxmlformats.org/officeDocument/2006/relationships/font" Target="fonts/UrbanistMedium-boldItalic.fntdata"/><Relationship Id="rId37" Type="http://schemas.openxmlformats.org/officeDocument/2006/relationships/font" Target="fonts/UrbanistSemiBold-bold.fntdata"/><Relationship Id="rId36" Type="http://schemas.openxmlformats.org/officeDocument/2006/relationships/font" Target="fonts/UrbanistSemiBold-regular.fntdata"/><Relationship Id="rId39" Type="http://schemas.openxmlformats.org/officeDocument/2006/relationships/font" Target="fonts/UrbanistSemiBold-boldItalic.fntdata"/><Relationship Id="rId38" Type="http://schemas.openxmlformats.org/officeDocument/2006/relationships/font" Target="fonts/UrbanistSemiBold-italic.fntdata"/><Relationship Id="rId62" Type="http://schemas.openxmlformats.org/officeDocument/2006/relationships/font" Target="fonts/Montserrat-boldItalic.fntdata"/><Relationship Id="rId61" Type="http://schemas.openxmlformats.org/officeDocument/2006/relationships/font" Target="fonts/Montserrat-italic.fntdata"/><Relationship Id="rId20" Type="http://schemas.openxmlformats.org/officeDocument/2006/relationships/font" Target="fonts/RedHatDisplaySemiBold-italic.fntdata"/><Relationship Id="rId64" Type="http://schemas.openxmlformats.org/officeDocument/2006/relationships/font" Target="fonts/MontserratMedium-bold.fntdata"/><Relationship Id="rId63" Type="http://schemas.openxmlformats.org/officeDocument/2006/relationships/font" Target="fonts/MontserratMedium-regular.fntdata"/><Relationship Id="rId22" Type="http://schemas.openxmlformats.org/officeDocument/2006/relationships/font" Target="fonts/LexendLight-regular.fntdata"/><Relationship Id="rId66" Type="http://schemas.openxmlformats.org/officeDocument/2006/relationships/font" Target="fonts/MontserratMedium-boldItalic.fntdata"/><Relationship Id="rId21" Type="http://schemas.openxmlformats.org/officeDocument/2006/relationships/font" Target="fonts/RedHatDisplaySemiBold-boldItalic.fntdata"/><Relationship Id="rId65" Type="http://schemas.openxmlformats.org/officeDocument/2006/relationships/font" Target="fonts/MontserratMedium-italic.fntdata"/><Relationship Id="rId24" Type="http://schemas.openxmlformats.org/officeDocument/2006/relationships/font" Target="fonts/Inter-regular.fntdata"/><Relationship Id="rId68" Type="http://schemas.openxmlformats.org/officeDocument/2006/relationships/font" Target="fonts/UrbanistMedium-bold.fntdata"/><Relationship Id="rId23" Type="http://schemas.openxmlformats.org/officeDocument/2006/relationships/font" Target="fonts/LexendLight-bold.fntdata"/><Relationship Id="rId67" Type="http://schemas.openxmlformats.org/officeDocument/2006/relationships/font" Target="fonts/UrbanistMedium-regular.fntdata"/><Relationship Id="rId60" Type="http://schemas.openxmlformats.org/officeDocument/2006/relationships/font" Target="fonts/Montserrat-bold.fntdata"/><Relationship Id="rId26" Type="http://schemas.openxmlformats.org/officeDocument/2006/relationships/font" Target="fonts/Inter-italic.fntdata"/><Relationship Id="rId25" Type="http://schemas.openxmlformats.org/officeDocument/2006/relationships/font" Target="fonts/Inter-bold.fntdata"/><Relationship Id="rId69" Type="http://schemas.openxmlformats.org/officeDocument/2006/relationships/font" Target="fonts/UrbanistMedium-italic.fntdata"/><Relationship Id="rId28" Type="http://schemas.openxmlformats.org/officeDocument/2006/relationships/font" Target="fonts/ManropeSemiBold-regular.fntdata"/><Relationship Id="rId27" Type="http://schemas.openxmlformats.org/officeDocument/2006/relationships/font" Target="fonts/Inter-boldItalic.fntdata"/><Relationship Id="rId29" Type="http://schemas.openxmlformats.org/officeDocument/2006/relationships/font" Target="fonts/ManropeSemiBold-bold.fntdata"/><Relationship Id="rId51" Type="http://schemas.openxmlformats.org/officeDocument/2006/relationships/font" Target="fonts/Arimo-regular.fntdata"/><Relationship Id="rId50" Type="http://schemas.openxmlformats.org/officeDocument/2006/relationships/font" Target="fonts/IBMPlexSans-boldItalic.fntdata"/><Relationship Id="rId53" Type="http://schemas.openxmlformats.org/officeDocument/2006/relationships/font" Target="fonts/Arimo-italic.fntdata"/><Relationship Id="rId52" Type="http://schemas.openxmlformats.org/officeDocument/2006/relationships/font" Target="fonts/Arimo-bold.fntdata"/><Relationship Id="rId11" Type="http://schemas.openxmlformats.org/officeDocument/2006/relationships/slide" Target="slides/slide1.xml"/><Relationship Id="rId55" Type="http://schemas.openxmlformats.org/officeDocument/2006/relationships/font" Target="fonts/ArimoSemiBold-regular.fntdata"/><Relationship Id="rId10" Type="http://schemas.openxmlformats.org/officeDocument/2006/relationships/notesMaster" Target="notesMasters/notesMaster1.xml"/><Relationship Id="rId54" Type="http://schemas.openxmlformats.org/officeDocument/2006/relationships/font" Target="fonts/Arimo-boldItalic.fntdata"/><Relationship Id="rId13" Type="http://schemas.openxmlformats.org/officeDocument/2006/relationships/slide" Target="slides/slide3.xml"/><Relationship Id="rId57" Type="http://schemas.openxmlformats.org/officeDocument/2006/relationships/font" Target="fonts/ArimoSemiBold-italic.fntdata"/><Relationship Id="rId12" Type="http://schemas.openxmlformats.org/officeDocument/2006/relationships/slide" Target="slides/slide2.xml"/><Relationship Id="rId56" Type="http://schemas.openxmlformats.org/officeDocument/2006/relationships/font" Target="fonts/ArimoSemiBold-bold.fntdata"/><Relationship Id="rId15" Type="http://schemas.openxmlformats.org/officeDocument/2006/relationships/slide" Target="slides/slide5.xml"/><Relationship Id="rId59" Type="http://schemas.openxmlformats.org/officeDocument/2006/relationships/font" Target="fonts/Montserrat-regular.fntdata"/><Relationship Id="rId14" Type="http://schemas.openxmlformats.org/officeDocument/2006/relationships/slide" Target="slides/slide4.xml"/><Relationship Id="rId58" Type="http://schemas.openxmlformats.org/officeDocument/2006/relationships/font" Target="fonts/ArimoSemiBold-boldItalic.fntdata"/><Relationship Id="rId17" Type="http://schemas.openxmlformats.org/officeDocument/2006/relationships/font" Target="fonts/Anton-regular.fntdata"/><Relationship Id="rId16" Type="http://schemas.openxmlformats.org/officeDocument/2006/relationships/slide" Target="slides/slide6.xml"/><Relationship Id="rId19" Type="http://schemas.openxmlformats.org/officeDocument/2006/relationships/font" Target="fonts/RedHatDisplaySemiBold-bold.fntdata"/><Relationship Id="rId18" Type="http://schemas.openxmlformats.org/officeDocument/2006/relationships/font" Target="fonts/RedHatDisplaySemiBold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3" name="Shape 3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4" name="Google Shape;3324;g36295be866c_0_69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5" name="Google Shape;3325;g36295be866c_0_69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2" name="Shape 3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3" name="Google Shape;3333;g36295be866c_0_69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34" name="Google Shape;3334;g36295be866c_0_69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4" name="Shape 3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5" name="Google Shape;3345;g36295be866c_0_69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46" name="Google Shape;3346;g36295be866c_0_69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6" name="Shape 3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7" name="Google Shape;3357;g36295be866c_0_69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58" name="Google Shape;3358;g36295be866c_0_69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6" name="Shape 3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7" name="Google Shape;3377;g36295be866c_0_69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78" name="Google Shape;3378;g36295be866c_0_69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6" name="Shape 3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7" name="Google Shape;3397;g36295be866c_0_70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98" name="Google Shape;3398;g36295be866c_0_70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3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7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4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1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3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1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2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3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5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7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Relationship Id="rId3" Type="http://schemas.openxmlformats.org/officeDocument/2006/relationships/hyperlink" Target="http://bit.ly/2Tynxth" TargetMode="External"/><Relationship Id="rId4" Type="http://schemas.openxmlformats.org/officeDocument/2006/relationships/hyperlink" Target="http://bit.ly/2TyoMsr" TargetMode="External"/><Relationship Id="rId5" Type="http://schemas.openxmlformats.org/officeDocument/2006/relationships/hyperlink" Target="http://bit.ly/2TtBDfr" TargetMode="Externa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jp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4.png"/></Relationships>
</file>

<file path=ppt/slideLayouts/_rels/slideLayout8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9.png"/></Relationships>
</file>

<file path=ppt/slideLayouts/_rels/slideLayout8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4.jpg"/></Relationships>
</file>

<file path=ppt/slideLayouts/_rels/slideLayout9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9.png"/></Relationships>
</file>

<file path=ppt/slideLayouts/_rels/slideLayout9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24.png"/></Relationships>
</file>

<file path=ppt/slideLayouts/_rels/slideLayout17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22.png"/></Relationships>
</file>

<file path=ppt/slideLayouts/_rels/slideLayout17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8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8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8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8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8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8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8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8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8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8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9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9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9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9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9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9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9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9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9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9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0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0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0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0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21.png"/></Relationships>
</file>

<file path=ppt/slideLayouts/_rels/slideLayout20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27.png"/></Relationships>
</file>

<file path=ppt/slideLayouts/_rels/slideLayout20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0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0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0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0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27.png"/></Relationships>
</file>

<file path=ppt/slideLayouts/_rels/slideLayout2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7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7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7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ctrTitle"/>
          </p:nvPr>
        </p:nvSpPr>
        <p:spPr>
          <a:xfrm>
            <a:off x="2175900" y="1950100"/>
            <a:ext cx="4792200" cy="64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2044200" y="3704650"/>
            <a:ext cx="5055600" cy="4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type="title"/>
          </p:nvPr>
        </p:nvSpPr>
        <p:spPr>
          <a:xfrm>
            <a:off x="3762670" y="3177750"/>
            <a:ext cx="3068700" cy="59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" name="Google Shape;13;p3"/>
          <p:cNvSpPr txBox="1"/>
          <p:nvPr>
            <p:ph hasCustomPrompt="1" idx="2" type="title"/>
          </p:nvPr>
        </p:nvSpPr>
        <p:spPr>
          <a:xfrm>
            <a:off x="1048270" y="3287500"/>
            <a:ext cx="2412900" cy="931500"/>
          </a:xfrm>
          <a:prstGeom prst="rect">
            <a:avLst/>
          </a:prstGeom>
          <a:effectLst>
            <a:outerShdw blurRad="114300" rotWithShape="0" algn="bl" dir="6360000" dist="28575">
              <a:schemeClr val="accen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4" name="Google Shape;14;p3"/>
          <p:cNvSpPr txBox="1"/>
          <p:nvPr>
            <p:ph idx="1" type="subTitle"/>
          </p:nvPr>
        </p:nvSpPr>
        <p:spPr>
          <a:xfrm>
            <a:off x="3762670" y="3720650"/>
            <a:ext cx="3068700" cy="4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/>
          <p:nvPr>
            <p:ph type="title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4"/>
          <p:cNvSpPr txBox="1"/>
          <p:nvPr>
            <p:ph idx="1" type="body"/>
          </p:nvPr>
        </p:nvSpPr>
        <p:spPr>
          <a:xfrm>
            <a:off x="938500" y="1659275"/>
            <a:ext cx="4946400" cy="276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/>
          <p:nvPr>
            <p:ph type="title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" name="Google Shape;20;p5"/>
          <p:cNvSpPr txBox="1"/>
          <p:nvPr>
            <p:ph idx="1" type="body"/>
          </p:nvPr>
        </p:nvSpPr>
        <p:spPr>
          <a:xfrm>
            <a:off x="938500" y="1659275"/>
            <a:ext cx="3186900" cy="276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1" name="Google Shape;21;p5"/>
          <p:cNvSpPr txBox="1"/>
          <p:nvPr>
            <p:ph idx="2" type="body"/>
          </p:nvPr>
        </p:nvSpPr>
        <p:spPr>
          <a:xfrm>
            <a:off x="5037525" y="1659275"/>
            <a:ext cx="3186900" cy="276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/>
          <p:nvPr>
            <p:ph type="title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7"/>
          <p:cNvSpPr txBox="1"/>
          <p:nvPr>
            <p:ph type="title"/>
          </p:nvPr>
        </p:nvSpPr>
        <p:spPr>
          <a:xfrm>
            <a:off x="5337175" y="1297125"/>
            <a:ext cx="2837400" cy="1252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" name="Google Shape;26;p7"/>
          <p:cNvSpPr txBox="1"/>
          <p:nvPr>
            <p:ph idx="1" type="body"/>
          </p:nvPr>
        </p:nvSpPr>
        <p:spPr>
          <a:xfrm>
            <a:off x="5337175" y="2593875"/>
            <a:ext cx="2837400" cy="125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 sz="1600">
                <a:solidFill>
                  <a:schemeClr val="lt1"/>
                </a:solidFill>
              </a:defRPr>
            </a:lvl1pPr>
            <a:lvl2pPr indent="-330200" lvl="1" marL="914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 sz="1600">
                <a:solidFill>
                  <a:schemeClr val="lt1"/>
                </a:solidFill>
              </a:defRPr>
            </a:lvl2pPr>
            <a:lvl3pPr indent="-330200" lvl="2" marL="1371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 sz="1600">
                <a:solidFill>
                  <a:schemeClr val="lt1"/>
                </a:solidFill>
              </a:defRPr>
            </a:lvl3pPr>
            <a:lvl4pPr indent="-330200" lvl="3" marL="18288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 sz="1600">
                <a:solidFill>
                  <a:schemeClr val="lt1"/>
                </a:solidFill>
              </a:defRPr>
            </a:lvl4pPr>
            <a:lvl5pPr indent="-330200" lvl="4" marL="22860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 sz="1600">
                <a:solidFill>
                  <a:schemeClr val="lt1"/>
                </a:solidFill>
              </a:defRPr>
            </a:lvl5pPr>
            <a:lvl6pPr indent="-330200" lvl="5" marL="27432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 sz="1600">
                <a:solidFill>
                  <a:schemeClr val="lt1"/>
                </a:solidFill>
              </a:defRPr>
            </a:lvl6pPr>
            <a:lvl7pPr indent="-330200" lvl="6" marL="3200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 sz="1600">
                <a:solidFill>
                  <a:schemeClr val="lt1"/>
                </a:solidFill>
              </a:defRPr>
            </a:lvl7pPr>
            <a:lvl8pPr indent="-330200" lvl="7" marL="3657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 sz="1600">
                <a:solidFill>
                  <a:schemeClr val="lt1"/>
                </a:solidFill>
              </a:defRPr>
            </a:lvl8pPr>
            <a:lvl9pPr indent="-330200" lvl="8" marL="41148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600"/>
              <a:buChar char="■"/>
              <a:defRPr sz="16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8"/>
          <p:cNvSpPr txBox="1"/>
          <p:nvPr>
            <p:ph type="title"/>
          </p:nvPr>
        </p:nvSpPr>
        <p:spPr>
          <a:xfrm>
            <a:off x="929477" y="436183"/>
            <a:ext cx="2746500" cy="409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9pPr>
          </a:lstStyle>
          <a:p/>
        </p:txBody>
      </p:sp>
      <p:pic>
        <p:nvPicPr>
          <p:cNvPr id="29" name="Google Shape;29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3278924" y="414050"/>
            <a:ext cx="7626551" cy="2883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0" name="Google Shape;30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 rot="5400000">
            <a:off x="4822414" y="-351911"/>
            <a:ext cx="9309797" cy="3520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9"/>
          <p:cNvSpPr txBox="1"/>
          <p:nvPr>
            <p:ph idx="1" type="subTitle"/>
          </p:nvPr>
        </p:nvSpPr>
        <p:spPr>
          <a:xfrm>
            <a:off x="938500" y="1769575"/>
            <a:ext cx="28716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33" name="Google Shape;33;p9"/>
          <p:cNvSpPr txBox="1"/>
          <p:nvPr>
            <p:ph idx="2" type="body"/>
          </p:nvPr>
        </p:nvSpPr>
        <p:spPr>
          <a:xfrm>
            <a:off x="4703375" y="909600"/>
            <a:ext cx="3468900" cy="33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4" name="Google Shape;34;p9"/>
          <p:cNvSpPr txBox="1"/>
          <p:nvPr>
            <p:ph type="title"/>
          </p:nvPr>
        </p:nvSpPr>
        <p:spPr>
          <a:xfrm>
            <a:off x="938500" y="445025"/>
            <a:ext cx="32238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0"/>
          <p:cNvSpPr txBox="1"/>
          <p:nvPr>
            <p:ph type="title"/>
          </p:nvPr>
        </p:nvSpPr>
        <p:spPr>
          <a:xfrm>
            <a:off x="938500" y="445025"/>
            <a:ext cx="57357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1"/>
          <p:cNvSpPr txBox="1"/>
          <p:nvPr>
            <p:ph hasCustomPrompt="1" type="title"/>
          </p:nvPr>
        </p:nvSpPr>
        <p:spPr>
          <a:xfrm>
            <a:off x="1920750" y="1634425"/>
            <a:ext cx="5302500" cy="1116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9" name="Google Shape;39;p11"/>
          <p:cNvSpPr txBox="1"/>
          <p:nvPr>
            <p:ph idx="1" type="body"/>
          </p:nvPr>
        </p:nvSpPr>
        <p:spPr>
          <a:xfrm>
            <a:off x="2786550" y="3094475"/>
            <a:ext cx="3570900" cy="56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</a:defRPr>
            </a:lvl1pPr>
            <a:lvl2pPr indent="-342900" lvl="1" marL="914400" algn="ctr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○"/>
              <a:defRPr sz="1800">
                <a:solidFill>
                  <a:schemeClr val="accent1"/>
                </a:solidFill>
              </a:defRPr>
            </a:lvl2pPr>
            <a:lvl3pPr indent="-342900" lvl="2" marL="1371600" algn="ctr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■"/>
              <a:defRPr sz="1800">
                <a:solidFill>
                  <a:schemeClr val="accent1"/>
                </a:solidFill>
              </a:defRPr>
            </a:lvl3pPr>
            <a:lvl4pPr indent="-342900" lvl="3" marL="1828800" algn="ctr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 sz="1800">
                <a:solidFill>
                  <a:schemeClr val="accent1"/>
                </a:solidFill>
              </a:defRPr>
            </a:lvl4pPr>
            <a:lvl5pPr indent="-342900" lvl="4" marL="2286000" algn="ctr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○"/>
              <a:defRPr sz="1800">
                <a:solidFill>
                  <a:schemeClr val="accent1"/>
                </a:solidFill>
              </a:defRPr>
            </a:lvl5pPr>
            <a:lvl6pPr indent="-342900" lvl="5" marL="2743200" algn="ctr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■"/>
              <a:defRPr sz="1800">
                <a:solidFill>
                  <a:schemeClr val="accent1"/>
                </a:solidFill>
              </a:defRPr>
            </a:lvl6pPr>
            <a:lvl7pPr indent="-342900" lvl="6" marL="3200400" algn="ctr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 sz="1800">
                <a:solidFill>
                  <a:schemeClr val="accent1"/>
                </a:solidFill>
              </a:defRPr>
            </a:lvl7pPr>
            <a:lvl8pPr indent="-342900" lvl="7" marL="3657600" algn="ctr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○"/>
              <a:defRPr sz="1800">
                <a:solidFill>
                  <a:schemeClr val="accent1"/>
                </a:solidFill>
              </a:defRPr>
            </a:lvl8pPr>
            <a:lvl9pPr indent="-342900" lvl="8" marL="4114800" algn="ctr"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800"/>
              <a:buChar char="■"/>
              <a:defRPr sz="1800"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rgbClr val="FFFFFF"/>
        </a:solid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Bullet Points">
  <p:cSld name="CAPTION_ONLY_3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3"/>
          <p:cNvSpPr txBox="1"/>
          <p:nvPr>
            <p:ph type="title"/>
          </p:nvPr>
        </p:nvSpPr>
        <p:spPr>
          <a:xfrm>
            <a:off x="938500" y="445025"/>
            <a:ext cx="57357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3" name="Google Shape;43;p13"/>
          <p:cNvSpPr txBox="1"/>
          <p:nvPr>
            <p:ph idx="1" type="body"/>
          </p:nvPr>
        </p:nvSpPr>
        <p:spPr>
          <a:xfrm>
            <a:off x="938500" y="1246025"/>
            <a:ext cx="7172100" cy="303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1625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50"/>
              <a:buChar char="●"/>
              <a:defRPr sz="1150">
                <a:solidFill>
                  <a:schemeClr val="lt1"/>
                </a:solidFill>
              </a:defRPr>
            </a:lvl1pPr>
            <a:lvl2pPr indent="-301625" lvl="1" marL="914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50"/>
              <a:buChar char="○"/>
              <a:defRPr sz="1150">
                <a:solidFill>
                  <a:schemeClr val="lt1"/>
                </a:solidFill>
              </a:defRPr>
            </a:lvl2pPr>
            <a:lvl3pPr indent="-301625" lvl="2" marL="1371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50"/>
              <a:buChar char="■"/>
              <a:defRPr sz="1150">
                <a:solidFill>
                  <a:schemeClr val="lt1"/>
                </a:solidFill>
              </a:defRPr>
            </a:lvl3pPr>
            <a:lvl4pPr indent="-301625" lvl="3" marL="18288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50"/>
              <a:buChar char="●"/>
              <a:defRPr sz="1150">
                <a:solidFill>
                  <a:schemeClr val="lt1"/>
                </a:solidFill>
              </a:defRPr>
            </a:lvl4pPr>
            <a:lvl5pPr indent="-301625" lvl="4" marL="22860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50"/>
              <a:buChar char="○"/>
              <a:defRPr sz="1150">
                <a:solidFill>
                  <a:schemeClr val="lt1"/>
                </a:solidFill>
              </a:defRPr>
            </a:lvl5pPr>
            <a:lvl6pPr indent="-301625" lvl="5" marL="27432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50"/>
              <a:buChar char="■"/>
              <a:defRPr sz="1150">
                <a:solidFill>
                  <a:schemeClr val="lt1"/>
                </a:solidFill>
              </a:defRPr>
            </a:lvl6pPr>
            <a:lvl7pPr indent="-301625" lvl="6" marL="3200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50"/>
              <a:buChar char="●"/>
              <a:defRPr sz="1150">
                <a:solidFill>
                  <a:schemeClr val="lt1"/>
                </a:solidFill>
              </a:defRPr>
            </a:lvl7pPr>
            <a:lvl8pPr indent="-301625" lvl="7" marL="3657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50"/>
              <a:buChar char="○"/>
              <a:defRPr sz="1150">
                <a:solidFill>
                  <a:schemeClr val="lt1"/>
                </a:solidFill>
              </a:defRPr>
            </a:lvl8pPr>
            <a:lvl9pPr indent="-301625" lvl="8" marL="41148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150"/>
              <a:buChar char="■"/>
              <a:defRPr sz="115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SECTION_TITLE_AND_DESCRIPTION_1_1_3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4"/>
          <p:cNvSpPr txBox="1"/>
          <p:nvPr>
            <p:ph type="title"/>
          </p:nvPr>
        </p:nvSpPr>
        <p:spPr>
          <a:xfrm>
            <a:off x="3538497" y="2615575"/>
            <a:ext cx="20670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6" name="Google Shape;46;p14"/>
          <p:cNvSpPr txBox="1"/>
          <p:nvPr>
            <p:ph idx="1" type="subTitle"/>
          </p:nvPr>
        </p:nvSpPr>
        <p:spPr>
          <a:xfrm>
            <a:off x="3538497" y="3148075"/>
            <a:ext cx="20670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14"/>
          <p:cNvSpPr txBox="1"/>
          <p:nvPr>
            <p:ph idx="2" type="title"/>
          </p:nvPr>
        </p:nvSpPr>
        <p:spPr>
          <a:xfrm>
            <a:off x="6028553" y="2615575"/>
            <a:ext cx="20670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8" name="Google Shape;48;p14"/>
          <p:cNvSpPr txBox="1"/>
          <p:nvPr>
            <p:ph idx="3" type="subTitle"/>
          </p:nvPr>
        </p:nvSpPr>
        <p:spPr>
          <a:xfrm>
            <a:off x="6028553" y="3148075"/>
            <a:ext cx="20670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9" name="Google Shape;49;p14"/>
          <p:cNvSpPr txBox="1"/>
          <p:nvPr>
            <p:ph idx="4" type="title"/>
          </p:nvPr>
        </p:nvSpPr>
        <p:spPr>
          <a:xfrm>
            <a:off x="1048447" y="2615575"/>
            <a:ext cx="20670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0" name="Google Shape;50;p14"/>
          <p:cNvSpPr txBox="1"/>
          <p:nvPr>
            <p:ph idx="5" type="subTitle"/>
          </p:nvPr>
        </p:nvSpPr>
        <p:spPr>
          <a:xfrm>
            <a:off x="1048447" y="3148075"/>
            <a:ext cx="20670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14"/>
          <p:cNvSpPr txBox="1"/>
          <p:nvPr>
            <p:ph hasCustomPrompt="1" idx="6" type="title"/>
          </p:nvPr>
        </p:nvSpPr>
        <p:spPr>
          <a:xfrm>
            <a:off x="1048450" y="1770700"/>
            <a:ext cx="2067000" cy="72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2" name="Google Shape;52;p14"/>
          <p:cNvSpPr txBox="1"/>
          <p:nvPr>
            <p:ph hasCustomPrompt="1" idx="7" type="title"/>
          </p:nvPr>
        </p:nvSpPr>
        <p:spPr>
          <a:xfrm>
            <a:off x="3538500" y="1770700"/>
            <a:ext cx="2067000" cy="72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3" name="Google Shape;53;p14"/>
          <p:cNvSpPr txBox="1"/>
          <p:nvPr>
            <p:ph hasCustomPrompt="1" idx="8" type="title"/>
          </p:nvPr>
        </p:nvSpPr>
        <p:spPr>
          <a:xfrm>
            <a:off x="6028550" y="1770700"/>
            <a:ext cx="2067000" cy="72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Text">
  <p:cSld name="TITLE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5"/>
          <p:cNvSpPr txBox="1"/>
          <p:nvPr>
            <p:ph type="ctrTitle"/>
          </p:nvPr>
        </p:nvSpPr>
        <p:spPr>
          <a:xfrm>
            <a:off x="4285500" y="2832875"/>
            <a:ext cx="3657300" cy="644700"/>
          </a:xfrm>
          <a:prstGeom prst="rect">
            <a:avLst/>
          </a:prstGeom>
          <a:effectLst>
            <a:outerShdw blurRad="57150" rotWithShape="0" algn="bl" dir="5400000" dist="19050">
              <a:srgbClr val="76A5AF">
                <a:alpha val="88000"/>
              </a:srgbClr>
            </a:outerShdw>
          </a:effectLst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b="1" sz="60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6" name="Google Shape;56;p15"/>
          <p:cNvSpPr txBox="1"/>
          <p:nvPr>
            <p:ph idx="1" type="subTitle"/>
          </p:nvPr>
        </p:nvSpPr>
        <p:spPr>
          <a:xfrm>
            <a:off x="4144050" y="3549850"/>
            <a:ext cx="3940200" cy="4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TITLE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6"/>
          <p:cNvSpPr txBox="1"/>
          <p:nvPr>
            <p:ph type="ctrTitle"/>
          </p:nvPr>
        </p:nvSpPr>
        <p:spPr>
          <a:xfrm>
            <a:off x="1850525" y="1157925"/>
            <a:ext cx="5442900" cy="260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 sz="30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 sz="3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 sz="3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 sz="3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 sz="3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 sz="3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 sz="3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 sz="3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 sz="3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9" name="Google Shape;59;p16"/>
          <p:cNvSpPr txBox="1"/>
          <p:nvPr>
            <p:ph idx="1" type="subTitle"/>
          </p:nvPr>
        </p:nvSpPr>
        <p:spPr>
          <a:xfrm>
            <a:off x="2481900" y="3945600"/>
            <a:ext cx="4180200" cy="4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wo Columns">
  <p:cSld name="SECTION_TITLE_AND_DESCRIPTION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7"/>
          <p:cNvSpPr txBox="1"/>
          <p:nvPr>
            <p:ph type="title"/>
          </p:nvPr>
        </p:nvSpPr>
        <p:spPr>
          <a:xfrm>
            <a:off x="1937338" y="2463175"/>
            <a:ext cx="23901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2" name="Google Shape;62;p17"/>
          <p:cNvSpPr txBox="1"/>
          <p:nvPr>
            <p:ph idx="1" type="subTitle"/>
          </p:nvPr>
        </p:nvSpPr>
        <p:spPr>
          <a:xfrm>
            <a:off x="1937338" y="3148075"/>
            <a:ext cx="23901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3" name="Google Shape;63;p17"/>
          <p:cNvSpPr txBox="1"/>
          <p:nvPr>
            <p:ph idx="2" type="title"/>
          </p:nvPr>
        </p:nvSpPr>
        <p:spPr>
          <a:xfrm>
            <a:off x="4816563" y="2463175"/>
            <a:ext cx="23901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4" name="Google Shape;64;p17"/>
          <p:cNvSpPr txBox="1"/>
          <p:nvPr>
            <p:ph idx="3" type="subTitle"/>
          </p:nvPr>
        </p:nvSpPr>
        <p:spPr>
          <a:xfrm>
            <a:off x="4816563" y="3148075"/>
            <a:ext cx="23901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" name="Google Shape;65;p17"/>
          <p:cNvSpPr txBox="1"/>
          <p:nvPr>
            <p:ph idx="4" type="title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hree Columns ">
  <p:cSld name="SECTION_TITLE_AND_DESCRIPTION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8"/>
          <p:cNvSpPr txBox="1"/>
          <p:nvPr>
            <p:ph type="title"/>
          </p:nvPr>
        </p:nvSpPr>
        <p:spPr>
          <a:xfrm>
            <a:off x="3538497" y="2767975"/>
            <a:ext cx="20670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8" name="Google Shape;68;p18"/>
          <p:cNvSpPr txBox="1"/>
          <p:nvPr>
            <p:ph idx="1" type="subTitle"/>
          </p:nvPr>
        </p:nvSpPr>
        <p:spPr>
          <a:xfrm>
            <a:off x="3538497" y="3452875"/>
            <a:ext cx="20670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" name="Google Shape;69;p18"/>
          <p:cNvSpPr txBox="1"/>
          <p:nvPr>
            <p:ph idx="2" type="title"/>
          </p:nvPr>
        </p:nvSpPr>
        <p:spPr>
          <a:xfrm>
            <a:off x="6028553" y="2767975"/>
            <a:ext cx="20670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" name="Google Shape;70;p18"/>
          <p:cNvSpPr txBox="1"/>
          <p:nvPr>
            <p:ph idx="3" type="subTitle"/>
          </p:nvPr>
        </p:nvSpPr>
        <p:spPr>
          <a:xfrm>
            <a:off x="6028553" y="3452875"/>
            <a:ext cx="20670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1" name="Google Shape;71;p18"/>
          <p:cNvSpPr txBox="1"/>
          <p:nvPr>
            <p:ph idx="4" type="title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2" name="Google Shape;72;p18"/>
          <p:cNvSpPr txBox="1"/>
          <p:nvPr>
            <p:ph idx="5" type="title"/>
          </p:nvPr>
        </p:nvSpPr>
        <p:spPr>
          <a:xfrm>
            <a:off x="1048447" y="2767975"/>
            <a:ext cx="20670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3" name="Google Shape;73;p18"/>
          <p:cNvSpPr txBox="1"/>
          <p:nvPr>
            <p:ph idx="6" type="subTitle"/>
          </p:nvPr>
        </p:nvSpPr>
        <p:spPr>
          <a:xfrm>
            <a:off x="1048447" y="3452875"/>
            <a:ext cx="20670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text">
  <p:cSld name="TITLE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9"/>
          <p:cNvSpPr txBox="1"/>
          <p:nvPr>
            <p:ph type="ctrTitle"/>
          </p:nvPr>
        </p:nvSpPr>
        <p:spPr>
          <a:xfrm>
            <a:off x="1273500" y="1369000"/>
            <a:ext cx="6597000" cy="21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b="1" sz="45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6" name="Google Shape;76;p19"/>
          <p:cNvSpPr txBox="1"/>
          <p:nvPr>
            <p:ph idx="1" type="subTitle"/>
          </p:nvPr>
        </p:nvSpPr>
        <p:spPr>
          <a:xfrm>
            <a:off x="2481900" y="2519525"/>
            <a:ext cx="4180200" cy="4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Design">
  <p:cSld name="CAPTION_ONLY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/>
          <p:nvPr>
            <p:ph type="title"/>
          </p:nvPr>
        </p:nvSpPr>
        <p:spPr>
          <a:xfrm>
            <a:off x="938500" y="445025"/>
            <a:ext cx="47022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Design 1">
  <p:cSld name="CAPTION_ONLY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1"/>
          <p:cNvSpPr txBox="1"/>
          <p:nvPr>
            <p:ph type="title"/>
          </p:nvPr>
        </p:nvSpPr>
        <p:spPr>
          <a:xfrm>
            <a:off x="938500" y="445025"/>
            <a:ext cx="47022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Design 2">
  <p:cSld name="CAPTION_ONLY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2"/>
          <p:cNvSpPr txBox="1"/>
          <p:nvPr>
            <p:ph type="title"/>
          </p:nvPr>
        </p:nvSpPr>
        <p:spPr>
          <a:xfrm>
            <a:off x="938500" y="445025"/>
            <a:ext cx="47022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Design 3">
  <p:cSld name="CAPTION_ONLY_1_1_1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3"/>
          <p:cNvSpPr txBox="1"/>
          <p:nvPr>
            <p:ph type="title"/>
          </p:nvPr>
        </p:nvSpPr>
        <p:spPr>
          <a:xfrm>
            <a:off x="938500" y="445025"/>
            <a:ext cx="47022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wo Lists">
  <p:cSld name="SECTION_TITLE_AND_DESCRIPTION_1_3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4"/>
          <p:cNvSpPr txBox="1"/>
          <p:nvPr>
            <p:ph type="title"/>
          </p:nvPr>
        </p:nvSpPr>
        <p:spPr>
          <a:xfrm>
            <a:off x="938500" y="445025"/>
            <a:ext cx="49647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7" name="Google Shape;87;p24"/>
          <p:cNvSpPr txBox="1"/>
          <p:nvPr>
            <p:ph idx="1" type="body"/>
          </p:nvPr>
        </p:nvSpPr>
        <p:spPr>
          <a:xfrm>
            <a:off x="1067241" y="2651775"/>
            <a:ext cx="3258900" cy="17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1pPr>
            <a:lvl2pPr indent="-317500" lvl="1" marL="914400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8" name="Google Shape;88;p24"/>
          <p:cNvSpPr txBox="1"/>
          <p:nvPr>
            <p:ph idx="2" type="body"/>
          </p:nvPr>
        </p:nvSpPr>
        <p:spPr>
          <a:xfrm>
            <a:off x="4673852" y="2651775"/>
            <a:ext cx="3258900" cy="17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1pPr>
            <a:lvl2pPr indent="-317500" lvl="1" marL="914400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9" name="Google Shape;89;p24"/>
          <p:cNvSpPr txBox="1"/>
          <p:nvPr>
            <p:ph idx="3" type="title"/>
          </p:nvPr>
        </p:nvSpPr>
        <p:spPr>
          <a:xfrm>
            <a:off x="1213499" y="1955125"/>
            <a:ext cx="32589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0" name="Google Shape;90;p24"/>
          <p:cNvSpPr txBox="1"/>
          <p:nvPr>
            <p:ph idx="4" type="title"/>
          </p:nvPr>
        </p:nvSpPr>
        <p:spPr>
          <a:xfrm>
            <a:off x="4820099" y="1955125"/>
            <a:ext cx="32589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Four Columns">
  <p:cSld name="TITLE_1_1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5"/>
          <p:cNvSpPr txBox="1"/>
          <p:nvPr>
            <p:ph type="title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3" name="Google Shape;93;p25"/>
          <p:cNvSpPr txBox="1"/>
          <p:nvPr>
            <p:ph idx="2" type="title"/>
          </p:nvPr>
        </p:nvSpPr>
        <p:spPr>
          <a:xfrm>
            <a:off x="898386" y="3052625"/>
            <a:ext cx="16716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4" name="Google Shape;94;p25"/>
          <p:cNvSpPr txBox="1"/>
          <p:nvPr>
            <p:ph idx="1" type="subTitle"/>
          </p:nvPr>
        </p:nvSpPr>
        <p:spPr>
          <a:xfrm>
            <a:off x="898389" y="3558837"/>
            <a:ext cx="1671600" cy="11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5" name="Google Shape;95;p25"/>
          <p:cNvSpPr txBox="1"/>
          <p:nvPr>
            <p:ph idx="3" type="title"/>
          </p:nvPr>
        </p:nvSpPr>
        <p:spPr>
          <a:xfrm>
            <a:off x="2790261" y="3052625"/>
            <a:ext cx="16716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6" name="Google Shape;96;p25"/>
          <p:cNvSpPr txBox="1"/>
          <p:nvPr>
            <p:ph idx="4" type="subTitle"/>
          </p:nvPr>
        </p:nvSpPr>
        <p:spPr>
          <a:xfrm>
            <a:off x="2790264" y="3558837"/>
            <a:ext cx="1671600" cy="11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7" name="Google Shape;97;p25"/>
          <p:cNvSpPr txBox="1"/>
          <p:nvPr>
            <p:ph idx="5" type="title"/>
          </p:nvPr>
        </p:nvSpPr>
        <p:spPr>
          <a:xfrm>
            <a:off x="4682136" y="3052625"/>
            <a:ext cx="16716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8" name="Google Shape;98;p25"/>
          <p:cNvSpPr txBox="1"/>
          <p:nvPr>
            <p:ph idx="6" type="subTitle"/>
          </p:nvPr>
        </p:nvSpPr>
        <p:spPr>
          <a:xfrm>
            <a:off x="4682139" y="3558837"/>
            <a:ext cx="1671600" cy="11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9" name="Google Shape;99;p25"/>
          <p:cNvSpPr txBox="1"/>
          <p:nvPr>
            <p:ph idx="7" type="title"/>
          </p:nvPr>
        </p:nvSpPr>
        <p:spPr>
          <a:xfrm>
            <a:off x="6574011" y="3052625"/>
            <a:ext cx="16716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0" name="Google Shape;100;p25"/>
          <p:cNvSpPr txBox="1"/>
          <p:nvPr>
            <p:ph idx="8" type="subTitle"/>
          </p:nvPr>
        </p:nvSpPr>
        <p:spPr>
          <a:xfrm>
            <a:off x="6574014" y="3558837"/>
            <a:ext cx="1671600" cy="11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Numbers">
  <p:cSld name="CAPTION_ONLY_1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6"/>
          <p:cNvSpPr txBox="1"/>
          <p:nvPr>
            <p:ph hasCustomPrompt="1" type="title"/>
          </p:nvPr>
        </p:nvSpPr>
        <p:spPr>
          <a:xfrm>
            <a:off x="4996800" y="661843"/>
            <a:ext cx="3159300" cy="72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03" name="Google Shape;103;p26"/>
          <p:cNvSpPr txBox="1"/>
          <p:nvPr>
            <p:ph idx="1" type="subTitle"/>
          </p:nvPr>
        </p:nvSpPr>
        <p:spPr>
          <a:xfrm>
            <a:off x="4911000" y="1265850"/>
            <a:ext cx="3330900" cy="41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04" name="Google Shape;104;p26"/>
          <p:cNvSpPr txBox="1"/>
          <p:nvPr>
            <p:ph hasCustomPrompt="1" idx="2" type="title"/>
          </p:nvPr>
        </p:nvSpPr>
        <p:spPr>
          <a:xfrm>
            <a:off x="4996800" y="2099193"/>
            <a:ext cx="3159300" cy="72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05" name="Google Shape;105;p26"/>
          <p:cNvSpPr txBox="1"/>
          <p:nvPr>
            <p:ph idx="3" type="subTitle"/>
          </p:nvPr>
        </p:nvSpPr>
        <p:spPr>
          <a:xfrm>
            <a:off x="4911000" y="2703200"/>
            <a:ext cx="3330900" cy="41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06" name="Google Shape;106;p26"/>
          <p:cNvSpPr txBox="1"/>
          <p:nvPr>
            <p:ph hasCustomPrompt="1" idx="4" type="title"/>
          </p:nvPr>
        </p:nvSpPr>
        <p:spPr>
          <a:xfrm>
            <a:off x="4996800" y="3536543"/>
            <a:ext cx="3159300" cy="72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07" name="Google Shape;107;p26"/>
          <p:cNvSpPr txBox="1"/>
          <p:nvPr>
            <p:ph idx="5" type="subTitle"/>
          </p:nvPr>
        </p:nvSpPr>
        <p:spPr>
          <a:xfrm>
            <a:off x="4911000" y="4140550"/>
            <a:ext cx="3330900" cy="41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Six Columns  ">
  <p:cSld name="SECTION_TITLE_AND_DESCRIPTION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7"/>
          <p:cNvSpPr txBox="1"/>
          <p:nvPr>
            <p:ph type="title"/>
          </p:nvPr>
        </p:nvSpPr>
        <p:spPr>
          <a:xfrm>
            <a:off x="3538497" y="1818541"/>
            <a:ext cx="20670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0" name="Google Shape;110;p27"/>
          <p:cNvSpPr txBox="1"/>
          <p:nvPr>
            <p:ph idx="1" type="subTitle"/>
          </p:nvPr>
        </p:nvSpPr>
        <p:spPr>
          <a:xfrm>
            <a:off x="3538498" y="2324765"/>
            <a:ext cx="2067000" cy="6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1" name="Google Shape;111;p27"/>
          <p:cNvSpPr txBox="1"/>
          <p:nvPr>
            <p:ph idx="2" type="title"/>
          </p:nvPr>
        </p:nvSpPr>
        <p:spPr>
          <a:xfrm>
            <a:off x="6028553" y="1818541"/>
            <a:ext cx="20670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2" name="Google Shape;112;p27"/>
          <p:cNvSpPr txBox="1"/>
          <p:nvPr>
            <p:ph idx="3" type="subTitle"/>
          </p:nvPr>
        </p:nvSpPr>
        <p:spPr>
          <a:xfrm>
            <a:off x="6028552" y="2324765"/>
            <a:ext cx="2067000" cy="6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3" name="Google Shape;113;p27"/>
          <p:cNvSpPr txBox="1"/>
          <p:nvPr>
            <p:ph idx="4" type="title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4" name="Google Shape;114;p27"/>
          <p:cNvSpPr txBox="1"/>
          <p:nvPr>
            <p:ph idx="5" type="title"/>
          </p:nvPr>
        </p:nvSpPr>
        <p:spPr>
          <a:xfrm>
            <a:off x="1048447" y="1818541"/>
            <a:ext cx="20670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5" name="Google Shape;115;p27"/>
          <p:cNvSpPr txBox="1"/>
          <p:nvPr>
            <p:ph idx="6" type="subTitle"/>
          </p:nvPr>
        </p:nvSpPr>
        <p:spPr>
          <a:xfrm>
            <a:off x="1048450" y="2324765"/>
            <a:ext cx="2067000" cy="6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6" name="Google Shape;116;p27"/>
          <p:cNvSpPr txBox="1"/>
          <p:nvPr>
            <p:ph idx="7" type="title"/>
          </p:nvPr>
        </p:nvSpPr>
        <p:spPr>
          <a:xfrm>
            <a:off x="3538497" y="3325035"/>
            <a:ext cx="20670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7" name="Google Shape;117;p27"/>
          <p:cNvSpPr txBox="1"/>
          <p:nvPr>
            <p:ph idx="8" type="subTitle"/>
          </p:nvPr>
        </p:nvSpPr>
        <p:spPr>
          <a:xfrm>
            <a:off x="3538498" y="3831259"/>
            <a:ext cx="2067000" cy="6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8" name="Google Shape;118;p27"/>
          <p:cNvSpPr txBox="1"/>
          <p:nvPr>
            <p:ph idx="9" type="title"/>
          </p:nvPr>
        </p:nvSpPr>
        <p:spPr>
          <a:xfrm>
            <a:off x="6028553" y="3325035"/>
            <a:ext cx="20670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9" name="Google Shape;119;p27"/>
          <p:cNvSpPr txBox="1"/>
          <p:nvPr>
            <p:ph idx="13" type="subTitle"/>
          </p:nvPr>
        </p:nvSpPr>
        <p:spPr>
          <a:xfrm>
            <a:off x="6028552" y="3831259"/>
            <a:ext cx="2067000" cy="6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0" name="Google Shape;120;p27"/>
          <p:cNvSpPr txBox="1"/>
          <p:nvPr>
            <p:ph idx="14" type="title"/>
          </p:nvPr>
        </p:nvSpPr>
        <p:spPr>
          <a:xfrm>
            <a:off x="1048447" y="3325035"/>
            <a:ext cx="2067000" cy="5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1" name="Google Shape;121;p27"/>
          <p:cNvSpPr txBox="1"/>
          <p:nvPr>
            <p:ph idx="15" type="subTitle"/>
          </p:nvPr>
        </p:nvSpPr>
        <p:spPr>
          <a:xfrm>
            <a:off x="1048450" y="3831259"/>
            <a:ext cx="2067000" cy="6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Four Columns 1">
  <p:cSld name="TITLE_1_1_2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8"/>
          <p:cNvSpPr txBox="1"/>
          <p:nvPr>
            <p:ph type="title"/>
          </p:nvPr>
        </p:nvSpPr>
        <p:spPr>
          <a:xfrm>
            <a:off x="938500" y="445025"/>
            <a:ext cx="50436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4" name="Google Shape;124;p28"/>
          <p:cNvSpPr txBox="1"/>
          <p:nvPr>
            <p:ph idx="2" type="title"/>
          </p:nvPr>
        </p:nvSpPr>
        <p:spPr>
          <a:xfrm>
            <a:off x="1338238" y="2359825"/>
            <a:ext cx="2727600" cy="37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5" name="Google Shape;125;p28"/>
          <p:cNvSpPr txBox="1"/>
          <p:nvPr>
            <p:ph idx="1" type="subTitle"/>
          </p:nvPr>
        </p:nvSpPr>
        <p:spPr>
          <a:xfrm>
            <a:off x="1338238" y="1713051"/>
            <a:ext cx="2727600" cy="60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6" name="Google Shape;126;p28"/>
          <p:cNvSpPr txBox="1"/>
          <p:nvPr>
            <p:ph idx="3" type="title"/>
          </p:nvPr>
        </p:nvSpPr>
        <p:spPr>
          <a:xfrm>
            <a:off x="1338238" y="3988950"/>
            <a:ext cx="2727600" cy="37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7" name="Google Shape;127;p28"/>
          <p:cNvSpPr txBox="1"/>
          <p:nvPr>
            <p:ph idx="4" type="subTitle"/>
          </p:nvPr>
        </p:nvSpPr>
        <p:spPr>
          <a:xfrm>
            <a:off x="1338238" y="3342176"/>
            <a:ext cx="2727600" cy="60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8" name="Google Shape;128;p28"/>
          <p:cNvSpPr txBox="1"/>
          <p:nvPr>
            <p:ph idx="5" type="title"/>
          </p:nvPr>
        </p:nvSpPr>
        <p:spPr>
          <a:xfrm>
            <a:off x="5078163" y="2359825"/>
            <a:ext cx="2727600" cy="37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9" name="Google Shape;129;p28"/>
          <p:cNvSpPr txBox="1"/>
          <p:nvPr>
            <p:ph idx="6" type="subTitle"/>
          </p:nvPr>
        </p:nvSpPr>
        <p:spPr>
          <a:xfrm>
            <a:off x="5078163" y="1713051"/>
            <a:ext cx="2727600" cy="60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0" name="Google Shape;130;p28"/>
          <p:cNvSpPr txBox="1"/>
          <p:nvPr>
            <p:ph idx="7" type="title"/>
          </p:nvPr>
        </p:nvSpPr>
        <p:spPr>
          <a:xfrm>
            <a:off x="5078163" y="3988950"/>
            <a:ext cx="2727600" cy="37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1" name="Google Shape;131;p28"/>
          <p:cNvSpPr txBox="1"/>
          <p:nvPr>
            <p:ph idx="8" type="subTitle"/>
          </p:nvPr>
        </p:nvSpPr>
        <p:spPr>
          <a:xfrm>
            <a:off x="5078163" y="3342176"/>
            <a:ext cx="2727600" cy="60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ext">
  <p:cSld name="SECTION_TITLE_AND_DESCRIPTION_1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9"/>
          <p:cNvSpPr txBox="1"/>
          <p:nvPr>
            <p:ph idx="1" type="subTitle"/>
          </p:nvPr>
        </p:nvSpPr>
        <p:spPr>
          <a:xfrm>
            <a:off x="5817050" y="2435925"/>
            <a:ext cx="2556300" cy="204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4" name="Google Shape;134;p29"/>
          <p:cNvSpPr txBox="1"/>
          <p:nvPr>
            <p:ph type="title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ext 1">
  <p:cSld name="TITLE_ONLY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30"/>
          <p:cNvSpPr txBox="1"/>
          <p:nvPr>
            <p:ph type="title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7" name="Google Shape;137;p30"/>
          <p:cNvSpPr txBox="1"/>
          <p:nvPr>
            <p:ph idx="1" type="subTitle"/>
          </p:nvPr>
        </p:nvSpPr>
        <p:spPr>
          <a:xfrm>
            <a:off x="938500" y="2435925"/>
            <a:ext cx="2556300" cy="204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ext 2">
  <p:cSld name="CAPTION_ONLY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1"/>
          <p:cNvSpPr txBox="1"/>
          <p:nvPr>
            <p:ph type="title"/>
          </p:nvPr>
        </p:nvSpPr>
        <p:spPr>
          <a:xfrm>
            <a:off x="938500" y="445025"/>
            <a:ext cx="57357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0" name="Google Shape;140;p31"/>
          <p:cNvSpPr txBox="1"/>
          <p:nvPr>
            <p:ph idx="1" type="subTitle"/>
          </p:nvPr>
        </p:nvSpPr>
        <p:spPr>
          <a:xfrm>
            <a:off x="5817050" y="2435925"/>
            <a:ext cx="2556300" cy="204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">
  <p:cSld name="SECTION_HEADER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32"/>
          <p:cNvSpPr txBox="1"/>
          <p:nvPr>
            <p:ph type="title"/>
          </p:nvPr>
        </p:nvSpPr>
        <p:spPr>
          <a:xfrm>
            <a:off x="2062800" y="2442050"/>
            <a:ext cx="5018400" cy="59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3" name="Google Shape;143;p32"/>
          <p:cNvSpPr txBox="1"/>
          <p:nvPr>
            <p:ph idx="1" type="subTitle"/>
          </p:nvPr>
        </p:nvSpPr>
        <p:spPr>
          <a:xfrm>
            <a:off x="2896500" y="3391325"/>
            <a:ext cx="3351000" cy="119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 + Credits">
  <p:cSld name="SECTION_HEADER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33"/>
          <p:cNvSpPr txBox="1"/>
          <p:nvPr>
            <p:ph type="title"/>
          </p:nvPr>
        </p:nvSpPr>
        <p:spPr>
          <a:xfrm>
            <a:off x="924870" y="760375"/>
            <a:ext cx="3068700" cy="59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6" name="Google Shape;146;p33"/>
          <p:cNvSpPr txBox="1"/>
          <p:nvPr>
            <p:ph idx="1" type="subTitle"/>
          </p:nvPr>
        </p:nvSpPr>
        <p:spPr>
          <a:xfrm>
            <a:off x="924875" y="1684275"/>
            <a:ext cx="3305400" cy="109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47" name="Google Shape;147;p33"/>
          <p:cNvSpPr txBox="1"/>
          <p:nvPr/>
        </p:nvSpPr>
        <p:spPr>
          <a:xfrm>
            <a:off x="924875" y="3570000"/>
            <a:ext cx="33054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CREDITS: This presentation template was created by </a:t>
            </a:r>
            <a:r>
              <a:rPr lang="en" sz="1000">
                <a:solidFill>
                  <a:schemeClr val="accent1"/>
                </a:solidFill>
                <a:uFill>
                  <a:noFill/>
                </a:uFill>
                <a:latin typeface="Montserrat Medium"/>
                <a:ea typeface="Montserrat Medium"/>
                <a:cs typeface="Montserrat Medium"/>
                <a:sym typeface="Montserrat Medium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000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, including icons by </a:t>
            </a:r>
            <a:r>
              <a:rPr lang="en" sz="1000">
                <a:solidFill>
                  <a:schemeClr val="accent1"/>
                </a:solidFill>
                <a:uFill>
                  <a:noFill/>
                </a:uFill>
                <a:latin typeface="Montserrat Medium"/>
                <a:ea typeface="Montserrat Medium"/>
                <a:cs typeface="Montserrat Medium"/>
                <a:sym typeface="Montserrat Medium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000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, and infographics &amp; images by </a:t>
            </a:r>
            <a:r>
              <a:rPr lang="en" sz="1000">
                <a:solidFill>
                  <a:schemeClr val="accent1"/>
                </a:solidFill>
                <a:uFill>
                  <a:noFill/>
                </a:uFill>
                <a:latin typeface="Montserrat Medium"/>
                <a:ea typeface="Montserrat Medium"/>
                <a:cs typeface="Montserrat Medium"/>
                <a:sym typeface="Montserrat Medium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n" sz="1000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. </a:t>
            </a:r>
            <a:endParaRPr sz="1000">
              <a:solidFill>
                <a:schemeClr val="accen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accen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Bullet points 1">
  <p:cSld name="SECTION_TITLE_AND_DESCRIPTION_1_1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34"/>
          <p:cNvSpPr txBox="1"/>
          <p:nvPr>
            <p:ph type="title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0" name="Google Shape;150;p34"/>
          <p:cNvSpPr txBox="1"/>
          <p:nvPr>
            <p:ph idx="1" type="body"/>
          </p:nvPr>
        </p:nvSpPr>
        <p:spPr>
          <a:xfrm>
            <a:off x="938500" y="1659275"/>
            <a:ext cx="4946400" cy="276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list">
  <p:cSld name="TITLE_AND_TWO_COLUMNS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35"/>
          <p:cNvSpPr txBox="1"/>
          <p:nvPr>
            <p:ph type="title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3" name="Google Shape;153;p35"/>
          <p:cNvSpPr txBox="1"/>
          <p:nvPr>
            <p:ph idx="1" type="body"/>
          </p:nvPr>
        </p:nvSpPr>
        <p:spPr>
          <a:xfrm>
            <a:off x="5037525" y="1659275"/>
            <a:ext cx="3186900" cy="276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1">
  <p:cSld name="BLANK_1_1"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7"/>
          <p:cNvSpPr txBox="1"/>
          <p:nvPr>
            <p:ph type="title"/>
          </p:nvPr>
        </p:nvSpPr>
        <p:spPr>
          <a:xfrm>
            <a:off x="284850" y="474875"/>
            <a:ext cx="42273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9pPr>
          </a:lstStyle>
          <a:p/>
        </p:txBody>
      </p:sp>
      <p:sp>
        <p:nvSpPr>
          <p:cNvPr id="164" name="Google Shape;164;p37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5" name="Google Shape;165;p37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6" name="Google Shape;166;p37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7" name="Google Shape;167;p37"/>
          <p:cNvSpPr txBox="1"/>
          <p:nvPr>
            <p:ph idx="1" type="body"/>
          </p:nvPr>
        </p:nvSpPr>
        <p:spPr>
          <a:xfrm>
            <a:off x="4629550" y="3479875"/>
            <a:ext cx="4227300" cy="923400"/>
          </a:xfrm>
          <a:prstGeom prst="rect">
            <a:avLst/>
          </a:prstGeom>
        </p:spPr>
        <p:txBody>
          <a:bodyPr anchorCtr="0" anchor="t" bIns="91425" lIns="182875" spcFirstLastPara="1" rIns="18287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2">
  <p:cSld name="BLANK_1_1_1_1_2">
    <p:bg>
      <p:bgPr>
        <a:solidFill>
          <a:schemeClr val="accent1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8"/>
          <p:cNvSpPr txBox="1"/>
          <p:nvPr>
            <p:ph type="title"/>
          </p:nvPr>
        </p:nvSpPr>
        <p:spPr>
          <a:xfrm>
            <a:off x="284850" y="285900"/>
            <a:ext cx="64239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170" name="Google Shape;170;p38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/>
            </a:lvl1pPr>
            <a:lvl2pPr lvl="1" algn="r">
              <a:buNone/>
              <a:defRPr/>
            </a:lvl2pPr>
            <a:lvl3pPr lvl="2" algn="r">
              <a:buNone/>
              <a:defRPr/>
            </a:lvl3pPr>
            <a:lvl4pPr lvl="3" algn="r">
              <a:buNone/>
              <a:defRPr/>
            </a:lvl4pPr>
            <a:lvl5pPr lvl="4" algn="r">
              <a:buNone/>
              <a:defRPr/>
            </a:lvl5pPr>
            <a:lvl6pPr lvl="5" algn="r">
              <a:buNone/>
              <a:defRPr/>
            </a:lvl6pPr>
            <a:lvl7pPr lvl="6" algn="r">
              <a:buNone/>
              <a:defRPr/>
            </a:lvl7pPr>
            <a:lvl8pPr lvl="7" algn="r">
              <a:buNone/>
              <a:defRPr/>
            </a:lvl8pPr>
            <a:lvl9pPr lvl="8" algn="r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1" name="Google Shape;171;p38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2" name="Google Shape;172;p38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3">
  <p:cSld name="BLANK_1_1_1_1_2_1"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9"/>
          <p:cNvSpPr txBox="1"/>
          <p:nvPr>
            <p:ph type="title"/>
          </p:nvPr>
        </p:nvSpPr>
        <p:spPr>
          <a:xfrm>
            <a:off x="284850" y="285900"/>
            <a:ext cx="64239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175" name="Google Shape;175;p39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/>
            </a:lvl1pPr>
            <a:lvl2pPr lvl="1" algn="r">
              <a:buNone/>
              <a:defRPr/>
            </a:lvl2pPr>
            <a:lvl3pPr lvl="2" algn="r">
              <a:buNone/>
              <a:defRPr/>
            </a:lvl3pPr>
            <a:lvl4pPr lvl="3" algn="r">
              <a:buNone/>
              <a:defRPr/>
            </a:lvl4pPr>
            <a:lvl5pPr lvl="4" algn="r">
              <a:buNone/>
              <a:defRPr/>
            </a:lvl5pPr>
            <a:lvl6pPr lvl="5" algn="r">
              <a:buNone/>
              <a:defRPr/>
            </a:lvl6pPr>
            <a:lvl7pPr lvl="6" algn="r">
              <a:buNone/>
              <a:defRPr/>
            </a:lvl7pPr>
            <a:lvl8pPr lvl="7" algn="r">
              <a:buNone/>
              <a:defRPr/>
            </a:lvl8pPr>
            <a:lvl9pPr lvl="8" algn="r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6" name="Google Shape;176;p39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7" name="Google Shape;177;p39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4">
  <p:cSld name="BLANK_1_1_1_1_2_1_1">
    <p:bg>
      <p:bgPr>
        <a:solidFill>
          <a:schemeClr val="lt1"/>
        </a:solid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40"/>
          <p:cNvSpPr txBox="1"/>
          <p:nvPr>
            <p:ph type="title"/>
          </p:nvPr>
        </p:nvSpPr>
        <p:spPr>
          <a:xfrm>
            <a:off x="284850" y="285900"/>
            <a:ext cx="64239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180" name="Google Shape;180;p40"/>
          <p:cNvCxnSpPr/>
          <p:nvPr/>
        </p:nvCxnSpPr>
        <p:spPr>
          <a:xfrm>
            <a:off x="283850" y="4683734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1" name="Google Shape;181;p40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>
                <a:solidFill>
                  <a:schemeClr val="dk1"/>
                </a:solidFill>
              </a:defRPr>
            </a:lvl1pPr>
            <a:lvl2pPr lvl="1" algn="r">
              <a:buNone/>
              <a:defRPr>
                <a:solidFill>
                  <a:schemeClr val="dk1"/>
                </a:solidFill>
              </a:defRPr>
            </a:lvl2pPr>
            <a:lvl3pPr lvl="2" algn="r">
              <a:buNone/>
              <a:defRPr>
                <a:solidFill>
                  <a:schemeClr val="dk1"/>
                </a:solidFill>
              </a:defRPr>
            </a:lvl3pPr>
            <a:lvl4pPr lvl="3" algn="r">
              <a:buNone/>
              <a:defRPr>
                <a:solidFill>
                  <a:schemeClr val="dk1"/>
                </a:solidFill>
              </a:defRPr>
            </a:lvl4pPr>
            <a:lvl5pPr lvl="4" algn="r">
              <a:buNone/>
              <a:defRPr>
                <a:solidFill>
                  <a:schemeClr val="dk1"/>
                </a:solidFill>
              </a:defRPr>
            </a:lvl5pPr>
            <a:lvl6pPr lvl="5" algn="r">
              <a:buNone/>
              <a:defRPr>
                <a:solidFill>
                  <a:schemeClr val="dk1"/>
                </a:solidFill>
              </a:defRPr>
            </a:lvl6pPr>
            <a:lvl7pPr lvl="6" algn="r">
              <a:buNone/>
              <a:defRPr>
                <a:solidFill>
                  <a:schemeClr val="dk1"/>
                </a:solidFill>
              </a:defRPr>
            </a:lvl7pPr>
            <a:lvl8pPr lvl="7" algn="r">
              <a:buNone/>
              <a:defRPr>
                <a:solidFill>
                  <a:schemeClr val="dk1"/>
                </a:solidFill>
              </a:defRPr>
            </a:lvl8pPr>
            <a:lvl9pPr lvl="8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2" name="Google Shape;182;p40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3" name="Google Shape;183;p40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- Alt 1">
  <p:cSld name="BLANK_1_1_1_1_1_1_1">
    <p:bg>
      <p:bgPr>
        <a:solidFill>
          <a:schemeClr val="lt1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5" name="Google Shape;185;p41"/>
          <p:cNvCxnSpPr/>
          <p:nvPr/>
        </p:nvCxnSpPr>
        <p:spPr>
          <a:xfrm>
            <a:off x="283850" y="4683725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6" name="Google Shape;186;p41"/>
          <p:cNvSpPr txBox="1"/>
          <p:nvPr>
            <p:ph type="title"/>
          </p:nvPr>
        </p:nvSpPr>
        <p:spPr>
          <a:xfrm>
            <a:off x="283850" y="230676"/>
            <a:ext cx="6683700" cy="12369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7" name="Google Shape;187;p41"/>
          <p:cNvSpPr txBox="1"/>
          <p:nvPr>
            <p:ph idx="1" type="subTitle"/>
          </p:nvPr>
        </p:nvSpPr>
        <p:spPr>
          <a:xfrm>
            <a:off x="6214200" y="3602000"/>
            <a:ext cx="2386500" cy="80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88" name="Google Shape;188;p41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>
                <a:solidFill>
                  <a:schemeClr val="dk1"/>
                </a:solidFill>
              </a:defRPr>
            </a:lvl1pPr>
            <a:lvl2pPr lvl="1" algn="r">
              <a:buNone/>
              <a:defRPr>
                <a:solidFill>
                  <a:schemeClr val="dk1"/>
                </a:solidFill>
              </a:defRPr>
            </a:lvl2pPr>
            <a:lvl3pPr lvl="2" algn="r">
              <a:buNone/>
              <a:defRPr>
                <a:solidFill>
                  <a:schemeClr val="dk1"/>
                </a:solidFill>
              </a:defRPr>
            </a:lvl3pPr>
            <a:lvl4pPr lvl="3" algn="r">
              <a:buNone/>
              <a:defRPr>
                <a:solidFill>
                  <a:schemeClr val="dk1"/>
                </a:solidFill>
              </a:defRPr>
            </a:lvl4pPr>
            <a:lvl5pPr lvl="4" algn="r">
              <a:buNone/>
              <a:defRPr>
                <a:solidFill>
                  <a:schemeClr val="dk1"/>
                </a:solidFill>
              </a:defRPr>
            </a:lvl5pPr>
            <a:lvl6pPr lvl="5" algn="r">
              <a:buNone/>
              <a:defRPr>
                <a:solidFill>
                  <a:schemeClr val="dk1"/>
                </a:solidFill>
              </a:defRPr>
            </a:lvl6pPr>
            <a:lvl7pPr lvl="6" algn="r">
              <a:buNone/>
              <a:defRPr>
                <a:solidFill>
                  <a:schemeClr val="dk1"/>
                </a:solidFill>
              </a:defRPr>
            </a:lvl7pPr>
            <a:lvl8pPr lvl="7" algn="r">
              <a:buNone/>
              <a:defRPr>
                <a:solidFill>
                  <a:schemeClr val="dk1"/>
                </a:solidFill>
              </a:defRPr>
            </a:lvl8pPr>
            <a:lvl9pPr lvl="8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9" name="Google Shape;189;p41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0" name="Google Shape;190;p41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1" name="Google Shape;191;p41"/>
          <p:cNvSpPr/>
          <p:nvPr>
            <p:ph idx="4" type="pic"/>
          </p:nvPr>
        </p:nvSpPr>
        <p:spPr>
          <a:xfrm>
            <a:off x="4629750" y="3386700"/>
            <a:ext cx="1328400" cy="1290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- Alt 3">
  <p:cSld name="BLANK_3_1">
    <p:bg>
      <p:bgPr>
        <a:solidFill>
          <a:schemeClr val="accent3"/>
        </a:solid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42"/>
          <p:cNvSpPr/>
          <p:nvPr/>
        </p:nvSpPr>
        <p:spPr>
          <a:xfrm>
            <a:off x="3186050" y="288625"/>
            <a:ext cx="5670900" cy="2929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4" name="Google Shape;194;p42"/>
          <p:cNvSpPr/>
          <p:nvPr/>
        </p:nvSpPr>
        <p:spPr>
          <a:xfrm>
            <a:off x="3499026" y="558338"/>
            <a:ext cx="5044948" cy="2389773"/>
          </a:xfrm>
          <a:custGeom>
            <a:rect b="b" l="l" r="r" t="t"/>
            <a:pathLst>
              <a:path extrusionOk="0" h="22601" w="47712">
                <a:moveTo>
                  <a:pt x="36474" y="1"/>
                </a:moveTo>
                <a:lnTo>
                  <a:pt x="32896" y="3516"/>
                </a:lnTo>
                <a:lnTo>
                  <a:pt x="38106" y="8789"/>
                </a:lnTo>
                <a:lnTo>
                  <a:pt x="1" y="8789"/>
                </a:lnTo>
                <a:lnTo>
                  <a:pt x="1" y="13812"/>
                </a:lnTo>
                <a:lnTo>
                  <a:pt x="38106" y="13812"/>
                </a:lnTo>
                <a:lnTo>
                  <a:pt x="32833" y="19085"/>
                </a:lnTo>
                <a:lnTo>
                  <a:pt x="36411" y="22600"/>
                </a:lnTo>
                <a:lnTo>
                  <a:pt x="47711" y="11300"/>
                </a:lnTo>
                <a:lnTo>
                  <a:pt x="36474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5" name="Google Shape;195;p42"/>
          <p:cNvSpPr txBox="1"/>
          <p:nvPr>
            <p:ph type="title"/>
          </p:nvPr>
        </p:nvSpPr>
        <p:spPr>
          <a:xfrm>
            <a:off x="283850" y="474875"/>
            <a:ext cx="2773200" cy="15852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rm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6" name="Google Shape;196;p42"/>
          <p:cNvSpPr txBox="1"/>
          <p:nvPr>
            <p:ph idx="1" type="subTitle"/>
          </p:nvPr>
        </p:nvSpPr>
        <p:spPr>
          <a:xfrm>
            <a:off x="284850" y="3602000"/>
            <a:ext cx="2773200" cy="80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97" name="Google Shape;197;p42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>
                <a:solidFill>
                  <a:schemeClr val="dk1"/>
                </a:solidFill>
              </a:defRPr>
            </a:lvl1pPr>
            <a:lvl2pPr lvl="1" algn="r">
              <a:buNone/>
              <a:defRPr>
                <a:solidFill>
                  <a:schemeClr val="dk1"/>
                </a:solidFill>
              </a:defRPr>
            </a:lvl2pPr>
            <a:lvl3pPr lvl="2" algn="r">
              <a:buNone/>
              <a:defRPr>
                <a:solidFill>
                  <a:schemeClr val="dk1"/>
                </a:solidFill>
              </a:defRPr>
            </a:lvl3pPr>
            <a:lvl4pPr lvl="3" algn="r">
              <a:buNone/>
              <a:defRPr>
                <a:solidFill>
                  <a:schemeClr val="dk1"/>
                </a:solidFill>
              </a:defRPr>
            </a:lvl4pPr>
            <a:lvl5pPr lvl="4" algn="r">
              <a:buNone/>
              <a:defRPr>
                <a:solidFill>
                  <a:schemeClr val="dk1"/>
                </a:solidFill>
              </a:defRPr>
            </a:lvl5pPr>
            <a:lvl6pPr lvl="5" algn="r">
              <a:buNone/>
              <a:defRPr>
                <a:solidFill>
                  <a:schemeClr val="dk1"/>
                </a:solidFill>
              </a:defRPr>
            </a:lvl6pPr>
            <a:lvl7pPr lvl="6" algn="r">
              <a:buNone/>
              <a:defRPr>
                <a:solidFill>
                  <a:schemeClr val="dk1"/>
                </a:solidFill>
              </a:defRPr>
            </a:lvl7pPr>
            <a:lvl8pPr lvl="7" algn="r">
              <a:buNone/>
              <a:defRPr>
                <a:solidFill>
                  <a:schemeClr val="dk1"/>
                </a:solidFill>
              </a:defRPr>
            </a:lvl8pPr>
            <a:lvl9pPr lvl="8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8" name="Google Shape;198;p42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9" name="Google Shape;199;p42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- Alt 4">
  <p:cSld name="BLANK_3_1_1">
    <p:bg>
      <p:bgPr>
        <a:solidFill>
          <a:schemeClr val="accent1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43"/>
          <p:cNvSpPr txBox="1"/>
          <p:nvPr>
            <p:ph type="title"/>
          </p:nvPr>
        </p:nvSpPr>
        <p:spPr>
          <a:xfrm>
            <a:off x="283850" y="474875"/>
            <a:ext cx="2773200" cy="15852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rm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9pPr>
          </a:lstStyle>
          <a:p/>
        </p:txBody>
      </p:sp>
      <p:sp>
        <p:nvSpPr>
          <p:cNvPr id="202" name="Google Shape;202;p43"/>
          <p:cNvSpPr txBox="1"/>
          <p:nvPr>
            <p:ph idx="1" type="subTitle"/>
          </p:nvPr>
        </p:nvSpPr>
        <p:spPr>
          <a:xfrm>
            <a:off x="284850" y="3602000"/>
            <a:ext cx="2773200" cy="80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03" name="Google Shape;203;p43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4" name="Google Shape;204;p43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5" name="Google Shape;205;p43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6" name="Google Shape;206;p43"/>
          <p:cNvSpPr/>
          <p:nvPr>
            <p:ph idx="4" type="pic"/>
          </p:nvPr>
        </p:nvSpPr>
        <p:spPr>
          <a:xfrm>
            <a:off x="3185700" y="291263"/>
            <a:ext cx="5671200" cy="43878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- Alt 2">
  <p:cSld name="BLANK_1_1_1_1_1_1_1_1_1_1_2">
    <p:bg>
      <p:bgPr>
        <a:solidFill>
          <a:schemeClr val="lt1"/>
        </a:solidFill>
      </p:bgPr>
    </p:bg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44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9" name="Google Shape;209;p44"/>
          <p:cNvSpPr txBox="1"/>
          <p:nvPr>
            <p:ph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0" name="Google Shape;210;p44"/>
          <p:cNvSpPr txBox="1"/>
          <p:nvPr>
            <p:ph idx="2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5">
  <p:cSld name="BLANK_1_1_1_1_1_1_1_1_1_1_1_2_1">
    <p:bg>
      <p:bgPr>
        <a:solidFill>
          <a:schemeClr val="lt1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45"/>
          <p:cNvSpPr txBox="1"/>
          <p:nvPr>
            <p:ph type="title"/>
          </p:nvPr>
        </p:nvSpPr>
        <p:spPr>
          <a:xfrm>
            <a:off x="283850" y="285900"/>
            <a:ext cx="4227600" cy="30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3" name="Google Shape;213;p45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>
                <a:solidFill>
                  <a:schemeClr val="dk1"/>
                </a:solidFill>
              </a:defRPr>
            </a:lvl1pPr>
            <a:lvl2pPr lvl="1" algn="r">
              <a:buNone/>
              <a:defRPr>
                <a:solidFill>
                  <a:schemeClr val="dk1"/>
                </a:solidFill>
              </a:defRPr>
            </a:lvl2pPr>
            <a:lvl3pPr lvl="2" algn="r">
              <a:buNone/>
              <a:defRPr>
                <a:solidFill>
                  <a:schemeClr val="dk1"/>
                </a:solidFill>
              </a:defRPr>
            </a:lvl3pPr>
            <a:lvl4pPr lvl="3" algn="r">
              <a:buNone/>
              <a:defRPr>
                <a:solidFill>
                  <a:schemeClr val="dk1"/>
                </a:solidFill>
              </a:defRPr>
            </a:lvl4pPr>
            <a:lvl5pPr lvl="4" algn="r">
              <a:buNone/>
              <a:defRPr>
                <a:solidFill>
                  <a:schemeClr val="dk1"/>
                </a:solidFill>
              </a:defRPr>
            </a:lvl5pPr>
            <a:lvl6pPr lvl="5" algn="r">
              <a:buNone/>
              <a:defRPr>
                <a:solidFill>
                  <a:schemeClr val="dk1"/>
                </a:solidFill>
              </a:defRPr>
            </a:lvl6pPr>
            <a:lvl7pPr lvl="6" algn="r">
              <a:buNone/>
              <a:defRPr>
                <a:solidFill>
                  <a:schemeClr val="dk1"/>
                </a:solidFill>
              </a:defRPr>
            </a:lvl7pPr>
            <a:lvl8pPr lvl="7" algn="r">
              <a:buNone/>
              <a:defRPr>
                <a:solidFill>
                  <a:schemeClr val="dk1"/>
                </a:solidFill>
              </a:defRPr>
            </a:lvl8pPr>
            <a:lvl9pPr lvl="8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4" name="Google Shape;214;p45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5" name="Google Shape;215;p45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6" name="Google Shape;216;p45"/>
          <p:cNvSpPr txBox="1"/>
          <p:nvPr>
            <p:ph idx="1" type="subTitle"/>
          </p:nvPr>
        </p:nvSpPr>
        <p:spPr>
          <a:xfrm>
            <a:off x="1125100" y="2345400"/>
            <a:ext cx="55593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17" name="Google Shape;217;p45"/>
          <p:cNvSpPr txBox="1"/>
          <p:nvPr>
            <p:ph idx="4" type="subTitle"/>
          </p:nvPr>
        </p:nvSpPr>
        <p:spPr>
          <a:xfrm flipH="1">
            <a:off x="6801950" y="2345400"/>
            <a:ext cx="20550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18" name="Google Shape;218;p45"/>
          <p:cNvSpPr txBox="1"/>
          <p:nvPr>
            <p:ph idx="5" type="subTitle"/>
          </p:nvPr>
        </p:nvSpPr>
        <p:spPr>
          <a:xfrm>
            <a:off x="1125100" y="1555600"/>
            <a:ext cx="55593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19" name="Google Shape;219;p45"/>
          <p:cNvSpPr txBox="1"/>
          <p:nvPr>
            <p:ph idx="6" type="subTitle"/>
          </p:nvPr>
        </p:nvSpPr>
        <p:spPr>
          <a:xfrm flipH="1">
            <a:off x="6801950" y="1555600"/>
            <a:ext cx="20550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20" name="Google Shape;220;p45"/>
          <p:cNvSpPr txBox="1"/>
          <p:nvPr>
            <p:ph idx="7" type="subTitle"/>
          </p:nvPr>
        </p:nvSpPr>
        <p:spPr>
          <a:xfrm>
            <a:off x="1125100" y="3123163"/>
            <a:ext cx="55593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21" name="Google Shape;221;p45"/>
          <p:cNvSpPr txBox="1"/>
          <p:nvPr>
            <p:ph idx="8" type="subTitle"/>
          </p:nvPr>
        </p:nvSpPr>
        <p:spPr>
          <a:xfrm flipH="1">
            <a:off x="6801950" y="3123163"/>
            <a:ext cx="20550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22" name="Google Shape;222;p45"/>
          <p:cNvSpPr txBox="1"/>
          <p:nvPr>
            <p:ph idx="9" type="subTitle"/>
          </p:nvPr>
        </p:nvSpPr>
        <p:spPr>
          <a:xfrm>
            <a:off x="1125100" y="3902913"/>
            <a:ext cx="55593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23" name="Google Shape;223;p45"/>
          <p:cNvSpPr txBox="1"/>
          <p:nvPr>
            <p:ph idx="13" type="subTitle"/>
          </p:nvPr>
        </p:nvSpPr>
        <p:spPr>
          <a:xfrm flipH="1">
            <a:off x="6801950" y="3902913"/>
            <a:ext cx="20550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3">
  <p:cSld name="CUSTOM_1">
    <p:bg>
      <p:bgPr>
        <a:solidFill>
          <a:schemeClr val="lt1"/>
        </a:solidFill>
      </p:bgPr>
    </p:bg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46"/>
          <p:cNvSpPr/>
          <p:nvPr>
            <p:ph idx="2" type="pic"/>
          </p:nvPr>
        </p:nvSpPr>
        <p:spPr>
          <a:xfrm>
            <a:off x="283850" y="2178075"/>
            <a:ext cx="4227600" cy="2505600"/>
          </a:xfrm>
          <a:prstGeom prst="rect">
            <a:avLst/>
          </a:prstGeom>
          <a:noFill/>
          <a:ln>
            <a:noFill/>
          </a:ln>
        </p:spPr>
      </p:sp>
      <p:sp>
        <p:nvSpPr>
          <p:cNvPr id="226" name="Google Shape;226;p46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7" name="Google Shape;227;p46"/>
          <p:cNvSpPr txBox="1"/>
          <p:nvPr>
            <p:ph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8" name="Google Shape;228;p46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9" name="Google Shape;229;p46"/>
          <p:cNvSpPr txBox="1"/>
          <p:nvPr>
            <p:ph idx="4" type="title"/>
          </p:nvPr>
        </p:nvSpPr>
        <p:spPr>
          <a:xfrm>
            <a:off x="283850" y="285900"/>
            <a:ext cx="56742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30" name="Google Shape;230;p46"/>
          <p:cNvSpPr txBox="1"/>
          <p:nvPr>
            <p:ph idx="1" type="body"/>
          </p:nvPr>
        </p:nvSpPr>
        <p:spPr>
          <a:xfrm>
            <a:off x="4629300" y="2636275"/>
            <a:ext cx="4227600" cy="204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31" name="Google Shape;231;p46"/>
          <p:cNvSpPr/>
          <p:nvPr/>
        </p:nvSpPr>
        <p:spPr>
          <a:xfrm rot="10800000">
            <a:off x="8020323" y="286810"/>
            <a:ext cx="836528" cy="836365"/>
          </a:xfrm>
          <a:custGeom>
            <a:rect b="b" l="l" r="r" t="t"/>
            <a:pathLst>
              <a:path extrusionOk="0" h="32645" w="32645">
                <a:moveTo>
                  <a:pt x="2512" y="0"/>
                </a:moveTo>
                <a:lnTo>
                  <a:pt x="2512" y="5023"/>
                </a:lnTo>
                <a:lnTo>
                  <a:pt x="24107" y="5023"/>
                </a:lnTo>
                <a:lnTo>
                  <a:pt x="1" y="29129"/>
                </a:lnTo>
                <a:lnTo>
                  <a:pt x="3516" y="32644"/>
                </a:lnTo>
                <a:lnTo>
                  <a:pt x="27623" y="8538"/>
                </a:lnTo>
                <a:lnTo>
                  <a:pt x="27623" y="30133"/>
                </a:lnTo>
                <a:lnTo>
                  <a:pt x="32645" y="30133"/>
                </a:lnTo>
                <a:lnTo>
                  <a:pt x="32645" y="0"/>
                </a:lnTo>
                <a:close/>
              </a:path>
            </a:pathLst>
          </a:cu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4">
  <p:cSld name="BLANK_1_1_1_1_1_1_1_1_1_1_1_1_3">
    <p:bg>
      <p:bgPr>
        <a:solidFill>
          <a:schemeClr val="lt1"/>
        </a:solidFill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47"/>
          <p:cNvSpPr/>
          <p:nvPr>
            <p:ph idx="2" type="pic"/>
          </p:nvPr>
        </p:nvSpPr>
        <p:spPr>
          <a:xfrm>
            <a:off x="4629750" y="0"/>
            <a:ext cx="4227000" cy="46836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sp>
      <p:sp>
        <p:nvSpPr>
          <p:cNvPr id="234" name="Google Shape;234;p47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5" name="Google Shape;235;p47"/>
          <p:cNvSpPr txBox="1"/>
          <p:nvPr>
            <p:ph type="title"/>
          </p:nvPr>
        </p:nvSpPr>
        <p:spPr>
          <a:xfrm>
            <a:off x="283850" y="285900"/>
            <a:ext cx="42276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36" name="Google Shape;236;p47"/>
          <p:cNvSpPr txBox="1"/>
          <p:nvPr>
            <p:ph idx="1" type="body"/>
          </p:nvPr>
        </p:nvSpPr>
        <p:spPr>
          <a:xfrm>
            <a:off x="763175" y="2599225"/>
            <a:ext cx="3748800" cy="208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37" name="Google Shape;237;p47"/>
          <p:cNvSpPr txBox="1"/>
          <p:nvPr>
            <p:ph idx="3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38" name="Google Shape;238;p47"/>
          <p:cNvSpPr txBox="1"/>
          <p:nvPr>
            <p:ph idx="4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5">
  <p:cSld name="BLANK_1_1_1_1_1_1_1_1_1_1_1_1_3_1_1">
    <p:bg>
      <p:bgPr>
        <a:solidFill>
          <a:schemeClr val="lt1"/>
        </a:solidFill>
      </p:bgPr>
    </p:bg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48"/>
          <p:cNvSpPr/>
          <p:nvPr>
            <p:ph idx="2" type="pic"/>
          </p:nvPr>
        </p:nvSpPr>
        <p:spPr>
          <a:xfrm>
            <a:off x="270275" y="3132475"/>
            <a:ext cx="2770500" cy="15510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sp>
      <p:sp>
        <p:nvSpPr>
          <p:cNvPr id="241" name="Google Shape;241;p48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2" name="Google Shape;242;p48"/>
          <p:cNvSpPr txBox="1"/>
          <p:nvPr>
            <p:ph type="title"/>
          </p:nvPr>
        </p:nvSpPr>
        <p:spPr>
          <a:xfrm>
            <a:off x="283850" y="285900"/>
            <a:ext cx="64008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3" name="Google Shape;243;p48"/>
          <p:cNvSpPr txBox="1"/>
          <p:nvPr>
            <p:ph idx="1" type="body"/>
          </p:nvPr>
        </p:nvSpPr>
        <p:spPr>
          <a:xfrm>
            <a:off x="6086325" y="2599225"/>
            <a:ext cx="2770500" cy="208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4" name="Google Shape;244;p48"/>
          <p:cNvSpPr txBox="1"/>
          <p:nvPr>
            <p:ph idx="3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5" name="Google Shape;245;p48"/>
          <p:cNvSpPr txBox="1"/>
          <p:nvPr>
            <p:ph idx="4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6" name="Google Shape;246;p48"/>
          <p:cNvSpPr txBox="1"/>
          <p:nvPr>
            <p:ph idx="5" type="body"/>
          </p:nvPr>
        </p:nvSpPr>
        <p:spPr>
          <a:xfrm>
            <a:off x="3185700" y="2599225"/>
            <a:ext cx="2770500" cy="208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7">
  <p:cSld name="BLANK_1_1_1_1_1_1_1_1_1_1_1_1_2_1">
    <p:bg>
      <p:bgPr>
        <a:solidFill>
          <a:schemeClr val="lt1"/>
        </a:solidFill>
      </p:bgPr>
    </p:bg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49"/>
          <p:cNvSpPr txBox="1"/>
          <p:nvPr>
            <p:ph type="title"/>
          </p:nvPr>
        </p:nvSpPr>
        <p:spPr>
          <a:xfrm>
            <a:off x="4782150" y="285900"/>
            <a:ext cx="40749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9" name="Google Shape;249;p49"/>
          <p:cNvSpPr txBox="1"/>
          <p:nvPr>
            <p:ph idx="1" type="body"/>
          </p:nvPr>
        </p:nvSpPr>
        <p:spPr>
          <a:xfrm>
            <a:off x="6086325" y="2636275"/>
            <a:ext cx="2770800" cy="204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50" name="Google Shape;250;p49"/>
          <p:cNvSpPr txBox="1"/>
          <p:nvPr>
            <p:ph idx="2" type="body"/>
          </p:nvPr>
        </p:nvSpPr>
        <p:spPr>
          <a:xfrm>
            <a:off x="4782375" y="2636275"/>
            <a:ext cx="1175700" cy="204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51" name="Google Shape;251;p49"/>
          <p:cNvSpPr/>
          <p:nvPr>
            <p:ph idx="3" type="pic"/>
          </p:nvPr>
        </p:nvSpPr>
        <p:spPr>
          <a:xfrm>
            <a:off x="283850" y="0"/>
            <a:ext cx="4227000" cy="46836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sp>
      <p:sp>
        <p:nvSpPr>
          <p:cNvPr id="252" name="Google Shape;252;p49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3" name="Google Shape;253;p49"/>
          <p:cNvSpPr txBox="1"/>
          <p:nvPr>
            <p:ph idx="4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54" name="Google Shape;254;p49"/>
          <p:cNvSpPr txBox="1"/>
          <p:nvPr>
            <p:ph idx="5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2">
  <p:cSld name="BLANK_1_1_1_1_1_1_1_1_1_1_1_1_3_1_2">
    <p:bg>
      <p:bgPr>
        <a:solidFill>
          <a:schemeClr val="lt1"/>
        </a:solidFill>
      </p:bgPr>
    </p:bg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50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7" name="Google Shape;257;p50"/>
          <p:cNvSpPr txBox="1"/>
          <p:nvPr>
            <p:ph type="title"/>
          </p:nvPr>
        </p:nvSpPr>
        <p:spPr>
          <a:xfrm>
            <a:off x="283850" y="285900"/>
            <a:ext cx="4227300" cy="751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58" name="Google Shape;258;p50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59" name="Google Shape;259;p50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60" name="Google Shape;260;p50"/>
          <p:cNvSpPr txBox="1"/>
          <p:nvPr>
            <p:ph idx="1" type="body"/>
          </p:nvPr>
        </p:nvSpPr>
        <p:spPr>
          <a:xfrm>
            <a:off x="4632000" y="285900"/>
            <a:ext cx="42273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61" name="Google Shape;261;p50"/>
          <p:cNvSpPr txBox="1"/>
          <p:nvPr>
            <p:ph idx="4" type="subTitle"/>
          </p:nvPr>
        </p:nvSpPr>
        <p:spPr>
          <a:xfrm>
            <a:off x="288625" y="1922875"/>
            <a:ext cx="2050800" cy="537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62" name="Google Shape;262;p50"/>
          <p:cNvSpPr txBox="1"/>
          <p:nvPr>
            <p:ph idx="5" type="body"/>
          </p:nvPr>
        </p:nvSpPr>
        <p:spPr>
          <a:xfrm>
            <a:off x="288625" y="2891825"/>
            <a:ext cx="2050800" cy="150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63" name="Google Shape;263;p50"/>
          <p:cNvSpPr txBox="1"/>
          <p:nvPr>
            <p:ph idx="6" type="subTitle"/>
          </p:nvPr>
        </p:nvSpPr>
        <p:spPr>
          <a:xfrm>
            <a:off x="2456700" y="1922875"/>
            <a:ext cx="2050800" cy="537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64" name="Google Shape;264;p50"/>
          <p:cNvSpPr txBox="1"/>
          <p:nvPr>
            <p:ph idx="7" type="body"/>
          </p:nvPr>
        </p:nvSpPr>
        <p:spPr>
          <a:xfrm>
            <a:off x="2456700" y="2891825"/>
            <a:ext cx="2050800" cy="150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65" name="Google Shape;265;p50"/>
          <p:cNvSpPr txBox="1"/>
          <p:nvPr>
            <p:ph idx="8" type="subTitle"/>
          </p:nvPr>
        </p:nvSpPr>
        <p:spPr>
          <a:xfrm>
            <a:off x="4629375" y="1922875"/>
            <a:ext cx="2050800" cy="537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66" name="Google Shape;266;p50"/>
          <p:cNvSpPr txBox="1"/>
          <p:nvPr>
            <p:ph idx="9" type="body"/>
          </p:nvPr>
        </p:nvSpPr>
        <p:spPr>
          <a:xfrm>
            <a:off x="4629375" y="2891825"/>
            <a:ext cx="2050800" cy="150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67" name="Google Shape;267;p50"/>
          <p:cNvSpPr txBox="1"/>
          <p:nvPr>
            <p:ph idx="13" type="subTitle"/>
          </p:nvPr>
        </p:nvSpPr>
        <p:spPr>
          <a:xfrm>
            <a:off x="6802050" y="1922875"/>
            <a:ext cx="2050800" cy="537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68" name="Google Shape;268;p50"/>
          <p:cNvSpPr txBox="1"/>
          <p:nvPr>
            <p:ph idx="14" type="body"/>
          </p:nvPr>
        </p:nvSpPr>
        <p:spPr>
          <a:xfrm>
            <a:off x="6802050" y="2891825"/>
            <a:ext cx="2050800" cy="150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5">
  <p:cSld name="BLANK_1_1_1_1_1_1_1_1_1_1_1_1_1_2_1_2_1">
    <p:bg>
      <p:bgPr>
        <a:solidFill>
          <a:schemeClr val="lt1"/>
        </a:solidFill>
      </p:bgPr>
    </p:bg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51"/>
          <p:cNvSpPr txBox="1"/>
          <p:nvPr>
            <p:ph idx="1" type="subTitle"/>
          </p:nvPr>
        </p:nvSpPr>
        <p:spPr>
          <a:xfrm>
            <a:off x="288625" y="2636275"/>
            <a:ext cx="10050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71" name="Google Shape;271;p51"/>
          <p:cNvSpPr txBox="1"/>
          <p:nvPr>
            <p:ph idx="2" type="subTitle"/>
          </p:nvPr>
        </p:nvSpPr>
        <p:spPr>
          <a:xfrm>
            <a:off x="288625" y="3716975"/>
            <a:ext cx="1005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72" name="Google Shape;272;p51"/>
          <p:cNvSpPr txBox="1"/>
          <p:nvPr>
            <p:ph idx="3" type="subTitle"/>
          </p:nvPr>
        </p:nvSpPr>
        <p:spPr>
          <a:xfrm>
            <a:off x="288625" y="1555575"/>
            <a:ext cx="1005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73" name="Google Shape;273;p51"/>
          <p:cNvSpPr txBox="1"/>
          <p:nvPr>
            <p:ph idx="4" type="body"/>
          </p:nvPr>
        </p:nvSpPr>
        <p:spPr>
          <a:xfrm>
            <a:off x="6091950" y="2635425"/>
            <a:ext cx="27648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74" name="Google Shape;274;p51"/>
          <p:cNvSpPr txBox="1"/>
          <p:nvPr>
            <p:ph idx="5" type="body"/>
          </p:nvPr>
        </p:nvSpPr>
        <p:spPr>
          <a:xfrm>
            <a:off x="6091950" y="3706763"/>
            <a:ext cx="27648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75" name="Google Shape;275;p51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6" name="Google Shape;276;p51"/>
          <p:cNvSpPr txBox="1"/>
          <p:nvPr>
            <p:ph type="title"/>
          </p:nvPr>
        </p:nvSpPr>
        <p:spPr>
          <a:xfrm>
            <a:off x="283850" y="285900"/>
            <a:ext cx="56742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77" name="Google Shape;277;p51"/>
          <p:cNvSpPr txBox="1"/>
          <p:nvPr>
            <p:ph idx="6" type="body"/>
          </p:nvPr>
        </p:nvSpPr>
        <p:spPr>
          <a:xfrm>
            <a:off x="6091950" y="1553875"/>
            <a:ext cx="27648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78" name="Google Shape;278;p51"/>
          <p:cNvSpPr txBox="1"/>
          <p:nvPr>
            <p:ph idx="7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79" name="Google Shape;279;p51"/>
          <p:cNvSpPr txBox="1"/>
          <p:nvPr>
            <p:ph idx="8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80" name="Google Shape;280;p51"/>
          <p:cNvSpPr txBox="1"/>
          <p:nvPr>
            <p:ph idx="9" type="subTitle"/>
          </p:nvPr>
        </p:nvSpPr>
        <p:spPr>
          <a:xfrm>
            <a:off x="1648600" y="2636275"/>
            <a:ext cx="40959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81" name="Google Shape;281;p51"/>
          <p:cNvSpPr txBox="1"/>
          <p:nvPr>
            <p:ph idx="13" type="subTitle"/>
          </p:nvPr>
        </p:nvSpPr>
        <p:spPr>
          <a:xfrm>
            <a:off x="1648600" y="1552438"/>
            <a:ext cx="40959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82" name="Google Shape;282;p51"/>
          <p:cNvSpPr txBox="1"/>
          <p:nvPr>
            <p:ph idx="14" type="subTitle"/>
          </p:nvPr>
        </p:nvSpPr>
        <p:spPr>
          <a:xfrm>
            <a:off x="1648600" y="3707613"/>
            <a:ext cx="40959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6">
  <p:cSld name="BLANK_1_1_1_1_1_1_1_1_1_1_1_1_1_2_1_2_1_1">
    <p:bg>
      <p:bgPr>
        <a:solidFill>
          <a:schemeClr val="lt1"/>
        </a:solidFill>
      </p:bgPr>
    </p:bg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52"/>
          <p:cNvSpPr txBox="1"/>
          <p:nvPr>
            <p:ph idx="1" type="subTitle"/>
          </p:nvPr>
        </p:nvSpPr>
        <p:spPr>
          <a:xfrm>
            <a:off x="3185700" y="3716975"/>
            <a:ext cx="1005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85" name="Google Shape;285;p52"/>
          <p:cNvSpPr txBox="1"/>
          <p:nvPr>
            <p:ph idx="2" type="subTitle"/>
          </p:nvPr>
        </p:nvSpPr>
        <p:spPr>
          <a:xfrm>
            <a:off x="1736388" y="2636275"/>
            <a:ext cx="1005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86" name="Google Shape;286;p52"/>
          <p:cNvSpPr txBox="1"/>
          <p:nvPr>
            <p:ph idx="3" type="subTitle"/>
          </p:nvPr>
        </p:nvSpPr>
        <p:spPr>
          <a:xfrm>
            <a:off x="288625" y="1555575"/>
            <a:ext cx="1005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87" name="Google Shape;287;p52"/>
          <p:cNvSpPr txBox="1"/>
          <p:nvPr>
            <p:ph idx="4" type="body"/>
          </p:nvPr>
        </p:nvSpPr>
        <p:spPr>
          <a:xfrm>
            <a:off x="3187500" y="2635425"/>
            <a:ext cx="4227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1pPr>
            <a:lvl2pPr indent="-3048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2pPr>
            <a:lvl3pPr indent="-3048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3pPr>
            <a:lvl4pPr indent="-3048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4pPr>
            <a:lvl5pPr indent="-3048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5pPr>
            <a:lvl6pPr indent="-3048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6pPr>
            <a:lvl7pPr indent="-3048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7pPr>
            <a:lvl8pPr indent="-3048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8pPr>
            <a:lvl9pPr indent="-3048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88" name="Google Shape;288;p52"/>
          <p:cNvSpPr txBox="1"/>
          <p:nvPr>
            <p:ph idx="5" type="body"/>
          </p:nvPr>
        </p:nvSpPr>
        <p:spPr>
          <a:xfrm>
            <a:off x="4629750" y="3706771"/>
            <a:ext cx="4227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89" name="Google Shape;289;p52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90" name="Google Shape;290;p52"/>
          <p:cNvSpPr txBox="1"/>
          <p:nvPr>
            <p:ph type="title"/>
          </p:nvPr>
        </p:nvSpPr>
        <p:spPr>
          <a:xfrm>
            <a:off x="283850" y="285900"/>
            <a:ext cx="56742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1" name="Google Shape;291;p52"/>
          <p:cNvSpPr txBox="1"/>
          <p:nvPr>
            <p:ph idx="6" type="body"/>
          </p:nvPr>
        </p:nvSpPr>
        <p:spPr>
          <a:xfrm>
            <a:off x="1736400" y="1553875"/>
            <a:ext cx="42270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2" name="Google Shape;292;p52"/>
          <p:cNvSpPr txBox="1"/>
          <p:nvPr>
            <p:ph idx="7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3" name="Google Shape;293;p52"/>
          <p:cNvSpPr txBox="1"/>
          <p:nvPr>
            <p:ph idx="8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8">
  <p:cSld name="BLANK_1_1_1_1_1_1_1_1_1_1_1_1_1_2_1_1_1"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53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96" name="Google Shape;296;p53"/>
          <p:cNvSpPr txBox="1"/>
          <p:nvPr>
            <p:ph type="title"/>
          </p:nvPr>
        </p:nvSpPr>
        <p:spPr>
          <a:xfrm>
            <a:off x="283850" y="285900"/>
            <a:ext cx="5674200" cy="2235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297" name="Google Shape;297;p53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8" name="Google Shape;298;p53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9" name="Google Shape;299;p53"/>
          <p:cNvSpPr txBox="1"/>
          <p:nvPr>
            <p:ph idx="1" type="body"/>
          </p:nvPr>
        </p:nvSpPr>
        <p:spPr>
          <a:xfrm>
            <a:off x="2456850" y="3716975"/>
            <a:ext cx="2055000" cy="72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300" name="Google Shape;300;p53"/>
          <p:cNvSpPr txBox="1"/>
          <p:nvPr>
            <p:ph idx="4" type="body"/>
          </p:nvPr>
        </p:nvSpPr>
        <p:spPr>
          <a:xfrm>
            <a:off x="4629750" y="3716975"/>
            <a:ext cx="2055000" cy="72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301" name="Google Shape;301;p53"/>
          <p:cNvSpPr txBox="1"/>
          <p:nvPr>
            <p:ph idx="5" type="body"/>
          </p:nvPr>
        </p:nvSpPr>
        <p:spPr>
          <a:xfrm>
            <a:off x="6802050" y="3716975"/>
            <a:ext cx="2054700" cy="72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9">
  <p:cSld name="BLANK_1_1_1_1_1_1_1_1_1_1_1_1_1_2_1_1_2"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54"/>
          <p:cNvSpPr txBox="1"/>
          <p:nvPr>
            <p:ph idx="1" type="body"/>
          </p:nvPr>
        </p:nvSpPr>
        <p:spPr>
          <a:xfrm>
            <a:off x="6091950" y="1553875"/>
            <a:ext cx="27648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304" name="Google Shape;304;p54"/>
          <p:cNvSpPr txBox="1"/>
          <p:nvPr>
            <p:ph idx="2" type="body"/>
          </p:nvPr>
        </p:nvSpPr>
        <p:spPr>
          <a:xfrm>
            <a:off x="6091950" y="2635425"/>
            <a:ext cx="27648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305" name="Google Shape;305;p54"/>
          <p:cNvSpPr txBox="1"/>
          <p:nvPr>
            <p:ph idx="3" type="body"/>
          </p:nvPr>
        </p:nvSpPr>
        <p:spPr>
          <a:xfrm>
            <a:off x="6091950" y="3706763"/>
            <a:ext cx="27648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306" name="Google Shape;306;p54"/>
          <p:cNvSpPr txBox="1"/>
          <p:nvPr>
            <p:ph type="title"/>
          </p:nvPr>
        </p:nvSpPr>
        <p:spPr>
          <a:xfrm>
            <a:off x="283850" y="285900"/>
            <a:ext cx="42276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307" name="Google Shape;307;p54"/>
          <p:cNvSpPr txBox="1"/>
          <p:nvPr>
            <p:ph idx="4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8" name="Google Shape;308;p54"/>
          <p:cNvSpPr txBox="1"/>
          <p:nvPr>
            <p:ph idx="5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9" name="Google Shape;309;p54"/>
          <p:cNvSpPr txBox="1"/>
          <p:nvPr>
            <p:ph idx="6" type="subTitle"/>
          </p:nvPr>
        </p:nvSpPr>
        <p:spPr>
          <a:xfrm>
            <a:off x="288625" y="1555575"/>
            <a:ext cx="45096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310" name="Google Shape;310;p54"/>
          <p:cNvSpPr txBox="1"/>
          <p:nvPr>
            <p:ph idx="7" type="subTitle"/>
          </p:nvPr>
        </p:nvSpPr>
        <p:spPr>
          <a:xfrm>
            <a:off x="288625" y="2636275"/>
            <a:ext cx="45096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311" name="Google Shape;311;p54"/>
          <p:cNvSpPr txBox="1"/>
          <p:nvPr>
            <p:ph idx="8" type="subTitle"/>
          </p:nvPr>
        </p:nvSpPr>
        <p:spPr>
          <a:xfrm>
            <a:off x="288625" y="3716975"/>
            <a:ext cx="45096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312" name="Google Shape;312;p54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10">
  <p:cSld name="BLANK_1_1_1_1_1_1_1_1_1_1_1_1_1_2_1_3">
    <p:bg>
      <p:bgPr>
        <a:solidFill>
          <a:schemeClr val="accent3"/>
        </a:solidFill>
      </p:bgPr>
    </p:bg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55"/>
          <p:cNvSpPr txBox="1"/>
          <p:nvPr>
            <p:ph idx="1" type="subTitle"/>
          </p:nvPr>
        </p:nvSpPr>
        <p:spPr>
          <a:xfrm>
            <a:off x="4629000" y="285900"/>
            <a:ext cx="4228200" cy="357600"/>
          </a:xfrm>
          <a:prstGeom prst="rect">
            <a:avLst/>
          </a:prstGeom>
        </p:spPr>
        <p:txBody>
          <a:bodyPr anchorCtr="0" anchor="t" bIns="0" lIns="182875" spcFirstLastPara="1" rIns="0" wrap="square" tIns="18287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315" name="Google Shape;315;p55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16" name="Google Shape;316;p55"/>
          <p:cNvSpPr txBox="1"/>
          <p:nvPr>
            <p:ph type="title"/>
          </p:nvPr>
        </p:nvSpPr>
        <p:spPr>
          <a:xfrm>
            <a:off x="283850" y="285900"/>
            <a:ext cx="27648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17" name="Google Shape;317;p55"/>
          <p:cNvSpPr txBox="1"/>
          <p:nvPr>
            <p:ph idx="2" type="body"/>
          </p:nvPr>
        </p:nvSpPr>
        <p:spPr>
          <a:xfrm>
            <a:off x="4629450" y="786100"/>
            <a:ext cx="2172600" cy="8043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18" name="Google Shape;318;p55"/>
          <p:cNvSpPr txBox="1"/>
          <p:nvPr>
            <p:ph idx="3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19" name="Google Shape;319;p55"/>
          <p:cNvSpPr txBox="1"/>
          <p:nvPr>
            <p:ph idx="4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20" name="Google Shape;320;p55"/>
          <p:cNvSpPr txBox="1"/>
          <p:nvPr>
            <p:ph idx="5" type="subTitle"/>
          </p:nvPr>
        </p:nvSpPr>
        <p:spPr>
          <a:xfrm>
            <a:off x="4629000" y="1751850"/>
            <a:ext cx="4228200" cy="357600"/>
          </a:xfrm>
          <a:prstGeom prst="rect">
            <a:avLst/>
          </a:prstGeom>
        </p:spPr>
        <p:txBody>
          <a:bodyPr anchorCtr="0" anchor="t" bIns="0" lIns="182875" spcFirstLastPara="1" rIns="0" wrap="square" tIns="18287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321" name="Google Shape;321;p55"/>
          <p:cNvSpPr txBox="1"/>
          <p:nvPr>
            <p:ph idx="6" type="body"/>
          </p:nvPr>
        </p:nvSpPr>
        <p:spPr>
          <a:xfrm>
            <a:off x="4629450" y="2252055"/>
            <a:ext cx="2172600" cy="8043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22" name="Google Shape;322;p55"/>
          <p:cNvSpPr txBox="1"/>
          <p:nvPr>
            <p:ph idx="7" type="subTitle"/>
          </p:nvPr>
        </p:nvSpPr>
        <p:spPr>
          <a:xfrm>
            <a:off x="4629000" y="3217788"/>
            <a:ext cx="4228200" cy="357600"/>
          </a:xfrm>
          <a:prstGeom prst="rect">
            <a:avLst/>
          </a:prstGeom>
        </p:spPr>
        <p:txBody>
          <a:bodyPr anchorCtr="0" anchor="t" bIns="0" lIns="182875" spcFirstLastPara="1" rIns="0" wrap="square" tIns="18287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323" name="Google Shape;323;p55"/>
          <p:cNvSpPr txBox="1"/>
          <p:nvPr>
            <p:ph idx="8" type="body"/>
          </p:nvPr>
        </p:nvSpPr>
        <p:spPr>
          <a:xfrm>
            <a:off x="4629450" y="3717997"/>
            <a:ext cx="2172600" cy="8043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24" name="Google Shape;324;p55"/>
          <p:cNvSpPr txBox="1"/>
          <p:nvPr>
            <p:ph idx="9" type="body"/>
          </p:nvPr>
        </p:nvSpPr>
        <p:spPr>
          <a:xfrm>
            <a:off x="284850" y="3717988"/>
            <a:ext cx="2055300" cy="804300"/>
          </a:xfrm>
          <a:prstGeom prst="rect">
            <a:avLst/>
          </a:prstGeom>
        </p:spPr>
        <p:txBody>
          <a:bodyPr anchorCtr="0" anchor="t" bIns="0" lIns="0" spcFirstLastPara="1" rIns="182875" wrap="square" tIns="0">
            <a:sp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image grid and description">
  <p:cSld name="CUSTOM">
    <p:bg>
      <p:bgPr>
        <a:solidFill>
          <a:schemeClr val="accent3"/>
        </a:solidFill>
      </p:bgPr>
    </p:bg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56"/>
          <p:cNvSpPr/>
          <p:nvPr>
            <p:ph idx="2" type="pic"/>
          </p:nvPr>
        </p:nvSpPr>
        <p:spPr>
          <a:xfrm>
            <a:off x="4629750" y="286075"/>
            <a:ext cx="1257900" cy="1261500"/>
          </a:xfrm>
          <a:prstGeom prst="rect">
            <a:avLst/>
          </a:prstGeom>
          <a:noFill/>
          <a:ln>
            <a:noFill/>
          </a:ln>
        </p:spPr>
      </p:sp>
      <p:sp>
        <p:nvSpPr>
          <p:cNvPr id="327" name="Google Shape;327;p56"/>
          <p:cNvSpPr/>
          <p:nvPr>
            <p:ph idx="3" type="pic"/>
          </p:nvPr>
        </p:nvSpPr>
        <p:spPr>
          <a:xfrm>
            <a:off x="6111800" y="286075"/>
            <a:ext cx="1257900" cy="1261500"/>
          </a:xfrm>
          <a:prstGeom prst="rect">
            <a:avLst/>
          </a:prstGeom>
          <a:noFill/>
          <a:ln>
            <a:noFill/>
          </a:ln>
        </p:spPr>
      </p:sp>
      <p:sp>
        <p:nvSpPr>
          <p:cNvPr id="328" name="Google Shape;328;p56"/>
          <p:cNvSpPr/>
          <p:nvPr>
            <p:ph idx="4" type="pic"/>
          </p:nvPr>
        </p:nvSpPr>
        <p:spPr>
          <a:xfrm>
            <a:off x="7593850" y="286075"/>
            <a:ext cx="1257900" cy="1261500"/>
          </a:xfrm>
          <a:prstGeom prst="rect">
            <a:avLst/>
          </a:prstGeom>
          <a:noFill/>
          <a:ln>
            <a:noFill/>
          </a:ln>
        </p:spPr>
      </p:sp>
      <p:sp>
        <p:nvSpPr>
          <p:cNvPr id="329" name="Google Shape;329;p56"/>
          <p:cNvSpPr/>
          <p:nvPr>
            <p:ph idx="5" type="pic"/>
          </p:nvPr>
        </p:nvSpPr>
        <p:spPr>
          <a:xfrm>
            <a:off x="4629750" y="2634475"/>
            <a:ext cx="1257900" cy="1261500"/>
          </a:xfrm>
          <a:prstGeom prst="rect">
            <a:avLst/>
          </a:prstGeom>
          <a:noFill/>
          <a:ln>
            <a:noFill/>
          </a:ln>
        </p:spPr>
      </p:sp>
      <p:sp>
        <p:nvSpPr>
          <p:cNvPr id="330" name="Google Shape;330;p56"/>
          <p:cNvSpPr/>
          <p:nvPr>
            <p:ph idx="6" type="pic"/>
          </p:nvPr>
        </p:nvSpPr>
        <p:spPr>
          <a:xfrm>
            <a:off x="6111800" y="2634475"/>
            <a:ext cx="1257900" cy="1261500"/>
          </a:xfrm>
          <a:prstGeom prst="rect">
            <a:avLst/>
          </a:prstGeom>
          <a:noFill/>
          <a:ln>
            <a:noFill/>
          </a:ln>
        </p:spPr>
      </p:sp>
      <p:sp>
        <p:nvSpPr>
          <p:cNvPr id="331" name="Google Shape;331;p56"/>
          <p:cNvSpPr/>
          <p:nvPr>
            <p:ph idx="7" type="pic"/>
          </p:nvPr>
        </p:nvSpPr>
        <p:spPr>
          <a:xfrm>
            <a:off x="7593850" y="2634475"/>
            <a:ext cx="1257900" cy="1261500"/>
          </a:xfrm>
          <a:prstGeom prst="rect">
            <a:avLst/>
          </a:prstGeom>
          <a:noFill/>
          <a:ln>
            <a:noFill/>
          </a:ln>
        </p:spPr>
      </p:sp>
      <p:sp>
        <p:nvSpPr>
          <p:cNvPr id="332" name="Google Shape;332;p56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3" name="Google Shape;333;p56"/>
          <p:cNvSpPr txBox="1"/>
          <p:nvPr>
            <p:ph idx="8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>
                <a:solidFill>
                  <a:schemeClr val="dk1"/>
                </a:solidFill>
              </a:defRPr>
            </a:lvl1pPr>
            <a:lvl2pPr lvl="1" algn="r">
              <a:buNone/>
              <a:defRPr>
                <a:solidFill>
                  <a:schemeClr val="dk1"/>
                </a:solidFill>
              </a:defRPr>
            </a:lvl2pPr>
            <a:lvl3pPr lvl="2" algn="r">
              <a:buNone/>
              <a:defRPr>
                <a:solidFill>
                  <a:schemeClr val="dk1"/>
                </a:solidFill>
              </a:defRPr>
            </a:lvl3pPr>
            <a:lvl4pPr lvl="3" algn="r">
              <a:buNone/>
              <a:defRPr>
                <a:solidFill>
                  <a:schemeClr val="dk1"/>
                </a:solidFill>
              </a:defRPr>
            </a:lvl4pPr>
            <a:lvl5pPr lvl="4" algn="r">
              <a:buNone/>
              <a:defRPr>
                <a:solidFill>
                  <a:schemeClr val="dk1"/>
                </a:solidFill>
              </a:defRPr>
            </a:lvl5pPr>
            <a:lvl6pPr lvl="5" algn="r">
              <a:buNone/>
              <a:defRPr>
                <a:solidFill>
                  <a:schemeClr val="dk1"/>
                </a:solidFill>
              </a:defRPr>
            </a:lvl6pPr>
            <a:lvl7pPr lvl="6" algn="r">
              <a:buNone/>
              <a:defRPr>
                <a:solidFill>
                  <a:schemeClr val="dk1"/>
                </a:solidFill>
              </a:defRPr>
            </a:lvl7pPr>
            <a:lvl8pPr lvl="7" algn="r">
              <a:buNone/>
              <a:defRPr>
                <a:solidFill>
                  <a:schemeClr val="dk1"/>
                </a:solidFill>
              </a:defRPr>
            </a:lvl8pPr>
            <a:lvl9pPr lvl="8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4" name="Google Shape;334;p56"/>
          <p:cNvSpPr txBox="1"/>
          <p:nvPr>
            <p:ph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35" name="Google Shape;335;p56"/>
          <p:cNvSpPr txBox="1"/>
          <p:nvPr>
            <p:ph idx="9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36" name="Google Shape;336;p56"/>
          <p:cNvSpPr txBox="1"/>
          <p:nvPr>
            <p:ph idx="13" type="title"/>
          </p:nvPr>
        </p:nvSpPr>
        <p:spPr>
          <a:xfrm>
            <a:off x="283850" y="474875"/>
            <a:ext cx="2773200" cy="17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37" name="Google Shape;337;p56"/>
          <p:cNvSpPr txBox="1"/>
          <p:nvPr>
            <p:ph idx="14" type="title"/>
          </p:nvPr>
        </p:nvSpPr>
        <p:spPr>
          <a:xfrm>
            <a:off x="4629750" y="1649525"/>
            <a:ext cx="12579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38" name="Google Shape;338;p56"/>
          <p:cNvSpPr txBox="1"/>
          <p:nvPr>
            <p:ph idx="15" type="title"/>
          </p:nvPr>
        </p:nvSpPr>
        <p:spPr>
          <a:xfrm>
            <a:off x="6111800" y="1649525"/>
            <a:ext cx="12579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39" name="Google Shape;339;p56"/>
          <p:cNvSpPr txBox="1"/>
          <p:nvPr>
            <p:ph idx="16" type="title"/>
          </p:nvPr>
        </p:nvSpPr>
        <p:spPr>
          <a:xfrm>
            <a:off x="7593850" y="1649525"/>
            <a:ext cx="12579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40" name="Google Shape;340;p56"/>
          <p:cNvSpPr txBox="1"/>
          <p:nvPr>
            <p:ph idx="17" type="title"/>
          </p:nvPr>
        </p:nvSpPr>
        <p:spPr>
          <a:xfrm>
            <a:off x="4629750" y="3995850"/>
            <a:ext cx="12579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41" name="Google Shape;341;p56"/>
          <p:cNvSpPr txBox="1"/>
          <p:nvPr>
            <p:ph idx="18" type="title"/>
          </p:nvPr>
        </p:nvSpPr>
        <p:spPr>
          <a:xfrm>
            <a:off x="6111800" y="3995850"/>
            <a:ext cx="12579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42" name="Google Shape;342;p56"/>
          <p:cNvSpPr txBox="1"/>
          <p:nvPr>
            <p:ph idx="19" type="title"/>
          </p:nvPr>
        </p:nvSpPr>
        <p:spPr>
          <a:xfrm>
            <a:off x="7593850" y="3995850"/>
            <a:ext cx="12579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image grid and description - Alt 1">
  <p:cSld name="CUSTOM_3">
    <p:bg>
      <p:bgPr>
        <a:solidFill>
          <a:schemeClr val="accent1"/>
        </a:solidFill>
      </p:bgPr>
    </p:bg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57"/>
          <p:cNvSpPr/>
          <p:nvPr>
            <p:ph idx="2" type="pic"/>
          </p:nvPr>
        </p:nvSpPr>
        <p:spPr>
          <a:xfrm>
            <a:off x="2456700" y="373175"/>
            <a:ext cx="1515000" cy="1616700"/>
          </a:xfrm>
          <a:prstGeom prst="rect">
            <a:avLst/>
          </a:prstGeom>
          <a:noFill/>
          <a:ln>
            <a:noFill/>
          </a:ln>
        </p:spPr>
      </p:sp>
      <p:sp>
        <p:nvSpPr>
          <p:cNvPr id="345" name="Google Shape;345;p57"/>
          <p:cNvSpPr txBox="1"/>
          <p:nvPr>
            <p:ph type="title"/>
          </p:nvPr>
        </p:nvSpPr>
        <p:spPr>
          <a:xfrm>
            <a:off x="2635350" y="2172975"/>
            <a:ext cx="11886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0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46" name="Google Shape;346;p57"/>
          <p:cNvSpPr txBox="1"/>
          <p:nvPr>
            <p:ph idx="1" type="body"/>
          </p:nvPr>
        </p:nvSpPr>
        <p:spPr>
          <a:xfrm>
            <a:off x="2635350" y="2832368"/>
            <a:ext cx="1161900" cy="167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347" name="Google Shape;347;p57"/>
          <p:cNvSpPr txBox="1"/>
          <p:nvPr>
            <p:ph idx="3" type="title"/>
          </p:nvPr>
        </p:nvSpPr>
        <p:spPr>
          <a:xfrm>
            <a:off x="2635350" y="2325375"/>
            <a:ext cx="11886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48" name="Google Shape;348;p57"/>
          <p:cNvSpPr/>
          <p:nvPr>
            <p:ph idx="4" type="pic"/>
          </p:nvPr>
        </p:nvSpPr>
        <p:spPr>
          <a:xfrm>
            <a:off x="4084738" y="373175"/>
            <a:ext cx="1515000" cy="1616700"/>
          </a:xfrm>
          <a:prstGeom prst="rect">
            <a:avLst/>
          </a:prstGeom>
          <a:noFill/>
          <a:ln>
            <a:noFill/>
          </a:ln>
        </p:spPr>
      </p:sp>
      <p:sp>
        <p:nvSpPr>
          <p:cNvPr id="349" name="Google Shape;349;p57"/>
          <p:cNvSpPr txBox="1"/>
          <p:nvPr>
            <p:ph idx="5" type="title"/>
          </p:nvPr>
        </p:nvSpPr>
        <p:spPr>
          <a:xfrm>
            <a:off x="4263388" y="2172975"/>
            <a:ext cx="11886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0" name="Google Shape;350;p57"/>
          <p:cNvSpPr txBox="1"/>
          <p:nvPr>
            <p:ph idx="6" type="body"/>
          </p:nvPr>
        </p:nvSpPr>
        <p:spPr>
          <a:xfrm>
            <a:off x="4263388" y="2832368"/>
            <a:ext cx="1161900" cy="167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351" name="Google Shape;351;p57"/>
          <p:cNvSpPr txBox="1"/>
          <p:nvPr>
            <p:ph idx="7" type="title"/>
          </p:nvPr>
        </p:nvSpPr>
        <p:spPr>
          <a:xfrm>
            <a:off x="4263388" y="2325375"/>
            <a:ext cx="11886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52" name="Google Shape;352;p57"/>
          <p:cNvSpPr/>
          <p:nvPr>
            <p:ph idx="8" type="pic"/>
          </p:nvPr>
        </p:nvSpPr>
        <p:spPr>
          <a:xfrm>
            <a:off x="5713225" y="373175"/>
            <a:ext cx="1515000" cy="1616700"/>
          </a:xfrm>
          <a:prstGeom prst="rect">
            <a:avLst/>
          </a:prstGeom>
          <a:noFill/>
          <a:ln>
            <a:noFill/>
          </a:ln>
        </p:spPr>
      </p:sp>
      <p:sp>
        <p:nvSpPr>
          <p:cNvPr id="353" name="Google Shape;353;p57"/>
          <p:cNvSpPr txBox="1"/>
          <p:nvPr>
            <p:ph idx="9" type="title"/>
          </p:nvPr>
        </p:nvSpPr>
        <p:spPr>
          <a:xfrm>
            <a:off x="5891875" y="2172975"/>
            <a:ext cx="11886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4" name="Google Shape;354;p57"/>
          <p:cNvSpPr txBox="1"/>
          <p:nvPr>
            <p:ph idx="13" type="body"/>
          </p:nvPr>
        </p:nvSpPr>
        <p:spPr>
          <a:xfrm>
            <a:off x="5891875" y="2832368"/>
            <a:ext cx="1161900" cy="167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355" name="Google Shape;355;p57"/>
          <p:cNvSpPr txBox="1"/>
          <p:nvPr>
            <p:ph idx="14" type="title"/>
          </p:nvPr>
        </p:nvSpPr>
        <p:spPr>
          <a:xfrm>
            <a:off x="5891875" y="2325375"/>
            <a:ext cx="11886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56" name="Google Shape;356;p57"/>
          <p:cNvSpPr/>
          <p:nvPr>
            <p:ph idx="15" type="pic"/>
          </p:nvPr>
        </p:nvSpPr>
        <p:spPr>
          <a:xfrm>
            <a:off x="7341950" y="373175"/>
            <a:ext cx="1515000" cy="1616700"/>
          </a:xfrm>
          <a:prstGeom prst="rect">
            <a:avLst/>
          </a:prstGeom>
          <a:noFill/>
          <a:ln>
            <a:noFill/>
          </a:ln>
        </p:spPr>
      </p:sp>
      <p:sp>
        <p:nvSpPr>
          <p:cNvPr id="357" name="Google Shape;357;p57"/>
          <p:cNvSpPr txBox="1"/>
          <p:nvPr>
            <p:ph idx="16" type="title"/>
          </p:nvPr>
        </p:nvSpPr>
        <p:spPr>
          <a:xfrm>
            <a:off x="7520600" y="2172975"/>
            <a:ext cx="11886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8" name="Google Shape;358;p57"/>
          <p:cNvSpPr txBox="1"/>
          <p:nvPr>
            <p:ph idx="17" type="body"/>
          </p:nvPr>
        </p:nvSpPr>
        <p:spPr>
          <a:xfrm>
            <a:off x="7520600" y="2832368"/>
            <a:ext cx="1161900" cy="167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359" name="Google Shape;359;p57"/>
          <p:cNvSpPr txBox="1"/>
          <p:nvPr>
            <p:ph idx="18" type="title"/>
          </p:nvPr>
        </p:nvSpPr>
        <p:spPr>
          <a:xfrm>
            <a:off x="7520600" y="2325375"/>
            <a:ext cx="11886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60" name="Google Shape;360;p57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61" name="Google Shape;361;p57"/>
          <p:cNvSpPr txBox="1"/>
          <p:nvPr>
            <p:ph idx="19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2" name="Google Shape;362;p57"/>
          <p:cNvSpPr txBox="1"/>
          <p:nvPr>
            <p:ph idx="20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3" name="Google Shape;363;p57"/>
          <p:cNvSpPr txBox="1"/>
          <p:nvPr>
            <p:ph idx="21" type="title"/>
          </p:nvPr>
        </p:nvSpPr>
        <p:spPr>
          <a:xfrm>
            <a:off x="283850" y="285900"/>
            <a:ext cx="2055600" cy="126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image grid and description - Alt 2">
  <p:cSld name="CUSTOM_4"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58"/>
          <p:cNvSpPr txBox="1"/>
          <p:nvPr>
            <p:ph type="title"/>
          </p:nvPr>
        </p:nvSpPr>
        <p:spPr>
          <a:xfrm>
            <a:off x="1049249" y="2030625"/>
            <a:ext cx="1902000" cy="2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66" name="Google Shape;366;p58"/>
          <p:cNvSpPr txBox="1"/>
          <p:nvPr>
            <p:ph idx="1" type="body"/>
          </p:nvPr>
        </p:nvSpPr>
        <p:spPr>
          <a:xfrm>
            <a:off x="1049250" y="2396800"/>
            <a:ext cx="1902000" cy="63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367" name="Google Shape;367;p58"/>
          <p:cNvSpPr txBox="1"/>
          <p:nvPr>
            <p:ph idx="2" type="title"/>
          </p:nvPr>
        </p:nvSpPr>
        <p:spPr>
          <a:xfrm>
            <a:off x="1049249" y="3575325"/>
            <a:ext cx="1902000" cy="2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68" name="Google Shape;368;p58"/>
          <p:cNvSpPr txBox="1"/>
          <p:nvPr>
            <p:ph idx="3" type="body"/>
          </p:nvPr>
        </p:nvSpPr>
        <p:spPr>
          <a:xfrm>
            <a:off x="1049250" y="3941500"/>
            <a:ext cx="1902000" cy="63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369" name="Google Shape;369;p58"/>
          <p:cNvSpPr txBox="1"/>
          <p:nvPr>
            <p:ph idx="4" type="title"/>
          </p:nvPr>
        </p:nvSpPr>
        <p:spPr>
          <a:xfrm>
            <a:off x="3950249" y="2030625"/>
            <a:ext cx="1902000" cy="2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70" name="Google Shape;370;p58"/>
          <p:cNvSpPr txBox="1"/>
          <p:nvPr>
            <p:ph idx="5" type="body"/>
          </p:nvPr>
        </p:nvSpPr>
        <p:spPr>
          <a:xfrm>
            <a:off x="3950250" y="2396800"/>
            <a:ext cx="1902000" cy="63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371" name="Google Shape;371;p58"/>
          <p:cNvSpPr txBox="1"/>
          <p:nvPr>
            <p:ph idx="6" type="title"/>
          </p:nvPr>
        </p:nvSpPr>
        <p:spPr>
          <a:xfrm>
            <a:off x="3950249" y="3575325"/>
            <a:ext cx="1902000" cy="2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72" name="Google Shape;372;p58"/>
          <p:cNvSpPr txBox="1"/>
          <p:nvPr>
            <p:ph idx="7" type="body"/>
          </p:nvPr>
        </p:nvSpPr>
        <p:spPr>
          <a:xfrm>
            <a:off x="3950250" y="3941500"/>
            <a:ext cx="1902000" cy="63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373" name="Google Shape;373;p58"/>
          <p:cNvSpPr txBox="1"/>
          <p:nvPr>
            <p:ph idx="8" type="title"/>
          </p:nvPr>
        </p:nvSpPr>
        <p:spPr>
          <a:xfrm>
            <a:off x="6851249" y="2030625"/>
            <a:ext cx="1902000" cy="2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74" name="Google Shape;374;p58"/>
          <p:cNvSpPr txBox="1"/>
          <p:nvPr>
            <p:ph idx="9" type="body"/>
          </p:nvPr>
        </p:nvSpPr>
        <p:spPr>
          <a:xfrm>
            <a:off x="6851250" y="2396800"/>
            <a:ext cx="1902000" cy="63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375" name="Google Shape;375;p58"/>
          <p:cNvSpPr txBox="1"/>
          <p:nvPr>
            <p:ph idx="13" type="title"/>
          </p:nvPr>
        </p:nvSpPr>
        <p:spPr>
          <a:xfrm>
            <a:off x="6851249" y="3575325"/>
            <a:ext cx="1902000" cy="2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76" name="Google Shape;376;p58"/>
          <p:cNvSpPr txBox="1"/>
          <p:nvPr>
            <p:ph idx="14" type="body"/>
          </p:nvPr>
        </p:nvSpPr>
        <p:spPr>
          <a:xfrm>
            <a:off x="6851250" y="3941500"/>
            <a:ext cx="1902000" cy="63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377" name="Google Shape;377;p58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78" name="Google Shape;378;p58"/>
          <p:cNvSpPr txBox="1"/>
          <p:nvPr>
            <p:ph idx="15" type="title"/>
          </p:nvPr>
        </p:nvSpPr>
        <p:spPr>
          <a:xfrm>
            <a:off x="283850" y="285900"/>
            <a:ext cx="8571900" cy="816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379" name="Google Shape;379;p58"/>
          <p:cNvSpPr/>
          <p:nvPr>
            <p:ph idx="16" type="pic"/>
          </p:nvPr>
        </p:nvSpPr>
        <p:spPr>
          <a:xfrm>
            <a:off x="290325" y="1862825"/>
            <a:ext cx="663000" cy="1271100"/>
          </a:xfrm>
          <a:prstGeom prst="rect">
            <a:avLst/>
          </a:prstGeom>
          <a:noFill/>
          <a:ln>
            <a:noFill/>
          </a:ln>
        </p:spPr>
      </p:sp>
      <p:sp>
        <p:nvSpPr>
          <p:cNvPr id="380" name="Google Shape;380;p58"/>
          <p:cNvSpPr/>
          <p:nvPr>
            <p:ph idx="17" type="pic"/>
          </p:nvPr>
        </p:nvSpPr>
        <p:spPr>
          <a:xfrm>
            <a:off x="290325" y="3407525"/>
            <a:ext cx="663000" cy="1271100"/>
          </a:xfrm>
          <a:prstGeom prst="rect">
            <a:avLst/>
          </a:prstGeom>
          <a:noFill/>
          <a:ln>
            <a:noFill/>
          </a:ln>
        </p:spPr>
      </p:sp>
      <p:sp>
        <p:nvSpPr>
          <p:cNvPr id="381" name="Google Shape;381;p58"/>
          <p:cNvSpPr/>
          <p:nvPr>
            <p:ph idx="18" type="pic"/>
          </p:nvPr>
        </p:nvSpPr>
        <p:spPr>
          <a:xfrm>
            <a:off x="3191325" y="1862825"/>
            <a:ext cx="663000" cy="1271100"/>
          </a:xfrm>
          <a:prstGeom prst="rect">
            <a:avLst/>
          </a:prstGeom>
          <a:noFill/>
          <a:ln>
            <a:noFill/>
          </a:ln>
        </p:spPr>
      </p:sp>
      <p:sp>
        <p:nvSpPr>
          <p:cNvPr id="382" name="Google Shape;382;p58"/>
          <p:cNvSpPr/>
          <p:nvPr>
            <p:ph idx="19" type="pic"/>
          </p:nvPr>
        </p:nvSpPr>
        <p:spPr>
          <a:xfrm>
            <a:off x="3191325" y="3407525"/>
            <a:ext cx="663000" cy="1271100"/>
          </a:xfrm>
          <a:prstGeom prst="rect">
            <a:avLst/>
          </a:prstGeom>
          <a:noFill/>
          <a:ln>
            <a:noFill/>
          </a:ln>
        </p:spPr>
      </p:sp>
      <p:sp>
        <p:nvSpPr>
          <p:cNvPr id="383" name="Google Shape;383;p58"/>
          <p:cNvSpPr/>
          <p:nvPr>
            <p:ph idx="20" type="pic"/>
          </p:nvPr>
        </p:nvSpPr>
        <p:spPr>
          <a:xfrm>
            <a:off x="6092325" y="1862825"/>
            <a:ext cx="663000" cy="1271100"/>
          </a:xfrm>
          <a:prstGeom prst="rect">
            <a:avLst/>
          </a:prstGeom>
          <a:noFill/>
          <a:ln>
            <a:noFill/>
          </a:ln>
        </p:spPr>
      </p:sp>
      <p:sp>
        <p:nvSpPr>
          <p:cNvPr id="384" name="Google Shape;384;p58"/>
          <p:cNvSpPr/>
          <p:nvPr>
            <p:ph idx="21" type="pic"/>
          </p:nvPr>
        </p:nvSpPr>
        <p:spPr>
          <a:xfrm>
            <a:off x="6092325" y="3407525"/>
            <a:ext cx="663000" cy="1271100"/>
          </a:xfrm>
          <a:prstGeom prst="rect">
            <a:avLst/>
          </a:prstGeom>
          <a:noFill/>
          <a:ln>
            <a:noFill/>
          </a:ln>
        </p:spPr>
      </p:sp>
      <p:sp>
        <p:nvSpPr>
          <p:cNvPr id="385" name="Google Shape;385;p58"/>
          <p:cNvSpPr txBox="1"/>
          <p:nvPr>
            <p:ph idx="2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6" name="Google Shape;386;p58"/>
          <p:cNvSpPr txBox="1"/>
          <p:nvPr>
            <p:ph idx="2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image grid and body text">
  <p:cSld name="CUSTOM_2">
    <p:bg>
      <p:bgPr>
        <a:solidFill>
          <a:schemeClr val="lt1"/>
        </a:solidFill>
      </p:bgPr>
    </p:bg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59"/>
          <p:cNvSpPr/>
          <p:nvPr>
            <p:ph idx="2" type="pic"/>
          </p:nvPr>
        </p:nvSpPr>
        <p:spPr>
          <a:xfrm>
            <a:off x="3186000" y="3242875"/>
            <a:ext cx="2798100" cy="1440600"/>
          </a:xfrm>
          <a:prstGeom prst="rect">
            <a:avLst/>
          </a:prstGeom>
          <a:noFill/>
          <a:ln>
            <a:noFill/>
          </a:ln>
        </p:spPr>
      </p:sp>
      <p:sp>
        <p:nvSpPr>
          <p:cNvPr id="389" name="Google Shape;389;p59"/>
          <p:cNvSpPr/>
          <p:nvPr>
            <p:ph idx="3" type="pic"/>
          </p:nvPr>
        </p:nvSpPr>
        <p:spPr>
          <a:xfrm>
            <a:off x="5984100" y="3242875"/>
            <a:ext cx="1440600" cy="1440600"/>
          </a:xfrm>
          <a:prstGeom prst="rect">
            <a:avLst/>
          </a:prstGeom>
          <a:noFill/>
          <a:ln>
            <a:noFill/>
          </a:ln>
        </p:spPr>
      </p:sp>
      <p:sp>
        <p:nvSpPr>
          <p:cNvPr id="390" name="Google Shape;390;p59"/>
          <p:cNvSpPr/>
          <p:nvPr>
            <p:ph idx="4" type="pic"/>
          </p:nvPr>
        </p:nvSpPr>
        <p:spPr>
          <a:xfrm>
            <a:off x="7412150" y="1440350"/>
            <a:ext cx="1441500" cy="3243000"/>
          </a:xfrm>
          <a:prstGeom prst="rect">
            <a:avLst/>
          </a:prstGeom>
          <a:noFill/>
          <a:ln>
            <a:noFill/>
          </a:ln>
        </p:spPr>
      </p:sp>
      <p:sp>
        <p:nvSpPr>
          <p:cNvPr id="391" name="Google Shape;391;p59"/>
          <p:cNvSpPr/>
          <p:nvPr>
            <p:ph idx="5" type="pic"/>
          </p:nvPr>
        </p:nvSpPr>
        <p:spPr>
          <a:xfrm>
            <a:off x="7412150" y="0"/>
            <a:ext cx="1441500" cy="1440600"/>
          </a:xfrm>
          <a:prstGeom prst="rect">
            <a:avLst/>
          </a:prstGeom>
          <a:noFill/>
          <a:ln>
            <a:noFill/>
          </a:ln>
        </p:spPr>
      </p:sp>
      <p:sp>
        <p:nvSpPr>
          <p:cNvPr id="392" name="Google Shape;392;p59"/>
          <p:cNvSpPr/>
          <p:nvPr>
            <p:ph idx="6" type="pic"/>
          </p:nvPr>
        </p:nvSpPr>
        <p:spPr>
          <a:xfrm>
            <a:off x="3184850" y="0"/>
            <a:ext cx="4227300" cy="3243000"/>
          </a:xfrm>
          <a:prstGeom prst="rect">
            <a:avLst/>
          </a:prstGeom>
          <a:noFill/>
          <a:ln>
            <a:noFill/>
          </a:ln>
        </p:spPr>
      </p:sp>
      <p:sp>
        <p:nvSpPr>
          <p:cNvPr id="393" name="Google Shape;393;p59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94" name="Google Shape;394;p59"/>
          <p:cNvSpPr txBox="1"/>
          <p:nvPr>
            <p:ph idx="7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>
                <a:solidFill>
                  <a:schemeClr val="dk1"/>
                </a:solidFill>
              </a:defRPr>
            </a:lvl1pPr>
            <a:lvl2pPr lvl="1" algn="r">
              <a:buNone/>
              <a:defRPr>
                <a:solidFill>
                  <a:schemeClr val="dk1"/>
                </a:solidFill>
              </a:defRPr>
            </a:lvl2pPr>
            <a:lvl3pPr lvl="2" algn="r">
              <a:buNone/>
              <a:defRPr>
                <a:solidFill>
                  <a:schemeClr val="dk1"/>
                </a:solidFill>
              </a:defRPr>
            </a:lvl3pPr>
            <a:lvl4pPr lvl="3" algn="r">
              <a:buNone/>
              <a:defRPr>
                <a:solidFill>
                  <a:schemeClr val="dk1"/>
                </a:solidFill>
              </a:defRPr>
            </a:lvl4pPr>
            <a:lvl5pPr lvl="4" algn="r">
              <a:buNone/>
              <a:defRPr>
                <a:solidFill>
                  <a:schemeClr val="dk1"/>
                </a:solidFill>
              </a:defRPr>
            </a:lvl5pPr>
            <a:lvl6pPr lvl="5" algn="r">
              <a:buNone/>
              <a:defRPr>
                <a:solidFill>
                  <a:schemeClr val="dk1"/>
                </a:solidFill>
              </a:defRPr>
            </a:lvl6pPr>
            <a:lvl7pPr lvl="6" algn="r">
              <a:buNone/>
              <a:defRPr>
                <a:solidFill>
                  <a:schemeClr val="dk1"/>
                </a:solidFill>
              </a:defRPr>
            </a:lvl7pPr>
            <a:lvl8pPr lvl="7" algn="r">
              <a:buNone/>
              <a:defRPr>
                <a:solidFill>
                  <a:schemeClr val="dk1"/>
                </a:solidFill>
              </a:defRPr>
            </a:lvl8pPr>
            <a:lvl9pPr lvl="8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95" name="Google Shape;395;p59"/>
          <p:cNvSpPr txBox="1"/>
          <p:nvPr>
            <p:ph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96" name="Google Shape;396;p59"/>
          <p:cNvSpPr txBox="1"/>
          <p:nvPr>
            <p:ph idx="8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97" name="Google Shape;397;p59"/>
          <p:cNvSpPr txBox="1"/>
          <p:nvPr>
            <p:ph idx="9" type="title"/>
          </p:nvPr>
        </p:nvSpPr>
        <p:spPr>
          <a:xfrm>
            <a:off x="283850" y="285900"/>
            <a:ext cx="2773200" cy="816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98" name="Google Shape;398;p59"/>
          <p:cNvSpPr txBox="1"/>
          <p:nvPr>
            <p:ph idx="1" type="body"/>
          </p:nvPr>
        </p:nvSpPr>
        <p:spPr>
          <a:xfrm>
            <a:off x="283850" y="2636275"/>
            <a:ext cx="2767200" cy="2046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>
  <p:cSld name="BLANK_4">
    <p:bg>
      <p:bgPr>
        <a:solidFill>
          <a:schemeClr val="accent1"/>
        </a:solidFill>
      </p:bgPr>
    </p:bg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60"/>
          <p:cNvSpPr/>
          <p:nvPr/>
        </p:nvSpPr>
        <p:spPr>
          <a:xfrm>
            <a:off x="5283375" y="285900"/>
            <a:ext cx="3573485" cy="3573485"/>
          </a:xfrm>
          <a:custGeom>
            <a:rect b="b" l="l" r="r" t="t"/>
            <a:pathLst>
              <a:path extrusionOk="0" h="32645" w="32645">
                <a:moveTo>
                  <a:pt x="2512" y="0"/>
                </a:moveTo>
                <a:lnTo>
                  <a:pt x="2512" y="5023"/>
                </a:lnTo>
                <a:lnTo>
                  <a:pt x="24107" y="5023"/>
                </a:lnTo>
                <a:lnTo>
                  <a:pt x="1" y="29129"/>
                </a:lnTo>
                <a:lnTo>
                  <a:pt x="3516" y="32644"/>
                </a:lnTo>
                <a:lnTo>
                  <a:pt x="27623" y="8538"/>
                </a:lnTo>
                <a:lnTo>
                  <a:pt x="27623" y="30133"/>
                </a:lnTo>
                <a:lnTo>
                  <a:pt x="32645" y="30133"/>
                </a:lnTo>
                <a:lnTo>
                  <a:pt x="32645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01" name="Google Shape;401;p60"/>
          <p:cNvSpPr txBox="1"/>
          <p:nvPr>
            <p:ph type="title"/>
          </p:nvPr>
        </p:nvSpPr>
        <p:spPr>
          <a:xfrm>
            <a:off x="283850" y="224410"/>
            <a:ext cx="6683700" cy="12369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9pPr>
          </a:lstStyle>
          <a:p/>
        </p:txBody>
      </p:sp>
      <p:sp>
        <p:nvSpPr>
          <p:cNvPr id="402" name="Google Shape;402;p60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03" name="Google Shape;403;p60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4" name="Google Shape;404;p60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5" name="Google Shape;405;p60"/>
          <p:cNvSpPr txBox="1"/>
          <p:nvPr>
            <p:ph idx="4" type="title"/>
          </p:nvPr>
        </p:nvSpPr>
        <p:spPr>
          <a:xfrm>
            <a:off x="288625" y="4778975"/>
            <a:ext cx="42273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Inter"/>
              <a:buNone/>
              <a:defRPr sz="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6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408" name="Google Shape;408;p6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6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6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3" name="Google Shape;413;p6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6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6" name="Google Shape;416;p64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17" name="Google Shape;417;p64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6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66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22" name="Google Shape;422;p66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67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68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7" name="Google Shape;427;p68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28" name="Google Shape;428;p68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69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70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33" name="Google Shape;433;p70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72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7" name="Google Shape;437;p72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38" name="Google Shape;438;p72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39" name="Google Shape;439;p72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40" name="Google Shape;440;p72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41" name="Google Shape;441;p72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42" name="Google Shape;442;p72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7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5" name="Google Shape;445;p73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46" name="Google Shape;446;p73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74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49" name="Google Shape;449;p74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50" name="Google Shape;450;p74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51" name="Google Shape;451;p74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52" name="Google Shape;452;p74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75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55" name="Google Shape;455;p75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56" name="Google Shape;456;p75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/>
        </p:txBody>
      </p:sp>
      <p:sp>
        <p:nvSpPr>
          <p:cNvPr id="457" name="Google Shape;457;p75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58" name="Google Shape;458;p75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59" name="Google Shape;459;p75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60" name="Google Shape;460;p75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76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63" name="Google Shape;463;p76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64" name="Google Shape;464;p76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65" name="Google Shape;465;p76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66" name="Google Shape;466;p76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67" name="Google Shape;467;p76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68" name="Google Shape;468;p76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69" name="Google Shape;469;p76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70" name="Google Shape;470;p76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7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3" name="Google Shape;473;p77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78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76" name="Google Shape;476;p78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77" name="Google Shape;477;p78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78" name="Google Shape;478;p78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79" name="Google Shape;479;p7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0" name="Google Shape;480;p78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81" name="Google Shape;481;p78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79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84" name="Google Shape;484;p79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85" name="Google Shape;485;p79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86" name="Google Shape;486;p79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87" name="Google Shape;487;p79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88" name="Google Shape;488;p79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89" name="Google Shape;489;p7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0" name="Google Shape;490;p79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91" name="Google Shape;491;p79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92" name="Google Shape;492;p79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80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81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97" name="Google Shape;497;p81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98" name="Google Shape;498;p81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99" name="Google Shape;499;p81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00" name="Google Shape;500;p81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01" name="Google Shape;501;p81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02" name="Google Shape;502;p81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3" name="Google Shape;503;p81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04" name="Google Shape;504;p81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05" name="Google Shape;505;p81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Layouts/slideLayout8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ALT 1">
  <p:cSld name="BLANK_4"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1" name="Google Shape;511;p83"/>
          <p:cNvPicPr preferRelativeResize="0"/>
          <p:nvPr/>
        </p:nvPicPr>
        <p:blipFill rotWithShape="1">
          <a:blip r:embed="rId2">
            <a:alphaModFix amt="50000"/>
          </a:blip>
          <a:srcRect b="8145" l="3133" r="7834" t="16785"/>
          <a:stretch/>
        </p:blipFill>
        <p:spPr>
          <a:xfrm flipH="1" rot="10800000">
            <a:off x="0" y="-3474"/>
            <a:ext cx="9161550" cy="5154499"/>
          </a:xfrm>
          <a:prstGeom prst="rect">
            <a:avLst/>
          </a:prstGeom>
          <a:noFill/>
          <a:ln>
            <a:noFill/>
          </a:ln>
        </p:spPr>
      </p:pic>
      <p:sp>
        <p:nvSpPr>
          <p:cNvPr id="512" name="Google Shape;512;p83"/>
          <p:cNvSpPr/>
          <p:nvPr/>
        </p:nvSpPr>
        <p:spPr>
          <a:xfrm flipH="1" rot="10800000">
            <a:off x="0" y="4676700"/>
            <a:ext cx="9149700" cy="466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13" name="Google Shape;513;p83"/>
          <p:cNvSpPr txBox="1"/>
          <p:nvPr>
            <p:ph idx="1" type="subTitle"/>
          </p:nvPr>
        </p:nvSpPr>
        <p:spPr>
          <a:xfrm>
            <a:off x="228600" y="1738950"/>
            <a:ext cx="4402800" cy="25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Urbanist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514" name="Google Shape;514;p83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515" name="Google Shape;515;p83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516" name="Google Shape;516;p83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517" name="Google Shape;517;p83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18" name="Google Shape;518;p83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19" name="Google Shape;519;p83"/>
          <p:cNvSpPr txBox="1"/>
          <p:nvPr>
            <p:ph type="title"/>
          </p:nvPr>
        </p:nvSpPr>
        <p:spPr>
          <a:xfrm>
            <a:off x="228600" y="228600"/>
            <a:ext cx="6658800" cy="14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9pPr>
          </a:lstStyle>
          <a:p/>
        </p:txBody>
      </p:sp>
      <p:cxnSp>
        <p:nvCxnSpPr>
          <p:cNvPr id="520" name="Google Shape;520;p83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21" name="Google Shape;521;p83"/>
          <p:cNvSpPr txBox="1"/>
          <p:nvPr>
            <p:ph idx="5" type="subTitle"/>
          </p:nvPr>
        </p:nvSpPr>
        <p:spPr>
          <a:xfrm>
            <a:off x="297075" y="4175900"/>
            <a:ext cx="1264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522" name="Google Shape;522;p83"/>
          <p:cNvSpPr txBox="1"/>
          <p:nvPr>
            <p:ph idx="6" type="subTitle"/>
          </p:nvPr>
        </p:nvSpPr>
        <p:spPr>
          <a:xfrm>
            <a:off x="1786375" y="4175900"/>
            <a:ext cx="1264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523" name="Google Shape;523;p83"/>
          <p:cNvSpPr txBox="1"/>
          <p:nvPr>
            <p:ph idx="7" type="subTitle"/>
          </p:nvPr>
        </p:nvSpPr>
        <p:spPr>
          <a:xfrm>
            <a:off x="228591" y="3454475"/>
            <a:ext cx="4659600" cy="252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524" name="Google Shape;524;p83"/>
          <p:cNvSpPr txBox="1"/>
          <p:nvPr>
            <p:ph idx="8" type="subTitle"/>
          </p:nvPr>
        </p:nvSpPr>
        <p:spPr>
          <a:xfrm>
            <a:off x="228591" y="3743050"/>
            <a:ext cx="4659600" cy="252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8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ALT 1">
  <p:cSld name="BLANK_1_1_2"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84"/>
          <p:cNvSpPr txBox="1"/>
          <p:nvPr>
            <p:ph type="title"/>
          </p:nvPr>
        </p:nvSpPr>
        <p:spPr>
          <a:xfrm>
            <a:off x="228600" y="395043"/>
            <a:ext cx="64803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9pPr>
          </a:lstStyle>
          <a:p/>
        </p:txBody>
      </p:sp>
      <p:sp>
        <p:nvSpPr>
          <p:cNvPr id="527" name="Google Shape;527;p84"/>
          <p:cNvSpPr txBox="1"/>
          <p:nvPr>
            <p:ph idx="1" type="body"/>
          </p:nvPr>
        </p:nvSpPr>
        <p:spPr>
          <a:xfrm>
            <a:off x="228600" y="1743625"/>
            <a:ext cx="4296600" cy="27090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528" name="Google Shape;528;p84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529" name="Google Shape;529;p84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530" name="Google Shape;530;p84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531" name="Google Shape;531;p84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32" name="Google Shape;532;p84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533" name="Google Shape;533;p84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8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ur values">
  <p:cSld name="BLANK_1_1_1_1"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85"/>
          <p:cNvSpPr txBox="1"/>
          <p:nvPr>
            <p:ph idx="1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536" name="Google Shape;536;p85"/>
          <p:cNvSpPr txBox="1"/>
          <p:nvPr>
            <p:ph type="title"/>
          </p:nvPr>
        </p:nvSpPr>
        <p:spPr>
          <a:xfrm>
            <a:off x="228600" y="613525"/>
            <a:ext cx="7223400" cy="422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37" name="Google Shape;537;p85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538" name="Google Shape;538;p85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539" name="Google Shape;539;p85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540" name="Google Shape;540;p85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41" name="Google Shape;541;p85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542" name="Google Shape;542;p85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43" name="Google Shape;543;p85"/>
          <p:cNvSpPr txBox="1"/>
          <p:nvPr>
            <p:ph idx="5" type="subTitle"/>
          </p:nvPr>
        </p:nvSpPr>
        <p:spPr>
          <a:xfrm>
            <a:off x="254625" y="1638300"/>
            <a:ext cx="1128900" cy="118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544" name="Google Shape;544;p85"/>
          <p:cNvSpPr txBox="1"/>
          <p:nvPr>
            <p:ph idx="6" type="subTitle"/>
          </p:nvPr>
        </p:nvSpPr>
        <p:spPr>
          <a:xfrm>
            <a:off x="3275850" y="1638300"/>
            <a:ext cx="1128900" cy="118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545" name="Google Shape;545;p85"/>
          <p:cNvSpPr txBox="1"/>
          <p:nvPr>
            <p:ph idx="7" type="subTitle"/>
          </p:nvPr>
        </p:nvSpPr>
        <p:spPr>
          <a:xfrm>
            <a:off x="6215463" y="1638300"/>
            <a:ext cx="1128900" cy="118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546" name="Google Shape;546;p85"/>
          <p:cNvSpPr txBox="1"/>
          <p:nvPr>
            <p:ph idx="8" type="body"/>
          </p:nvPr>
        </p:nvSpPr>
        <p:spPr>
          <a:xfrm>
            <a:off x="288575" y="3386400"/>
            <a:ext cx="2665200" cy="11883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/>
        </p:txBody>
      </p:sp>
      <p:sp>
        <p:nvSpPr>
          <p:cNvPr id="547" name="Google Shape;547;p85"/>
          <p:cNvSpPr txBox="1"/>
          <p:nvPr>
            <p:ph idx="9" type="body"/>
          </p:nvPr>
        </p:nvSpPr>
        <p:spPr>
          <a:xfrm>
            <a:off x="6121413" y="3386400"/>
            <a:ext cx="2665200" cy="11883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/>
        </p:txBody>
      </p:sp>
      <p:sp>
        <p:nvSpPr>
          <p:cNvPr id="548" name="Google Shape;548;p85"/>
          <p:cNvSpPr txBox="1"/>
          <p:nvPr>
            <p:ph idx="13" type="body"/>
          </p:nvPr>
        </p:nvSpPr>
        <p:spPr>
          <a:xfrm>
            <a:off x="3192450" y="3386400"/>
            <a:ext cx="2665200" cy="11883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8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and image ALT 2">
  <p:cSld name="CUSTOM_3"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86"/>
          <p:cNvSpPr/>
          <p:nvPr>
            <p:ph idx="2" type="pic"/>
          </p:nvPr>
        </p:nvSpPr>
        <p:spPr>
          <a:xfrm>
            <a:off x="246150" y="237650"/>
            <a:ext cx="4196400" cy="4438200"/>
          </a:xfrm>
          <a:prstGeom prst="rect">
            <a:avLst/>
          </a:prstGeom>
          <a:noFill/>
          <a:ln>
            <a:noFill/>
          </a:ln>
        </p:spPr>
      </p:sp>
      <p:sp>
        <p:nvSpPr>
          <p:cNvPr id="551" name="Google Shape;551;p86"/>
          <p:cNvSpPr txBox="1"/>
          <p:nvPr>
            <p:ph type="title"/>
          </p:nvPr>
        </p:nvSpPr>
        <p:spPr>
          <a:xfrm>
            <a:off x="4591800" y="304700"/>
            <a:ext cx="3861900" cy="192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9pPr>
          </a:lstStyle>
          <a:p/>
        </p:txBody>
      </p:sp>
      <p:sp>
        <p:nvSpPr>
          <p:cNvPr id="552" name="Google Shape;552;p86"/>
          <p:cNvSpPr txBox="1"/>
          <p:nvPr>
            <p:ph idx="3" type="title"/>
          </p:nvPr>
        </p:nvSpPr>
        <p:spPr>
          <a:xfrm>
            <a:off x="4591800" y="738425"/>
            <a:ext cx="4290000" cy="2051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3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9pPr>
          </a:lstStyle>
          <a:p/>
        </p:txBody>
      </p:sp>
      <p:sp>
        <p:nvSpPr>
          <p:cNvPr id="553" name="Google Shape;553;p86"/>
          <p:cNvSpPr txBox="1"/>
          <p:nvPr>
            <p:ph idx="1" type="body"/>
          </p:nvPr>
        </p:nvSpPr>
        <p:spPr>
          <a:xfrm>
            <a:off x="4618950" y="2205375"/>
            <a:ext cx="4290000" cy="16296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/>
        </p:txBody>
      </p:sp>
      <p:sp>
        <p:nvSpPr>
          <p:cNvPr id="554" name="Google Shape;554;p86"/>
          <p:cNvSpPr txBox="1"/>
          <p:nvPr>
            <p:ph idx="4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555" name="Google Shape;555;p86"/>
          <p:cNvSpPr txBox="1"/>
          <p:nvPr>
            <p:ph idx="5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556" name="Google Shape;556;p86"/>
          <p:cNvSpPr txBox="1"/>
          <p:nvPr>
            <p:ph idx="6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557" name="Google Shape;557;p86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58" name="Google Shape;558;p86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559" name="Google Shape;559;p86"/>
          <p:cNvCxnSpPr/>
          <p:nvPr/>
        </p:nvCxnSpPr>
        <p:spPr>
          <a:xfrm>
            <a:off x="228600" y="226100"/>
            <a:ext cx="86871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60" name="Google Shape;560;p86"/>
          <p:cNvCxnSpPr/>
          <p:nvPr/>
        </p:nvCxnSpPr>
        <p:spPr>
          <a:xfrm>
            <a:off x="4444600" y="570000"/>
            <a:ext cx="44709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61" name="Google Shape;561;p86"/>
          <p:cNvCxnSpPr/>
          <p:nvPr/>
        </p:nvCxnSpPr>
        <p:spPr>
          <a:xfrm>
            <a:off x="4442500" y="226100"/>
            <a:ext cx="0" cy="44577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62" name="Google Shape;562;p86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ALT 1">
  <p:cSld name="BLANK_1_1_1_1_3"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87"/>
          <p:cNvSpPr txBox="1"/>
          <p:nvPr>
            <p:ph type="title"/>
          </p:nvPr>
        </p:nvSpPr>
        <p:spPr>
          <a:xfrm>
            <a:off x="228600" y="613525"/>
            <a:ext cx="3904500" cy="1162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65" name="Google Shape;565;p87"/>
          <p:cNvSpPr/>
          <p:nvPr>
            <p:ph idx="2" type="pic"/>
          </p:nvPr>
        </p:nvSpPr>
        <p:spPr>
          <a:xfrm>
            <a:off x="4523050" y="737975"/>
            <a:ext cx="2164800" cy="1350300"/>
          </a:xfrm>
          <a:prstGeom prst="roundRect">
            <a:avLst>
              <a:gd fmla="val 7802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6" name="Google Shape;566;p87"/>
          <p:cNvSpPr/>
          <p:nvPr>
            <p:ph idx="3" type="pic"/>
          </p:nvPr>
        </p:nvSpPr>
        <p:spPr>
          <a:xfrm>
            <a:off x="6752100" y="737775"/>
            <a:ext cx="2164800" cy="1350300"/>
          </a:xfrm>
          <a:prstGeom prst="roundRect">
            <a:avLst>
              <a:gd fmla="val 7802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7" name="Google Shape;567;p87"/>
          <p:cNvSpPr/>
          <p:nvPr>
            <p:ph idx="4" type="pic"/>
          </p:nvPr>
        </p:nvSpPr>
        <p:spPr>
          <a:xfrm>
            <a:off x="4523050" y="2158000"/>
            <a:ext cx="4394100" cy="2282700"/>
          </a:xfrm>
          <a:prstGeom prst="roundRect">
            <a:avLst>
              <a:gd fmla="val 6108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8" name="Google Shape;568;p87"/>
          <p:cNvSpPr txBox="1"/>
          <p:nvPr>
            <p:ph idx="1" type="body"/>
          </p:nvPr>
        </p:nvSpPr>
        <p:spPr>
          <a:xfrm>
            <a:off x="233850" y="3127075"/>
            <a:ext cx="2920800" cy="131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569" name="Google Shape;569;p87"/>
          <p:cNvSpPr txBox="1"/>
          <p:nvPr>
            <p:ph idx="5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570" name="Google Shape;570;p87"/>
          <p:cNvSpPr txBox="1"/>
          <p:nvPr>
            <p:ph idx="6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571" name="Google Shape;571;p87"/>
          <p:cNvSpPr txBox="1"/>
          <p:nvPr>
            <p:ph idx="7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572" name="Google Shape;572;p87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73" name="Google Shape;573;p87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74" name="Google Shape;574;p87"/>
          <p:cNvSpPr txBox="1"/>
          <p:nvPr>
            <p:ph idx="8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575" name="Google Shape;575;p87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8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ALT 1">
  <p:cSld name="BLANK_1_1_1_1_2"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7" name="Google Shape;577;p88"/>
          <p:cNvPicPr preferRelativeResize="0"/>
          <p:nvPr/>
        </p:nvPicPr>
        <p:blipFill rotWithShape="1">
          <a:blip r:embed="rId2">
            <a:alphaModFix amt="60000"/>
          </a:blip>
          <a:srcRect b="14588" l="0" r="15469" t="0"/>
          <a:stretch/>
        </p:blipFill>
        <p:spPr>
          <a:xfrm>
            <a:off x="25" y="1172500"/>
            <a:ext cx="5181349" cy="3493250"/>
          </a:xfrm>
          <a:prstGeom prst="rect">
            <a:avLst/>
          </a:prstGeom>
          <a:noFill/>
          <a:ln>
            <a:noFill/>
          </a:ln>
        </p:spPr>
      </p:pic>
      <p:sp>
        <p:nvSpPr>
          <p:cNvPr id="578" name="Google Shape;578;p88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579" name="Google Shape;579;p88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580" name="Google Shape;580;p88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581" name="Google Shape;581;p88"/>
          <p:cNvSpPr txBox="1"/>
          <p:nvPr>
            <p:ph type="title"/>
          </p:nvPr>
        </p:nvSpPr>
        <p:spPr>
          <a:xfrm>
            <a:off x="277500" y="228600"/>
            <a:ext cx="3904500" cy="1162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cxnSp>
        <p:nvCxnSpPr>
          <p:cNvPr id="582" name="Google Shape;582;p88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83" name="Google Shape;583;p88"/>
          <p:cNvSpPr txBox="1"/>
          <p:nvPr>
            <p:ph idx="4" type="subTitle"/>
          </p:nvPr>
        </p:nvSpPr>
        <p:spPr>
          <a:xfrm>
            <a:off x="4744575" y="387150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584" name="Google Shape;584;p88"/>
          <p:cNvSpPr txBox="1"/>
          <p:nvPr>
            <p:ph idx="5" type="subTitle"/>
          </p:nvPr>
        </p:nvSpPr>
        <p:spPr>
          <a:xfrm>
            <a:off x="4744575" y="1066588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585" name="Google Shape;585;p88"/>
          <p:cNvSpPr txBox="1"/>
          <p:nvPr>
            <p:ph idx="6" type="subTitle"/>
          </p:nvPr>
        </p:nvSpPr>
        <p:spPr>
          <a:xfrm>
            <a:off x="4744575" y="1742700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586" name="Google Shape;586;p88"/>
          <p:cNvSpPr txBox="1"/>
          <p:nvPr>
            <p:ph idx="7" type="subTitle"/>
          </p:nvPr>
        </p:nvSpPr>
        <p:spPr>
          <a:xfrm>
            <a:off x="4744575" y="2420513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587" name="Google Shape;587;p88"/>
          <p:cNvSpPr txBox="1"/>
          <p:nvPr>
            <p:ph idx="8" type="subTitle"/>
          </p:nvPr>
        </p:nvSpPr>
        <p:spPr>
          <a:xfrm>
            <a:off x="4744575" y="3098275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588" name="Google Shape;588;p88"/>
          <p:cNvSpPr txBox="1"/>
          <p:nvPr>
            <p:ph idx="9" type="subTitle"/>
          </p:nvPr>
        </p:nvSpPr>
        <p:spPr>
          <a:xfrm>
            <a:off x="4744575" y="3776075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589" name="Google Shape;589;p88"/>
          <p:cNvSpPr txBox="1"/>
          <p:nvPr>
            <p:ph idx="13" type="subTitle"/>
          </p:nvPr>
        </p:nvSpPr>
        <p:spPr>
          <a:xfrm>
            <a:off x="5067075" y="387150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90" name="Google Shape;590;p88"/>
          <p:cNvSpPr txBox="1"/>
          <p:nvPr>
            <p:ph idx="14" type="subTitle"/>
          </p:nvPr>
        </p:nvSpPr>
        <p:spPr>
          <a:xfrm>
            <a:off x="5067075" y="1061588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91" name="Google Shape;591;p88"/>
          <p:cNvSpPr txBox="1"/>
          <p:nvPr>
            <p:ph idx="15" type="subTitle"/>
          </p:nvPr>
        </p:nvSpPr>
        <p:spPr>
          <a:xfrm>
            <a:off x="5067075" y="1739350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92" name="Google Shape;592;p88"/>
          <p:cNvSpPr txBox="1"/>
          <p:nvPr>
            <p:ph idx="16" type="subTitle"/>
          </p:nvPr>
        </p:nvSpPr>
        <p:spPr>
          <a:xfrm>
            <a:off x="5067075" y="2424100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93" name="Google Shape;593;p88"/>
          <p:cNvSpPr txBox="1"/>
          <p:nvPr>
            <p:ph idx="17" type="subTitle"/>
          </p:nvPr>
        </p:nvSpPr>
        <p:spPr>
          <a:xfrm>
            <a:off x="5067075" y="3094938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94" name="Google Shape;594;p88"/>
          <p:cNvSpPr txBox="1"/>
          <p:nvPr>
            <p:ph idx="18" type="subTitle"/>
          </p:nvPr>
        </p:nvSpPr>
        <p:spPr>
          <a:xfrm>
            <a:off x="5067075" y="3765788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95" name="Google Shape;595;p88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96" name="Google Shape;596;p88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8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s">
  <p:cSld name="BLANK_1_1_1_1_2_1"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89"/>
          <p:cNvSpPr/>
          <p:nvPr>
            <p:ph idx="2" type="pic"/>
          </p:nvPr>
        </p:nvSpPr>
        <p:spPr>
          <a:xfrm>
            <a:off x="4618950" y="228600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599" name="Google Shape;599;p89"/>
          <p:cNvSpPr txBox="1"/>
          <p:nvPr>
            <p:ph idx="1" type="subTitle"/>
          </p:nvPr>
        </p:nvSpPr>
        <p:spPr>
          <a:xfrm>
            <a:off x="4619000" y="1702322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600" name="Google Shape;600;p89"/>
          <p:cNvSpPr txBox="1"/>
          <p:nvPr>
            <p:ph idx="3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601" name="Google Shape;601;p89"/>
          <p:cNvSpPr txBox="1"/>
          <p:nvPr>
            <p:ph idx="4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602" name="Google Shape;602;p89"/>
          <p:cNvSpPr txBox="1"/>
          <p:nvPr>
            <p:ph idx="5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603" name="Google Shape;603;p89"/>
          <p:cNvSpPr txBox="1"/>
          <p:nvPr>
            <p:ph type="title"/>
          </p:nvPr>
        </p:nvSpPr>
        <p:spPr>
          <a:xfrm>
            <a:off x="228600" y="234750"/>
            <a:ext cx="3904500" cy="1162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04" name="Google Shape;604;p89"/>
          <p:cNvSpPr txBox="1"/>
          <p:nvPr>
            <p:ph idx="6" type="subTitle"/>
          </p:nvPr>
        </p:nvSpPr>
        <p:spPr>
          <a:xfrm>
            <a:off x="4619000" y="1880160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605" name="Google Shape;605;p89"/>
          <p:cNvSpPr/>
          <p:nvPr>
            <p:ph idx="7" type="pic"/>
          </p:nvPr>
        </p:nvSpPr>
        <p:spPr>
          <a:xfrm>
            <a:off x="6080700" y="228600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606" name="Google Shape;606;p89"/>
          <p:cNvSpPr txBox="1"/>
          <p:nvPr>
            <p:ph idx="8" type="subTitle"/>
          </p:nvPr>
        </p:nvSpPr>
        <p:spPr>
          <a:xfrm>
            <a:off x="6080750" y="1702321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607" name="Google Shape;607;p89"/>
          <p:cNvSpPr txBox="1"/>
          <p:nvPr>
            <p:ph idx="9" type="subTitle"/>
          </p:nvPr>
        </p:nvSpPr>
        <p:spPr>
          <a:xfrm>
            <a:off x="6080750" y="1880160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608" name="Google Shape;608;p89"/>
          <p:cNvSpPr/>
          <p:nvPr>
            <p:ph idx="13" type="pic"/>
          </p:nvPr>
        </p:nvSpPr>
        <p:spPr>
          <a:xfrm>
            <a:off x="7542450" y="228600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609" name="Google Shape;609;p89"/>
          <p:cNvSpPr txBox="1"/>
          <p:nvPr>
            <p:ph idx="14" type="subTitle"/>
          </p:nvPr>
        </p:nvSpPr>
        <p:spPr>
          <a:xfrm>
            <a:off x="7542500" y="1702321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610" name="Google Shape;610;p89"/>
          <p:cNvSpPr txBox="1"/>
          <p:nvPr>
            <p:ph idx="15" type="subTitle"/>
          </p:nvPr>
        </p:nvSpPr>
        <p:spPr>
          <a:xfrm>
            <a:off x="7542500" y="1880160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611" name="Google Shape;611;p89"/>
          <p:cNvSpPr/>
          <p:nvPr>
            <p:ph idx="16" type="pic"/>
          </p:nvPr>
        </p:nvSpPr>
        <p:spPr>
          <a:xfrm>
            <a:off x="4618950" y="2295725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612" name="Google Shape;612;p89"/>
          <p:cNvSpPr txBox="1"/>
          <p:nvPr>
            <p:ph idx="17" type="subTitle"/>
          </p:nvPr>
        </p:nvSpPr>
        <p:spPr>
          <a:xfrm>
            <a:off x="4619000" y="3769446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613" name="Google Shape;613;p89"/>
          <p:cNvSpPr txBox="1"/>
          <p:nvPr>
            <p:ph idx="18" type="subTitle"/>
          </p:nvPr>
        </p:nvSpPr>
        <p:spPr>
          <a:xfrm>
            <a:off x="4619000" y="3947285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614" name="Google Shape;614;p89"/>
          <p:cNvSpPr/>
          <p:nvPr>
            <p:ph idx="19" type="pic"/>
          </p:nvPr>
        </p:nvSpPr>
        <p:spPr>
          <a:xfrm>
            <a:off x="6080700" y="2295725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615" name="Google Shape;615;p89"/>
          <p:cNvSpPr txBox="1"/>
          <p:nvPr>
            <p:ph idx="20" type="subTitle"/>
          </p:nvPr>
        </p:nvSpPr>
        <p:spPr>
          <a:xfrm>
            <a:off x="6080750" y="3769447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616" name="Google Shape;616;p89"/>
          <p:cNvSpPr txBox="1"/>
          <p:nvPr>
            <p:ph idx="21" type="subTitle"/>
          </p:nvPr>
        </p:nvSpPr>
        <p:spPr>
          <a:xfrm>
            <a:off x="6080750" y="3947285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617" name="Google Shape;617;p89"/>
          <p:cNvSpPr/>
          <p:nvPr>
            <p:ph idx="22" type="pic"/>
          </p:nvPr>
        </p:nvSpPr>
        <p:spPr>
          <a:xfrm>
            <a:off x="7542450" y="2295725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618" name="Google Shape;618;p89"/>
          <p:cNvSpPr txBox="1"/>
          <p:nvPr>
            <p:ph idx="23" type="subTitle"/>
          </p:nvPr>
        </p:nvSpPr>
        <p:spPr>
          <a:xfrm>
            <a:off x="7542500" y="3769446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619" name="Google Shape;619;p89"/>
          <p:cNvSpPr txBox="1"/>
          <p:nvPr>
            <p:ph idx="24" type="subTitle"/>
          </p:nvPr>
        </p:nvSpPr>
        <p:spPr>
          <a:xfrm>
            <a:off x="7542500" y="3947285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cxnSp>
        <p:nvCxnSpPr>
          <p:cNvPr id="620" name="Google Shape;620;p89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21" name="Google Shape;621;p89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22" name="Google Shape;622;p89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ALT 2">
  <p:cSld name="BLANK_1_1_1_1_1_1"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90"/>
          <p:cNvSpPr/>
          <p:nvPr>
            <p:ph idx="2" type="pic"/>
          </p:nvPr>
        </p:nvSpPr>
        <p:spPr>
          <a:xfrm>
            <a:off x="9425" y="-3075"/>
            <a:ext cx="9144000" cy="4641000"/>
          </a:xfrm>
          <a:prstGeom prst="rect">
            <a:avLst/>
          </a:prstGeom>
          <a:noFill/>
          <a:ln>
            <a:noFill/>
          </a:ln>
        </p:spPr>
      </p:sp>
      <p:sp>
        <p:nvSpPr>
          <p:cNvPr id="625" name="Google Shape;625;p90"/>
          <p:cNvSpPr txBox="1"/>
          <p:nvPr>
            <p:ph type="title"/>
          </p:nvPr>
        </p:nvSpPr>
        <p:spPr>
          <a:xfrm>
            <a:off x="234125" y="3337800"/>
            <a:ext cx="8574600" cy="1114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9pPr>
          </a:lstStyle>
          <a:p/>
        </p:txBody>
      </p:sp>
      <p:sp>
        <p:nvSpPr>
          <p:cNvPr id="626" name="Google Shape;626;p90"/>
          <p:cNvSpPr txBox="1"/>
          <p:nvPr>
            <p:ph idx="1" type="subTitle"/>
          </p:nvPr>
        </p:nvSpPr>
        <p:spPr>
          <a:xfrm>
            <a:off x="228600" y="228600"/>
            <a:ext cx="28701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627" name="Google Shape;627;p90"/>
          <p:cNvSpPr txBox="1"/>
          <p:nvPr>
            <p:ph idx="3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628" name="Google Shape;628;p90"/>
          <p:cNvSpPr txBox="1"/>
          <p:nvPr>
            <p:ph idx="4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629" name="Google Shape;629;p90"/>
          <p:cNvSpPr txBox="1"/>
          <p:nvPr>
            <p:ph idx="5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630" name="Google Shape;630;p90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31" name="Google Shape;631;p90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32" name="Google Shape;632;p90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8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rds w/ images">
  <p:cSld name="BLANK_1_1_1_1_1_1_1_1_1_1_3">
    <p:spTree>
      <p:nvGrpSpPr>
        <p:cNvPr id="633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p91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635" name="Google Shape;635;p91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636" name="Google Shape;636;p91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grpSp>
        <p:nvGrpSpPr>
          <p:cNvPr id="637" name="Google Shape;637;p91"/>
          <p:cNvGrpSpPr/>
          <p:nvPr/>
        </p:nvGrpSpPr>
        <p:grpSpPr>
          <a:xfrm rot="5400000">
            <a:off x="8691475" y="228504"/>
            <a:ext cx="228589" cy="228623"/>
            <a:chOff x="1688332" y="4135245"/>
            <a:chExt cx="338700" cy="338700"/>
          </a:xfrm>
        </p:grpSpPr>
        <p:sp>
          <p:nvSpPr>
            <p:cNvPr id="638" name="Google Shape;638;p91"/>
            <p:cNvSpPr/>
            <p:nvPr/>
          </p:nvSpPr>
          <p:spPr>
            <a:xfrm rot="-5400000">
              <a:off x="1688332" y="4135245"/>
              <a:ext cx="338700" cy="338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639" name="Google Shape;639;p91"/>
            <p:cNvGrpSpPr/>
            <p:nvPr/>
          </p:nvGrpSpPr>
          <p:grpSpPr>
            <a:xfrm rot="-5400000">
              <a:off x="1787014" y="4262191"/>
              <a:ext cx="169598" cy="84809"/>
              <a:chOff x="498725" y="2069800"/>
              <a:chExt cx="205200" cy="102600"/>
            </a:xfrm>
          </p:grpSpPr>
          <p:cxnSp>
            <p:nvCxnSpPr>
              <p:cNvPr id="640" name="Google Shape;640;p91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41" name="Google Shape;641;p91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642" name="Google Shape;642;p91"/>
          <p:cNvSpPr/>
          <p:nvPr>
            <p:ph idx="4" type="pic"/>
          </p:nvPr>
        </p:nvSpPr>
        <p:spPr>
          <a:xfrm>
            <a:off x="426700" y="1896600"/>
            <a:ext cx="665400" cy="685500"/>
          </a:xfrm>
          <a:prstGeom prst="roundRect">
            <a:avLst>
              <a:gd fmla="val 17601" name="adj"/>
            </a:avLst>
          </a:prstGeom>
          <a:noFill/>
          <a:ln>
            <a:noFill/>
          </a:ln>
        </p:spPr>
      </p:sp>
      <p:sp>
        <p:nvSpPr>
          <p:cNvPr id="643" name="Google Shape;643;p91"/>
          <p:cNvSpPr txBox="1"/>
          <p:nvPr>
            <p:ph idx="5" type="subTitle"/>
          </p:nvPr>
        </p:nvSpPr>
        <p:spPr>
          <a:xfrm>
            <a:off x="426700" y="2708802"/>
            <a:ext cx="1761900" cy="228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644" name="Google Shape;644;p91"/>
          <p:cNvSpPr txBox="1"/>
          <p:nvPr>
            <p:ph idx="6" type="subTitle"/>
          </p:nvPr>
        </p:nvSpPr>
        <p:spPr>
          <a:xfrm>
            <a:off x="426700" y="2936076"/>
            <a:ext cx="1761900" cy="16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645" name="Google Shape;645;p91"/>
          <p:cNvSpPr txBox="1"/>
          <p:nvPr>
            <p:ph idx="7" type="body"/>
          </p:nvPr>
        </p:nvSpPr>
        <p:spPr>
          <a:xfrm>
            <a:off x="426700" y="3251425"/>
            <a:ext cx="1761900" cy="965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646" name="Google Shape;646;p91"/>
          <p:cNvSpPr/>
          <p:nvPr>
            <p:ph idx="8" type="pic"/>
          </p:nvPr>
        </p:nvSpPr>
        <p:spPr>
          <a:xfrm>
            <a:off x="2621800" y="1896600"/>
            <a:ext cx="665400" cy="685500"/>
          </a:xfrm>
          <a:prstGeom prst="roundRect">
            <a:avLst>
              <a:gd fmla="val 17601" name="adj"/>
            </a:avLst>
          </a:prstGeom>
          <a:noFill/>
          <a:ln>
            <a:noFill/>
          </a:ln>
        </p:spPr>
      </p:sp>
      <p:sp>
        <p:nvSpPr>
          <p:cNvPr id="647" name="Google Shape;647;p91"/>
          <p:cNvSpPr txBox="1"/>
          <p:nvPr>
            <p:ph idx="9" type="subTitle"/>
          </p:nvPr>
        </p:nvSpPr>
        <p:spPr>
          <a:xfrm>
            <a:off x="2621800" y="2708807"/>
            <a:ext cx="1761900" cy="228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648" name="Google Shape;648;p91"/>
          <p:cNvSpPr txBox="1"/>
          <p:nvPr>
            <p:ph idx="13" type="subTitle"/>
          </p:nvPr>
        </p:nvSpPr>
        <p:spPr>
          <a:xfrm>
            <a:off x="2621800" y="2936075"/>
            <a:ext cx="1761900" cy="16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649" name="Google Shape;649;p91"/>
          <p:cNvSpPr txBox="1"/>
          <p:nvPr>
            <p:ph idx="14" type="body"/>
          </p:nvPr>
        </p:nvSpPr>
        <p:spPr>
          <a:xfrm>
            <a:off x="2621800" y="3251425"/>
            <a:ext cx="1705800" cy="965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650" name="Google Shape;650;p91"/>
          <p:cNvSpPr/>
          <p:nvPr>
            <p:ph idx="15" type="pic"/>
          </p:nvPr>
        </p:nvSpPr>
        <p:spPr>
          <a:xfrm>
            <a:off x="4816900" y="1896600"/>
            <a:ext cx="665400" cy="685500"/>
          </a:xfrm>
          <a:prstGeom prst="roundRect">
            <a:avLst>
              <a:gd fmla="val 17601" name="adj"/>
            </a:avLst>
          </a:prstGeom>
          <a:noFill/>
          <a:ln>
            <a:noFill/>
          </a:ln>
        </p:spPr>
      </p:sp>
      <p:sp>
        <p:nvSpPr>
          <p:cNvPr id="651" name="Google Shape;651;p91"/>
          <p:cNvSpPr txBox="1"/>
          <p:nvPr>
            <p:ph idx="16" type="subTitle"/>
          </p:nvPr>
        </p:nvSpPr>
        <p:spPr>
          <a:xfrm>
            <a:off x="4816900" y="2708808"/>
            <a:ext cx="1761900" cy="228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652" name="Google Shape;652;p91"/>
          <p:cNvSpPr txBox="1"/>
          <p:nvPr>
            <p:ph idx="17" type="subTitle"/>
          </p:nvPr>
        </p:nvSpPr>
        <p:spPr>
          <a:xfrm>
            <a:off x="4816900" y="2936076"/>
            <a:ext cx="1761900" cy="16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653" name="Google Shape;653;p91"/>
          <p:cNvSpPr txBox="1"/>
          <p:nvPr>
            <p:ph idx="18" type="body"/>
          </p:nvPr>
        </p:nvSpPr>
        <p:spPr>
          <a:xfrm>
            <a:off x="4817025" y="3251425"/>
            <a:ext cx="1761900" cy="965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654" name="Google Shape;654;p91"/>
          <p:cNvSpPr/>
          <p:nvPr>
            <p:ph idx="19" type="pic"/>
          </p:nvPr>
        </p:nvSpPr>
        <p:spPr>
          <a:xfrm>
            <a:off x="7012000" y="1896600"/>
            <a:ext cx="665400" cy="685500"/>
          </a:xfrm>
          <a:prstGeom prst="roundRect">
            <a:avLst>
              <a:gd fmla="val 17601" name="adj"/>
            </a:avLst>
          </a:prstGeom>
          <a:noFill/>
          <a:ln>
            <a:noFill/>
          </a:ln>
        </p:spPr>
      </p:sp>
      <p:sp>
        <p:nvSpPr>
          <p:cNvPr id="655" name="Google Shape;655;p91"/>
          <p:cNvSpPr txBox="1"/>
          <p:nvPr>
            <p:ph idx="20" type="subTitle"/>
          </p:nvPr>
        </p:nvSpPr>
        <p:spPr>
          <a:xfrm>
            <a:off x="7012000" y="2708807"/>
            <a:ext cx="1761900" cy="228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656" name="Google Shape;656;p91"/>
          <p:cNvSpPr txBox="1"/>
          <p:nvPr>
            <p:ph idx="21" type="subTitle"/>
          </p:nvPr>
        </p:nvSpPr>
        <p:spPr>
          <a:xfrm>
            <a:off x="7012000" y="2936076"/>
            <a:ext cx="1761900" cy="16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657" name="Google Shape;657;p91"/>
          <p:cNvSpPr txBox="1"/>
          <p:nvPr>
            <p:ph idx="22" type="body"/>
          </p:nvPr>
        </p:nvSpPr>
        <p:spPr>
          <a:xfrm>
            <a:off x="7012000" y="3251425"/>
            <a:ext cx="1761900" cy="965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cxnSp>
        <p:nvCxnSpPr>
          <p:cNvPr id="658" name="Google Shape;658;p91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59" name="Google Shape;659;p91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60" name="Google Shape;660;p91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8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hort big title and body">
  <p:cSld name="BLANK_1_1_1_1_1_1_1_1_1_1_2">
    <p:spTree>
      <p:nvGrpSpPr>
        <p:cNvPr id="66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Oval black shapes against a shadowy background. " id="662" name="Google Shape;662;p92"/>
          <p:cNvPicPr preferRelativeResize="0"/>
          <p:nvPr/>
        </p:nvPicPr>
        <p:blipFill rotWithShape="1">
          <a:blip r:embed="rId2">
            <a:alphaModFix/>
          </a:blip>
          <a:srcRect b="42245" l="17240" r="25038" t="34"/>
          <a:stretch/>
        </p:blipFill>
        <p:spPr>
          <a:xfrm>
            <a:off x="0" y="-289"/>
            <a:ext cx="9144000" cy="5144100"/>
          </a:xfrm>
          <a:prstGeom prst="roundRect">
            <a:avLst>
              <a:gd fmla="val 0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663" name="Google Shape;663;p92"/>
          <p:cNvSpPr txBox="1"/>
          <p:nvPr>
            <p:ph idx="1" type="subTitle"/>
          </p:nvPr>
        </p:nvSpPr>
        <p:spPr>
          <a:xfrm>
            <a:off x="4314775" y="3818375"/>
            <a:ext cx="4230600" cy="45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664" name="Google Shape;664;p92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665" name="Google Shape;665;p92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666" name="Google Shape;666;p92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667" name="Google Shape;667;p92"/>
          <p:cNvSpPr txBox="1"/>
          <p:nvPr>
            <p:ph type="title"/>
          </p:nvPr>
        </p:nvSpPr>
        <p:spPr>
          <a:xfrm>
            <a:off x="228600" y="290448"/>
            <a:ext cx="3655800" cy="2407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9pPr>
          </a:lstStyle>
          <a:p/>
        </p:txBody>
      </p:sp>
      <p:cxnSp>
        <p:nvCxnSpPr>
          <p:cNvPr id="668" name="Google Shape;668;p92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69" name="Google Shape;669;p92"/>
          <p:cNvCxnSpPr/>
          <p:nvPr/>
        </p:nvCxnSpPr>
        <p:spPr>
          <a:xfrm>
            <a:off x="4159025" y="226100"/>
            <a:ext cx="0" cy="44577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0" name="Google Shape;670;p92"/>
          <p:cNvCxnSpPr/>
          <p:nvPr/>
        </p:nvCxnSpPr>
        <p:spPr>
          <a:xfrm>
            <a:off x="228600" y="226100"/>
            <a:ext cx="86871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71" name="Google Shape;671;p92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72" name="Google Shape;672;p92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9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ALT 2">
  <p:cSld name="BLANK_1_1_1_1_1_1_1_1_1_1_1_1_2"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p93"/>
          <p:cNvSpPr txBox="1"/>
          <p:nvPr>
            <p:ph idx="1" type="body"/>
          </p:nvPr>
        </p:nvSpPr>
        <p:spPr>
          <a:xfrm>
            <a:off x="228600" y="1743625"/>
            <a:ext cx="4296600" cy="27090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>
              <a:spcBef>
                <a:spcPts val="80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>
              <a:spcBef>
                <a:spcPts val="80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>
              <a:spcBef>
                <a:spcPts val="80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>
              <a:spcBef>
                <a:spcPts val="80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>
              <a:spcBef>
                <a:spcPts val="800"/>
              </a:spcBef>
              <a:spcAft>
                <a:spcPts val="80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675" name="Google Shape;675;p93"/>
          <p:cNvSpPr/>
          <p:nvPr>
            <p:ph idx="2" type="pic"/>
          </p:nvPr>
        </p:nvSpPr>
        <p:spPr>
          <a:xfrm>
            <a:off x="5342000" y="457200"/>
            <a:ext cx="3573300" cy="39954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676" name="Google Shape;676;p93"/>
          <p:cNvSpPr txBox="1"/>
          <p:nvPr>
            <p:ph idx="3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677" name="Google Shape;677;p93"/>
          <p:cNvSpPr txBox="1"/>
          <p:nvPr>
            <p:ph idx="4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678" name="Google Shape;678;p93"/>
          <p:cNvSpPr txBox="1"/>
          <p:nvPr>
            <p:ph idx="5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679" name="Google Shape;679;p93"/>
          <p:cNvSpPr txBox="1"/>
          <p:nvPr>
            <p:ph idx="6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680" name="Google Shape;680;p93"/>
          <p:cNvSpPr txBox="1"/>
          <p:nvPr>
            <p:ph type="title"/>
          </p:nvPr>
        </p:nvSpPr>
        <p:spPr>
          <a:xfrm>
            <a:off x="228600" y="613525"/>
            <a:ext cx="4296600" cy="1162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cxnSp>
        <p:nvCxnSpPr>
          <p:cNvPr id="681" name="Google Shape;681;p93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82" name="Google Shape;682;p93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83" name="Google Shape;683;p93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9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cards">
  <p:cSld name="CUSTOM_1"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p94"/>
          <p:cNvSpPr txBox="1"/>
          <p:nvPr>
            <p:ph type="title"/>
          </p:nvPr>
        </p:nvSpPr>
        <p:spPr>
          <a:xfrm>
            <a:off x="3386700" y="489887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686" name="Google Shape;686;p94"/>
          <p:cNvSpPr txBox="1"/>
          <p:nvPr>
            <p:ph idx="1" type="subTitle"/>
          </p:nvPr>
        </p:nvSpPr>
        <p:spPr>
          <a:xfrm>
            <a:off x="3386700" y="690369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687" name="Google Shape;687;p94"/>
          <p:cNvSpPr txBox="1"/>
          <p:nvPr>
            <p:ph idx="2" type="subTitle"/>
          </p:nvPr>
        </p:nvSpPr>
        <p:spPr>
          <a:xfrm>
            <a:off x="3386700" y="1070875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688" name="Google Shape;688;p94"/>
          <p:cNvSpPr txBox="1"/>
          <p:nvPr>
            <p:ph idx="3" type="title"/>
          </p:nvPr>
        </p:nvSpPr>
        <p:spPr>
          <a:xfrm>
            <a:off x="6307650" y="482616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689" name="Google Shape;689;p94"/>
          <p:cNvSpPr txBox="1"/>
          <p:nvPr>
            <p:ph idx="4" type="subTitle"/>
          </p:nvPr>
        </p:nvSpPr>
        <p:spPr>
          <a:xfrm>
            <a:off x="6307650" y="690369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690" name="Google Shape;690;p94"/>
          <p:cNvSpPr txBox="1"/>
          <p:nvPr>
            <p:ph idx="5" type="subTitle"/>
          </p:nvPr>
        </p:nvSpPr>
        <p:spPr>
          <a:xfrm>
            <a:off x="6307650" y="1070875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691" name="Google Shape;691;p94"/>
          <p:cNvSpPr txBox="1"/>
          <p:nvPr>
            <p:ph idx="6" type="title"/>
          </p:nvPr>
        </p:nvSpPr>
        <p:spPr>
          <a:xfrm>
            <a:off x="233850" y="228600"/>
            <a:ext cx="21900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92" name="Google Shape;692;p94"/>
          <p:cNvSpPr txBox="1"/>
          <p:nvPr>
            <p:ph idx="7" type="subTitle"/>
          </p:nvPr>
        </p:nvSpPr>
        <p:spPr>
          <a:xfrm>
            <a:off x="3482800" y="4057204"/>
            <a:ext cx="1076100" cy="16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693" name="Google Shape;693;p94"/>
          <p:cNvSpPr txBox="1"/>
          <p:nvPr>
            <p:ph idx="8" type="subTitle"/>
          </p:nvPr>
        </p:nvSpPr>
        <p:spPr>
          <a:xfrm>
            <a:off x="6405300" y="4057079"/>
            <a:ext cx="1076100" cy="16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694" name="Google Shape;694;p94"/>
          <p:cNvSpPr txBox="1"/>
          <p:nvPr>
            <p:ph idx="9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695" name="Google Shape;695;p94"/>
          <p:cNvSpPr txBox="1"/>
          <p:nvPr>
            <p:ph idx="1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696" name="Google Shape;696;p94"/>
          <p:cNvSpPr txBox="1"/>
          <p:nvPr>
            <p:ph idx="1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697" name="Google Shape;697;p94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698" name="Google Shape;698;p94"/>
          <p:cNvGrpSpPr/>
          <p:nvPr/>
        </p:nvGrpSpPr>
        <p:grpSpPr>
          <a:xfrm rot="-5400000">
            <a:off x="4794488" y="4206993"/>
            <a:ext cx="141588" cy="73485"/>
            <a:chOff x="498725" y="2069800"/>
            <a:chExt cx="205200" cy="106500"/>
          </a:xfrm>
        </p:grpSpPr>
        <p:cxnSp>
          <p:nvCxnSpPr>
            <p:cNvPr id="699" name="Google Shape;699;p94"/>
            <p:cNvCxnSpPr/>
            <p:nvPr/>
          </p:nvCxnSpPr>
          <p:spPr>
            <a:xfrm flipH="1" rot="-5400000">
              <a:off x="498725" y="2069800"/>
              <a:ext cx="103500" cy="10350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00" name="Google Shape;700;p94"/>
            <p:cNvCxnSpPr/>
            <p:nvPr/>
          </p:nvCxnSpPr>
          <p:spPr>
            <a:xfrm rot="5400000">
              <a:off x="596825" y="2069200"/>
              <a:ext cx="106500" cy="10770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701" name="Google Shape;701;p94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02" name="Google Shape;702;p94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cards">
  <p:cSld name="CUSTOM_1_1">
    <p:spTree>
      <p:nvGrpSpPr>
        <p:cNvPr id="703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p95"/>
          <p:cNvSpPr txBox="1"/>
          <p:nvPr>
            <p:ph type="title"/>
          </p:nvPr>
        </p:nvSpPr>
        <p:spPr>
          <a:xfrm>
            <a:off x="233850" y="228600"/>
            <a:ext cx="21900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9pPr>
          </a:lstStyle>
          <a:p/>
        </p:txBody>
      </p:sp>
      <p:sp>
        <p:nvSpPr>
          <p:cNvPr id="705" name="Google Shape;705;p95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706" name="Google Shape;706;p95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707" name="Google Shape;707;p95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708" name="Google Shape;708;p95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09" name="Google Shape;709;p95"/>
          <p:cNvSpPr txBox="1"/>
          <p:nvPr>
            <p:ph idx="4" type="title"/>
          </p:nvPr>
        </p:nvSpPr>
        <p:spPr>
          <a:xfrm>
            <a:off x="3379125" y="491100"/>
            <a:ext cx="14613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710" name="Google Shape;710;p95"/>
          <p:cNvSpPr txBox="1"/>
          <p:nvPr>
            <p:ph idx="5" type="subTitle"/>
          </p:nvPr>
        </p:nvSpPr>
        <p:spPr>
          <a:xfrm>
            <a:off x="3379125" y="691577"/>
            <a:ext cx="15495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711" name="Google Shape;711;p95"/>
          <p:cNvSpPr txBox="1"/>
          <p:nvPr>
            <p:ph idx="6" type="subTitle"/>
          </p:nvPr>
        </p:nvSpPr>
        <p:spPr>
          <a:xfrm>
            <a:off x="3379123" y="1072077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712" name="Google Shape;712;p95"/>
          <p:cNvSpPr txBox="1"/>
          <p:nvPr>
            <p:ph idx="7" type="title"/>
          </p:nvPr>
        </p:nvSpPr>
        <p:spPr>
          <a:xfrm>
            <a:off x="6318039" y="491100"/>
            <a:ext cx="14613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713" name="Google Shape;713;p95"/>
          <p:cNvSpPr txBox="1"/>
          <p:nvPr>
            <p:ph idx="8" type="subTitle"/>
          </p:nvPr>
        </p:nvSpPr>
        <p:spPr>
          <a:xfrm>
            <a:off x="6318039" y="691577"/>
            <a:ext cx="15495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714" name="Google Shape;714;p95"/>
          <p:cNvSpPr txBox="1"/>
          <p:nvPr>
            <p:ph idx="9" type="subTitle"/>
          </p:nvPr>
        </p:nvSpPr>
        <p:spPr>
          <a:xfrm>
            <a:off x="6318036" y="1072077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715" name="Google Shape;715;p95"/>
          <p:cNvSpPr txBox="1"/>
          <p:nvPr>
            <p:ph idx="13" type="title"/>
          </p:nvPr>
        </p:nvSpPr>
        <p:spPr>
          <a:xfrm>
            <a:off x="6318039" y="2655740"/>
            <a:ext cx="14613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716" name="Google Shape;716;p95"/>
          <p:cNvSpPr txBox="1"/>
          <p:nvPr>
            <p:ph idx="14" type="subTitle"/>
          </p:nvPr>
        </p:nvSpPr>
        <p:spPr>
          <a:xfrm>
            <a:off x="6318039" y="2856216"/>
            <a:ext cx="15495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717" name="Google Shape;717;p95"/>
          <p:cNvSpPr txBox="1"/>
          <p:nvPr>
            <p:ph idx="15" type="subTitle"/>
          </p:nvPr>
        </p:nvSpPr>
        <p:spPr>
          <a:xfrm>
            <a:off x="6318036" y="3236717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718" name="Google Shape;718;p95"/>
          <p:cNvSpPr txBox="1"/>
          <p:nvPr>
            <p:ph idx="16" type="title"/>
          </p:nvPr>
        </p:nvSpPr>
        <p:spPr>
          <a:xfrm>
            <a:off x="3379125" y="2655740"/>
            <a:ext cx="14613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719" name="Google Shape;719;p95"/>
          <p:cNvSpPr txBox="1"/>
          <p:nvPr>
            <p:ph idx="17" type="subTitle"/>
          </p:nvPr>
        </p:nvSpPr>
        <p:spPr>
          <a:xfrm>
            <a:off x="3379125" y="2856216"/>
            <a:ext cx="15495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720" name="Google Shape;720;p95"/>
          <p:cNvSpPr txBox="1"/>
          <p:nvPr>
            <p:ph idx="18" type="subTitle"/>
          </p:nvPr>
        </p:nvSpPr>
        <p:spPr>
          <a:xfrm>
            <a:off x="3379123" y="3236717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721" name="Google Shape;721;p95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22" name="Google Shape;722;p95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meline">
  <p:cSld name="CUSTOM_7_1_1_1_1_1_1_1_1_1_1_1_1_1_1_1_1_1">
    <p:spTree>
      <p:nvGrpSpPr>
        <p:cNvPr id="723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4" name="Google Shape;724;p96"/>
          <p:cNvPicPr preferRelativeResize="0"/>
          <p:nvPr/>
        </p:nvPicPr>
        <p:blipFill rotWithShape="1">
          <a:blip r:embed="rId2">
            <a:alphaModFix/>
          </a:blip>
          <a:srcRect b="14588" l="0" r="15469" t="0"/>
          <a:stretch/>
        </p:blipFill>
        <p:spPr>
          <a:xfrm flipH="1">
            <a:off x="4571999" y="2061075"/>
            <a:ext cx="4572001" cy="308242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25" name="Google Shape;725;p96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26" name="Google Shape;726;p96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727" name="Google Shape;727;p96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728" name="Google Shape;728;p96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729" name="Google Shape;729;p96"/>
          <p:cNvSpPr txBox="1"/>
          <p:nvPr>
            <p:ph idx="4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730" name="Google Shape;730;p96"/>
          <p:cNvSpPr txBox="1"/>
          <p:nvPr>
            <p:ph type="title"/>
          </p:nvPr>
        </p:nvSpPr>
        <p:spPr>
          <a:xfrm>
            <a:off x="355225" y="1775475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731" name="Google Shape;731;p96"/>
          <p:cNvSpPr txBox="1"/>
          <p:nvPr>
            <p:ph idx="5" type="subTitle"/>
          </p:nvPr>
        </p:nvSpPr>
        <p:spPr>
          <a:xfrm>
            <a:off x="355225" y="2161825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732" name="Google Shape;732;p96"/>
          <p:cNvSpPr txBox="1"/>
          <p:nvPr>
            <p:ph idx="6" type="body"/>
          </p:nvPr>
        </p:nvSpPr>
        <p:spPr>
          <a:xfrm>
            <a:off x="355225" y="2465025"/>
            <a:ext cx="1826700" cy="477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33" name="Google Shape;733;p96"/>
          <p:cNvSpPr txBox="1"/>
          <p:nvPr>
            <p:ph idx="7" type="title"/>
          </p:nvPr>
        </p:nvSpPr>
        <p:spPr>
          <a:xfrm>
            <a:off x="2543875" y="1775475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734" name="Google Shape;734;p96"/>
          <p:cNvSpPr txBox="1"/>
          <p:nvPr>
            <p:ph idx="8" type="subTitle"/>
          </p:nvPr>
        </p:nvSpPr>
        <p:spPr>
          <a:xfrm>
            <a:off x="2543875" y="2161825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735" name="Google Shape;735;p96"/>
          <p:cNvSpPr txBox="1"/>
          <p:nvPr>
            <p:ph idx="9" type="body"/>
          </p:nvPr>
        </p:nvSpPr>
        <p:spPr>
          <a:xfrm>
            <a:off x="2543875" y="2465025"/>
            <a:ext cx="1826700" cy="477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36" name="Google Shape;736;p96"/>
          <p:cNvSpPr txBox="1"/>
          <p:nvPr>
            <p:ph idx="13" type="title"/>
          </p:nvPr>
        </p:nvSpPr>
        <p:spPr>
          <a:xfrm>
            <a:off x="4745500" y="1775475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737" name="Google Shape;737;p96"/>
          <p:cNvSpPr txBox="1"/>
          <p:nvPr>
            <p:ph idx="14" type="subTitle"/>
          </p:nvPr>
        </p:nvSpPr>
        <p:spPr>
          <a:xfrm>
            <a:off x="4745500" y="2161825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738" name="Google Shape;738;p96"/>
          <p:cNvSpPr txBox="1"/>
          <p:nvPr>
            <p:ph idx="15" type="body"/>
          </p:nvPr>
        </p:nvSpPr>
        <p:spPr>
          <a:xfrm>
            <a:off x="4745400" y="2465025"/>
            <a:ext cx="1826700" cy="477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39" name="Google Shape;739;p96"/>
          <p:cNvSpPr txBox="1"/>
          <p:nvPr>
            <p:ph idx="16" type="title"/>
          </p:nvPr>
        </p:nvSpPr>
        <p:spPr>
          <a:xfrm>
            <a:off x="6942300" y="1775475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740" name="Google Shape;740;p96"/>
          <p:cNvSpPr txBox="1"/>
          <p:nvPr>
            <p:ph idx="17" type="subTitle"/>
          </p:nvPr>
        </p:nvSpPr>
        <p:spPr>
          <a:xfrm>
            <a:off x="6942300" y="2161825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741" name="Google Shape;741;p96"/>
          <p:cNvSpPr txBox="1"/>
          <p:nvPr>
            <p:ph idx="18" type="body"/>
          </p:nvPr>
        </p:nvSpPr>
        <p:spPr>
          <a:xfrm>
            <a:off x="6942300" y="2465025"/>
            <a:ext cx="1791600" cy="477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42" name="Google Shape;742;p96"/>
          <p:cNvSpPr txBox="1"/>
          <p:nvPr>
            <p:ph idx="19" type="title"/>
          </p:nvPr>
        </p:nvSpPr>
        <p:spPr>
          <a:xfrm>
            <a:off x="228600" y="613525"/>
            <a:ext cx="3904500" cy="864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43" name="Google Shape;743;p96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44" name="Google Shape;744;p96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9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ers">
  <p:cSld name="CUSTOM">
    <p:spTree>
      <p:nvGrpSpPr>
        <p:cNvPr id="745" name="Shape 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Google Shape;746;p97"/>
          <p:cNvSpPr txBox="1"/>
          <p:nvPr>
            <p:ph idx="1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747" name="Google Shape;747;p97"/>
          <p:cNvCxnSpPr/>
          <p:nvPr/>
        </p:nvCxnSpPr>
        <p:spPr>
          <a:xfrm>
            <a:off x="228450" y="2061025"/>
            <a:ext cx="86871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48" name="Google Shape;748;p97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749" name="Google Shape;749;p97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750" name="Google Shape;750;p97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751" name="Google Shape;751;p97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52" name="Google Shape;752;p97"/>
          <p:cNvSpPr txBox="1"/>
          <p:nvPr>
            <p:ph type="title"/>
          </p:nvPr>
        </p:nvSpPr>
        <p:spPr>
          <a:xfrm>
            <a:off x="228600" y="369300"/>
            <a:ext cx="64803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9pPr>
          </a:lstStyle>
          <a:p/>
        </p:txBody>
      </p:sp>
      <p:sp>
        <p:nvSpPr>
          <p:cNvPr id="753" name="Google Shape;753;p97"/>
          <p:cNvSpPr/>
          <p:nvPr>
            <p:ph idx="5" type="pic"/>
          </p:nvPr>
        </p:nvSpPr>
        <p:spPr>
          <a:xfrm>
            <a:off x="3795900" y="2682425"/>
            <a:ext cx="1458300" cy="1458300"/>
          </a:xfrm>
          <a:prstGeom prst="ellipse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4" name="Google Shape;754;p97"/>
          <p:cNvSpPr txBox="1"/>
          <p:nvPr>
            <p:ph idx="6" type="body"/>
          </p:nvPr>
        </p:nvSpPr>
        <p:spPr>
          <a:xfrm>
            <a:off x="5871500" y="2468775"/>
            <a:ext cx="2864700" cy="6765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●"/>
              <a:defRPr sz="1000">
                <a:solidFill>
                  <a:schemeClr val="dk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○"/>
              <a:defRPr sz="1000">
                <a:solidFill>
                  <a:schemeClr val="dk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■"/>
              <a:defRPr sz="1000">
                <a:solidFill>
                  <a:schemeClr val="dk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●"/>
              <a:defRPr sz="1000">
                <a:solidFill>
                  <a:schemeClr val="dk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○"/>
              <a:defRPr sz="1000">
                <a:solidFill>
                  <a:schemeClr val="dk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■"/>
              <a:defRPr sz="1000">
                <a:solidFill>
                  <a:schemeClr val="dk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●"/>
              <a:defRPr sz="1000">
                <a:solidFill>
                  <a:schemeClr val="dk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○"/>
              <a:defRPr sz="1000">
                <a:solidFill>
                  <a:schemeClr val="dk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■"/>
              <a:defRPr sz="1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55" name="Google Shape;755;p97"/>
          <p:cNvSpPr txBox="1"/>
          <p:nvPr>
            <p:ph idx="7" type="body"/>
          </p:nvPr>
        </p:nvSpPr>
        <p:spPr>
          <a:xfrm>
            <a:off x="5871500" y="3553025"/>
            <a:ext cx="2864700" cy="696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●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indent="-3048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○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indent="-3048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■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indent="-3048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●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indent="-3048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○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indent="-3048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■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indent="-3048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●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indent="-3048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○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indent="-3048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accent3"/>
              </a:buClr>
              <a:buSzPts val="1200"/>
              <a:buFont typeface="Urbanist Medium"/>
              <a:buChar char="■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756" name="Google Shape;756;p97"/>
          <p:cNvSpPr txBox="1"/>
          <p:nvPr>
            <p:ph idx="8" type="subTitle"/>
          </p:nvPr>
        </p:nvSpPr>
        <p:spPr>
          <a:xfrm>
            <a:off x="238800" y="2720113"/>
            <a:ext cx="2824500" cy="145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757" name="Google Shape;757;p97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58" name="Google Shape;758;p97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phics">
  <p:cSld name="CUSTOM_2">
    <p:spTree>
      <p:nvGrpSpPr>
        <p:cNvPr id="759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p98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761" name="Google Shape;761;p98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762" name="Google Shape;762;p98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763" name="Google Shape;763;p98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64" name="Google Shape;764;p98"/>
          <p:cNvSpPr/>
          <p:nvPr/>
        </p:nvSpPr>
        <p:spPr>
          <a:xfrm>
            <a:off x="228600" y="1395962"/>
            <a:ext cx="2101200" cy="3054000"/>
          </a:xfrm>
          <a:prstGeom prst="roundRect">
            <a:avLst>
              <a:gd fmla="val 9631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65" name="Google Shape;765;p98"/>
          <p:cNvSpPr/>
          <p:nvPr/>
        </p:nvSpPr>
        <p:spPr>
          <a:xfrm>
            <a:off x="2423700" y="1395962"/>
            <a:ext cx="3198600" cy="3054000"/>
          </a:xfrm>
          <a:prstGeom prst="roundRect">
            <a:avLst>
              <a:gd fmla="val 674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66" name="Google Shape;766;p98"/>
          <p:cNvSpPr/>
          <p:nvPr/>
        </p:nvSpPr>
        <p:spPr>
          <a:xfrm>
            <a:off x="5716850" y="1395962"/>
            <a:ext cx="3198600" cy="1758300"/>
          </a:xfrm>
          <a:prstGeom prst="roundRect">
            <a:avLst>
              <a:gd fmla="val 963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67" name="Google Shape;767;p98"/>
          <p:cNvSpPr/>
          <p:nvPr/>
        </p:nvSpPr>
        <p:spPr>
          <a:xfrm>
            <a:off x="5716200" y="3231390"/>
            <a:ext cx="3198600" cy="1217400"/>
          </a:xfrm>
          <a:prstGeom prst="roundRect">
            <a:avLst>
              <a:gd fmla="val 1360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68" name="Google Shape;768;p98"/>
          <p:cNvSpPr/>
          <p:nvPr>
            <p:ph idx="4" type="pic"/>
          </p:nvPr>
        </p:nvSpPr>
        <p:spPr>
          <a:xfrm>
            <a:off x="381950" y="993050"/>
            <a:ext cx="850500" cy="850500"/>
          </a:xfrm>
          <a:prstGeom prst="ellipse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9" name="Google Shape;769;p98"/>
          <p:cNvSpPr txBox="1"/>
          <p:nvPr>
            <p:ph idx="5" type="subTitle"/>
          </p:nvPr>
        </p:nvSpPr>
        <p:spPr>
          <a:xfrm>
            <a:off x="381950" y="2062875"/>
            <a:ext cx="1786500" cy="23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"/>
              <a:buNone/>
              <a:defRPr b="1" sz="1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770" name="Google Shape;770;p98"/>
          <p:cNvSpPr txBox="1"/>
          <p:nvPr>
            <p:ph idx="6" type="body"/>
          </p:nvPr>
        </p:nvSpPr>
        <p:spPr>
          <a:xfrm>
            <a:off x="381950" y="2453500"/>
            <a:ext cx="17865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71" name="Google Shape;771;p98"/>
          <p:cNvSpPr txBox="1"/>
          <p:nvPr>
            <p:ph idx="7" type="subTitle"/>
          </p:nvPr>
        </p:nvSpPr>
        <p:spPr>
          <a:xfrm>
            <a:off x="2580250" y="1528150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772" name="Google Shape;772;p98"/>
          <p:cNvSpPr txBox="1"/>
          <p:nvPr>
            <p:ph idx="8" type="body"/>
          </p:nvPr>
        </p:nvSpPr>
        <p:spPr>
          <a:xfrm>
            <a:off x="2580250" y="1791652"/>
            <a:ext cx="2911500" cy="61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cxnSp>
        <p:nvCxnSpPr>
          <p:cNvPr id="773" name="Google Shape;773;p98"/>
          <p:cNvCxnSpPr/>
          <p:nvPr/>
        </p:nvCxnSpPr>
        <p:spPr>
          <a:xfrm>
            <a:off x="2423700" y="2531312"/>
            <a:ext cx="3194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74" name="Google Shape;774;p98"/>
          <p:cNvCxnSpPr/>
          <p:nvPr/>
        </p:nvCxnSpPr>
        <p:spPr>
          <a:xfrm>
            <a:off x="2423700" y="3583537"/>
            <a:ext cx="3194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75" name="Google Shape;775;p98"/>
          <p:cNvSpPr txBox="1"/>
          <p:nvPr>
            <p:ph idx="9" type="subTitle"/>
          </p:nvPr>
        </p:nvSpPr>
        <p:spPr>
          <a:xfrm>
            <a:off x="2580250" y="2660457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776" name="Google Shape;776;p98"/>
          <p:cNvSpPr txBox="1"/>
          <p:nvPr>
            <p:ph idx="13" type="body"/>
          </p:nvPr>
        </p:nvSpPr>
        <p:spPr>
          <a:xfrm>
            <a:off x="2580250" y="2931046"/>
            <a:ext cx="2911500" cy="61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777" name="Google Shape;777;p98"/>
          <p:cNvSpPr/>
          <p:nvPr/>
        </p:nvSpPr>
        <p:spPr>
          <a:xfrm flipH="1">
            <a:off x="2600988" y="3992942"/>
            <a:ext cx="681000" cy="2736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b="1" sz="8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78" name="Google Shape;778;p98"/>
          <p:cNvSpPr/>
          <p:nvPr/>
        </p:nvSpPr>
        <p:spPr>
          <a:xfrm flipH="1">
            <a:off x="3654625" y="3992942"/>
            <a:ext cx="681000" cy="2736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b="1" sz="8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79" name="Google Shape;779;p98"/>
          <p:cNvSpPr/>
          <p:nvPr/>
        </p:nvSpPr>
        <p:spPr>
          <a:xfrm flipH="1">
            <a:off x="4602650" y="3992942"/>
            <a:ext cx="681000" cy="2736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b="1" sz="8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80" name="Google Shape;780;p98"/>
          <p:cNvSpPr txBox="1"/>
          <p:nvPr>
            <p:ph idx="14" type="subTitle"/>
          </p:nvPr>
        </p:nvSpPr>
        <p:spPr>
          <a:xfrm>
            <a:off x="2567250" y="3671882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781" name="Google Shape;781;p98"/>
          <p:cNvSpPr txBox="1"/>
          <p:nvPr>
            <p:ph idx="15" type="subTitle"/>
          </p:nvPr>
        </p:nvSpPr>
        <p:spPr>
          <a:xfrm>
            <a:off x="5877425" y="1528157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782" name="Google Shape;782;p98"/>
          <p:cNvSpPr txBox="1"/>
          <p:nvPr>
            <p:ph idx="16" type="subTitle"/>
          </p:nvPr>
        </p:nvSpPr>
        <p:spPr>
          <a:xfrm>
            <a:off x="5877425" y="1781107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Urbanist"/>
              <a:buNone/>
              <a:defRPr b="1" sz="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783" name="Google Shape;783;p98"/>
          <p:cNvSpPr txBox="1"/>
          <p:nvPr>
            <p:ph idx="17" type="subTitle"/>
          </p:nvPr>
        </p:nvSpPr>
        <p:spPr>
          <a:xfrm>
            <a:off x="5877425" y="2219182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Urbanist"/>
              <a:buNone/>
              <a:defRPr b="1" sz="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784" name="Google Shape;784;p98"/>
          <p:cNvSpPr txBox="1"/>
          <p:nvPr>
            <p:ph idx="18" type="subTitle"/>
          </p:nvPr>
        </p:nvSpPr>
        <p:spPr>
          <a:xfrm>
            <a:off x="5877425" y="2657257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Urbanist"/>
              <a:buNone/>
              <a:defRPr b="1" sz="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785" name="Google Shape;785;p98"/>
          <p:cNvSpPr txBox="1"/>
          <p:nvPr>
            <p:ph idx="19" type="subTitle"/>
          </p:nvPr>
        </p:nvSpPr>
        <p:spPr>
          <a:xfrm>
            <a:off x="5877425" y="3354932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786" name="Google Shape;786;p98"/>
          <p:cNvSpPr txBox="1"/>
          <p:nvPr>
            <p:ph idx="20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787" name="Google Shape;787;p98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88" name="Google Shape;788;p98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ilestones">
  <p:cSld name="CUSTOM_4">
    <p:spTree>
      <p:nvGrpSpPr>
        <p:cNvPr id="789" name="Shape 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0" name="Google Shape;790;p99"/>
          <p:cNvSpPr txBox="1"/>
          <p:nvPr>
            <p:ph idx="1" type="body"/>
          </p:nvPr>
        </p:nvSpPr>
        <p:spPr>
          <a:xfrm>
            <a:off x="2054000" y="2952175"/>
            <a:ext cx="1377600" cy="93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791" name="Google Shape;791;p99"/>
          <p:cNvSpPr txBox="1"/>
          <p:nvPr>
            <p:ph idx="2" type="body"/>
          </p:nvPr>
        </p:nvSpPr>
        <p:spPr>
          <a:xfrm>
            <a:off x="246150" y="2952175"/>
            <a:ext cx="1458000" cy="81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792" name="Google Shape;792;p99"/>
          <p:cNvSpPr txBox="1"/>
          <p:nvPr>
            <p:ph idx="3" type="subTitle"/>
          </p:nvPr>
        </p:nvSpPr>
        <p:spPr>
          <a:xfrm>
            <a:off x="3829950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793" name="Google Shape;793;p99"/>
          <p:cNvSpPr txBox="1"/>
          <p:nvPr>
            <p:ph idx="4" type="body"/>
          </p:nvPr>
        </p:nvSpPr>
        <p:spPr>
          <a:xfrm>
            <a:off x="3848250" y="2952163"/>
            <a:ext cx="1458000" cy="81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794" name="Google Shape;794;p99"/>
          <p:cNvSpPr txBox="1"/>
          <p:nvPr>
            <p:ph idx="5" type="subTitle"/>
          </p:nvPr>
        </p:nvSpPr>
        <p:spPr>
          <a:xfrm>
            <a:off x="20774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795" name="Google Shape;795;p99"/>
          <p:cNvSpPr txBox="1"/>
          <p:nvPr>
            <p:ph idx="6" type="body"/>
          </p:nvPr>
        </p:nvSpPr>
        <p:spPr>
          <a:xfrm>
            <a:off x="5634175" y="2952175"/>
            <a:ext cx="1458000" cy="81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796" name="Google Shape;796;p99"/>
          <p:cNvSpPr txBox="1"/>
          <p:nvPr>
            <p:ph idx="7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797" name="Google Shape;797;p99"/>
          <p:cNvSpPr txBox="1"/>
          <p:nvPr>
            <p:ph idx="8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798" name="Google Shape;798;p99"/>
          <p:cNvSpPr txBox="1"/>
          <p:nvPr>
            <p:ph idx="9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799" name="Google Shape;799;p99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00" name="Google Shape;800;p99"/>
          <p:cNvSpPr txBox="1"/>
          <p:nvPr>
            <p:ph type="title"/>
          </p:nvPr>
        </p:nvSpPr>
        <p:spPr>
          <a:xfrm>
            <a:off x="228600" y="613525"/>
            <a:ext cx="6841500" cy="753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01" name="Google Shape;801;p99"/>
          <p:cNvSpPr txBox="1"/>
          <p:nvPr>
            <p:ph idx="13" type="subTitle"/>
          </p:nvPr>
        </p:nvSpPr>
        <p:spPr>
          <a:xfrm>
            <a:off x="2775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802" name="Google Shape;802;p99"/>
          <p:cNvSpPr txBox="1"/>
          <p:nvPr>
            <p:ph idx="14" type="subTitle"/>
          </p:nvPr>
        </p:nvSpPr>
        <p:spPr>
          <a:xfrm>
            <a:off x="38773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803" name="Google Shape;803;p99"/>
          <p:cNvSpPr txBox="1"/>
          <p:nvPr>
            <p:ph idx="15" type="subTitle"/>
          </p:nvPr>
        </p:nvSpPr>
        <p:spPr>
          <a:xfrm>
            <a:off x="56772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804" name="Google Shape;804;p99"/>
          <p:cNvSpPr txBox="1"/>
          <p:nvPr>
            <p:ph idx="16" type="subTitle"/>
          </p:nvPr>
        </p:nvSpPr>
        <p:spPr>
          <a:xfrm>
            <a:off x="74771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805" name="Google Shape;805;p99"/>
          <p:cNvSpPr txBox="1"/>
          <p:nvPr>
            <p:ph idx="17" type="subTitle"/>
          </p:nvPr>
        </p:nvSpPr>
        <p:spPr>
          <a:xfrm>
            <a:off x="238800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6" name="Google Shape;806;p99"/>
          <p:cNvSpPr txBox="1"/>
          <p:nvPr>
            <p:ph idx="18" type="subTitle"/>
          </p:nvPr>
        </p:nvSpPr>
        <p:spPr>
          <a:xfrm>
            <a:off x="2034375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807" name="Google Shape;807;p99"/>
          <p:cNvSpPr txBox="1"/>
          <p:nvPr>
            <p:ph idx="19" type="subTitle"/>
          </p:nvPr>
        </p:nvSpPr>
        <p:spPr>
          <a:xfrm>
            <a:off x="5645375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808" name="Google Shape;808;p99"/>
          <p:cNvSpPr txBox="1"/>
          <p:nvPr>
            <p:ph idx="20" type="subTitle"/>
          </p:nvPr>
        </p:nvSpPr>
        <p:spPr>
          <a:xfrm>
            <a:off x="7460789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809" name="Google Shape;809;p99"/>
          <p:cNvSpPr txBox="1"/>
          <p:nvPr>
            <p:ph idx="21" type="subTitle"/>
          </p:nvPr>
        </p:nvSpPr>
        <p:spPr>
          <a:xfrm>
            <a:off x="372900" y="202945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Urbanist"/>
              <a:buNone/>
              <a:defRPr b="1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810" name="Google Shape;810;p99"/>
          <p:cNvSpPr txBox="1"/>
          <p:nvPr>
            <p:ph idx="22" type="subTitle"/>
          </p:nvPr>
        </p:nvSpPr>
        <p:spPr>
          <a:xfrm>
            <a:off x="2178663" y="202739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811" name="Google Shape;811;p99"/>
          <p:cNvSpPr txBox="1"/>
          <p:nvPr>
            <p:ph idx="23" type="subTitle"/>
          </p:nvPr>
        </p:nvSpPr>
        <p:spPr>
          <a:xfrm>
            <a:off x="3974250" y="202739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812" name="Google Shape;812;p99"/>
          <p:cNvSpPr txBox="1"/>
          <p:nvPr>
            <p:ph idx="24" type="subTitle"/>
          </p:nvPr>
        </p:nvSpPr>
        <p:spPr>
          <a:xfrm>
            <a:off x="5789675" y="202739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813" name="Google Shape;813;p99"/>
          <p:cNvSpPr txBox="1"/>
          <p:nvPr>
            <p:ph idx="25" type="subTitle"/>
          </p:nvPr>
        </p:nvSpPr>
        <p:spPr>
          <a:xfrm>
            <a:off x="7605089" y="202739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814" name="Google Shape;814;p99"/>
          <p:cNvSpPr txBox="1"/>
          <p:nvPr>
            <p:ph idx="26" type="body"/>
          </p:nvPr>
        </p:nvSpPr>
        <p:spPr>
          <a:xfrm>
            <a:off x="7450350" y="2952175"/>
            <a:ext cx="1458000" cy="81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815" name="Google Shape;815;p99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816" name="Google Shape;816;p99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trics ">
  <p:cSld name="CUSTOM_5">
    <p:spTree>
      <p:nvGrpSpPr>
        <p:cNvPr id="817" name="Shape 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Google Shape;818;p100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819" name="Google Shape;819;p100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820" name="Google Shape;820;p100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821" name="Google Shape;821;p100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22" name="Google Shape;822;p100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823" name="Google Shape;823;p100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824" name="Google Shape;824;p100"/>
          <p:cNvSpPr txBox="1"/>
          <p:nvPr>
            <p:ph idx="4" type="subTitle"/>
          </p:nvPr>
        </p:nvSpPr>
        <p:spPr>
          <a:xfrm>
            <a:off x="6314800" y="458325"/>
            <a:ext cx="2294700" cy="330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5" name="Google Shape;825;p100"/>
          <p:cNvSpPr txBox="1"/>
          <p:nvPr>
            <p:ph type="title"/>
          </p:nvPr>
        </p:nvSpPr>
        <p:spPr>
          <a:xfrm>
            <a:off x="237650" y="746900"/>
            <a:ext cx="2834700" cy="2590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9pPr>
          </a:lstStyle>
          <a:p/>
        </p:txBody>
      </p:sp>
      <p:sp>
        <p:nvSpPr>
          <p:cNvPr id="826" name="Google Shape;826;p100"/>
          <p:cNvSpPr txBox="1"/>
          <p:nvPr>
            <p:ph idx="5" type="subTitle"/>
          </p:nvPr>
        </p:nvSpPr>
        <p:spPr>
          <a:xfrm>
            <a:off x="229175" y="229175"/>
            <a:ext cx="2834700" cy="330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27" name="Google Shape;827;p100"/>
          <p:cNvSpPr txBox="1"/>
          <p:nvPr>
            <p:ph idx="6" type="subTitle"/>
          </p:nvPr>
        </p:nvSpPr>
        <p:spPr>
          <a:xfrm>
            <a:off x="3437500" y="882725"/>
            <a:ext cx="2294700" cy="500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828" name="Google Shape;828;p100"/>
          <p:cNvSpPr txBox="1"/>
          <p:nvPr>
            <p:ph idx="7" type="title"/>
          </p:nvPr>
        </p:nvSpPr>
        <p:spPr>
          <a:xfrm>
            <a:off x="3611850" y="1848195"/>
            <a:ext cx="1924200" cy="594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9pPr>
          </a:lstStyle>
          <a:p/>
        </p:txBody>
      </p:sp>
      <p:sp>
        <p:nvSpPr>
          <p:cNvPr id="829" name="Google Shape;829;p100"/>
          <p:cNvSpPr txBox="1"/>
          <p:nvPr>
            <p:ph idx="8" type="title"/>
          </p:nvPr>
        </p:nvSpPr>
        <p:spPr>
          <a:xfrm>
            <a:off x="3611850" y="3250202"/>
            <a:ext cx="1920300" cy="59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Font typeface="Urbanist"/>
              <a:buNone/>
              <a:defRPr sz="6200"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9pPr>
          </a:lstStyle>
          <a:p/>
        </p:txBody>
      </p:sp>
      <p:sp>
        <p:nvSpPr>
          <p:cNvPr id="830" name="Google Shape;830;p100"/>
          <p:cNvSpPr txBox="1"/>
          <p:nvPr>
            <p:ph idx="9" type="subTitle"/>
          </p:nvPr>
        </p:nvSpPr>
        <p:spPr>
          <a:xfrm>
            <a:off x="3611850" y="2707575"/>
            <a:ext cx="2120400" cy="16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831" name="Google Shape;831;p100"/>
          <p:cNvSpPr txBox="1"/>
          <p:nvPr>
            <p:ph idx="13" type="subTitle"/>
          </p:nvPr>
        </p:nvSpPr>
        <p:spPr>
          <a:xfrm>
            <a:off x="3611850" y="4076800"/>
            <a:ext cx="2120400" cy="16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832" name="Google Shape;832;p100"/>
          <p:cNvSpPr txBox="1"/>
          <p:nvPr>
            <p:ph idx="14" type="subTitle"/>
          </p:nvPr>
        </p:nvSpPr>
        <p:spPr>
          <a:xfrm>
            <a:off x="6258900" y="3267725"/>
            <a:ext cx="2478300" cy="500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833" name="Google Shape;833;p100"/>
          <p:cNvSpPr txBox="1"/>
          <p:nvPr>
            <p:ph idx="15" type="subTitle"/>
          </p:nvPr>
        </p:nvSpPr>
        <p:spPr>
          <a:xfrm>
            <a:off x="6258900" y="3955225"/>
            <a:ext cx="2478300" cy="330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 u="sng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834" name="Shape 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5" name="Google Shape;835;p10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36" name="Google Shape;836;p10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837" name="Shape 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8" name="Google Shape;838;p10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839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Google Shape;840;p10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41" name="Google Shape;841;p10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842" name="Shape 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3" name="Google Shape;843;p10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44" name="Google Shape;844;p104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45" name="Google Shape;845;p104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846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p10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848" name="Shape 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Google Shape;849;p106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50" name="Google Shape;850;p106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851" name="Shape 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" name="Google Shape;852;p107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853" name="Shape 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" name="Google Shape;854;p108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55" name="Google Shape;855;p108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56" name="Google Shape;856;p108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857" name="Shape 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8" name="Google Shape;858;p109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859" name="Shape 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" name="Google Shape;860;p110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861" name="Google Shape;861;p110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862" name="Shape 86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863" name="Shape 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" name="Google Shape;864;p112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65" name="Google Shape;865;p112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66" name="Google Shape;866;p112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67" name="Google Shape;867;p112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68" name="Google Shape;868;p112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69" name="Google Shape;869;p112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70" name="Google Shape;870;p112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871" name="Shape 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" name="Google Shape;872;p1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73" name="Google Shape;873;p113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74" name="Google Shape;874;p113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875" name="Shape 8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6" name="Google Shape;876;p114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77" name="Google Shape;877;p114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78" name="Google Shape;878;p114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79" name="Google Shape;879;p114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80" name="Google Shape;880;p114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881" name="Shape 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2" name="Google Shape;882;p115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83" name="Google Shape;883;p115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84" name="Google Shape;884;p115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85" name="Google Shape;885;p115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86" name="Google Shape;886;p115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87" name="Google Shape;887;p115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88" name="Google Shape;888;p115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889" name="Shape 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" name="Google Shape;890;p116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91" name="Google Shape;891;p116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92" name="Google Shape;892;p116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93" name="Google Shape;893;p116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94" name="Google Shape;894;p116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95" name="Google Shape;895;p116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96" name="Google Shape;896;p116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97" name="Google Shape;897;p116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98" name="Google Shape;898;p116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899" name="Shape 8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Google Shape;900;p1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01" name="Google Shape;901;p117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902" name="Shape 9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3" name="Google Shape;903;p118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904" name="Google Shape;904;p118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905" name="Google Shape;905;p118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906" name="Google Shape;906;p118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907" name="Google Shape;907;p1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08" name="Google Shape;908;p118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09" name="Google Shape;909;p118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910" name="Shape 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" name="Google Shape;911;p119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912" name="Google Shape;912;p119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913" name="Google Shape;913;p119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914" name="Google Shape;914;p119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915" name="Google Shape;915;p119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916" name="Google Shape;916;p119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917" name="Google Shape;917;p1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18" name="Google Shape;918;p119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19" name="Google Shape;919;p119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20" name="Google Shape;920;p119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921" name="Shape 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" name="Google Shape;922;p120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923" name="Shape 9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4" name="Google Shape;924;p121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25" name="Google Shape;925;p121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26" name="Google Shape;926;p121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27" name="Google Shape;927;p121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28" name="Google Shape;928;p121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29" name="Google Shape;929;p121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30" name="Google Shape;930;p121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31" name="Google Shape;931;p121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32" name="Google Shape;932;p121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33" name="Google Shape;933;p121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Layouts/slideLayout1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TITLE">
  <p:cSld name="BLANK_1_1_1_1_1_1">
    <p:spTree>
      <p:nvGrpSpPr>
        <p:cNvPr id="937" name="Shape 9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38" name="Google Shape;938;p123"/>
          <p:cNvGrpSpPr/>
          <p:nvPr/>
        </p:nvGrpSpPr>
        <p:grpSpPr>
          <a:xfrm>
            <a:off x="-23299" y="-8075"/>
            <a:ext cx="9190577" cy="5150040"/>
            <a:chOff x="11751" y="-6300"/>
            <a:chExt cx="9190577" cy="5150040"/>
          </a:xfrm>
        </p:grpSpPr>
        <p:grpSp>
          <p:nvGrpSpPr>
            <p:cNvPr id="939" name="Google Shape;939;p123"/>
            <p:cNvGrpSpPr/>
            <p:nvPr/>
          </p:nvGrpSpPr>
          <p:grpSpPr>
            <a:xfrm>
              <a:off x="11751" y="-6300"/>
              <a:ext cx="4777902" cy="2703033"/>
              <a:chOff x="11750" y="-6290"/>
              <a:chExt cx="9125100" cy="5162400"/>
            </a:xfrm>
          </p:grpSpPr>
          <p:cxnSp>
            <p:nvCxnSpPr>
              <p:cNvPr id="940" name="Google Shape;940;p123"/>
              <p:cNvCxnSpPr/>
              <p:nvPr/>
            </p:nvCxnSpPr>
            <p:spPr>
              <a:xfrm>
                <a:off x="7055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41" name="Google Shape;941;p123"/>
              <p:cNvCxnSpPr/>
              <p:nvPr/>
            </p:nvCxnSpPr>
            <p:spPr>
              <a:xfrm>
                <a:off x="13993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42" name="Google Shape;942;p123"/>
              <p:cNvCxnSpPr/>
              <p:nvPr/>
            </p:nvCxnSpPr>
            <p:spPr>
              <a:xfrm>
                <a:off x="21049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43" name="Google Shape;943;p123"/>
              <p:cNvCxnSpPr/>
              <p:nvPr/>
            </p:nvCxnSpPr>
            <p:spPr>
              <a:xfrm>
                <a:off x="2813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44" name="Google Shape;944;p123"/>
              <p:cNvCxnSpPr/>
              <p:nvPr/>
            </p:nvCxnSpPr>
            <p:spPr>
              <a:xfrm>
                <a:off x="3507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45" name="Google Shape;945;p123"/>
              <p:cNvCxnSpPr/>
              <p:nvPr/>
            </p:nvCxnSpPr>
            <p:spPr>
              <a:xfrm>
                <a:off x="4212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46" name="Google Shape;946;p123"/>
              <p:cNvCxnSpPr/>
              <p:nvPr/>
            </p:nvCxnSpPr>
            <p:spPr>
              <a:xfrm>
                <a:off x="49214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47" name="Google Shape;947;p123"/>
              <p:cNvCxnSpPr/>
              <p:nvPr/>
            </p:nvCxnSpPr>
            <p:spPr>
              <a:xfrm>
                <a:off x="56152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48" name="Google Shape;948;p123"/>
              <p:cNvCxnSpPr/>
              <p:nvPr/>
            </p:nvCxnSpPr>
            <p:spPr>
              <a:xfrm>
                <a:off x="63207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49" name="Google Shape;949;p123"/>
              <p:cNvCxnSpPr/>
              <p:nvPr/>
            </p:nvCxnSpPr>
            <p:spPr>
              <a:xfrm>
                <a:off x="7039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50" name="Google Shape;950;p123"/>
              <p:cNvCxnSpPr/>
              <p:nvPr/>
            </p:nvCxnSpPr>
            <p:spPr>
              <a:xfrm>
                <a:off x="7733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51" name="Google Shape;951;p123"/>
              <p:cNvCxnSpPr/>
              <p:nvPr/>
            </p:nvCxnSpPr>
            <p:spPr>
              <a:xfrm>
                <a:off x="8438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52" name="Google Shape;952;p123"/>
              <p:cNvCxnSpPr/>
              <p:nvPr/>
            </p:nvCxnSpPr>
            <p:spPr>
              <a:xfrm>
                <a:off x="11750" y="482125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53" name="Google Shape;953;p123"/>
              <p:cNvCxnSpPr/>
              <p:nvPr/>
            </p:nvCxnSpPr>
            <p:spPr>
              <a:xfrm>
                <a:off x="11750" y="935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54" name="Google Shape;954;p123"/>
              <p:cNvCxnSpPr/>
              <p:nvPr/>
            </p:nvCxnSpPr>
            <p:spPr>
              <a:xfrm>
                <a:off x="11750" y="14028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55" name="Google Shape;955;p123"/>
              <p:cNvCxnSpPr/>
              <p:nvPr/>
            </p:nvCxnSpPr>
            <p:spPr>
              <a:xfrm>
                <a:off x="11750" y="1870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56" name="Google Shape;956;p123"/>
              <p:cNvCxnSpPr/>
              <p:nvPr/>
            </p:nvCxnSpPr>
            <p:spPr>
              <a:xfrm>
                <a:off x="11750" y="23380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57" name="Google Shape;957;p123"/>
              <p:cNvCxnSpPr/>
              <p:nvPr/>
            </p:nvCxnSpPr>
            <p:spPr>
              <a:xfrm>
                <a:off x="11750" y="28056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58" name="Google Shape;958;p123"/>
              <p:cNvCxnSpPr/>
              <p:nvPr/>
            </p:nvCxnSpPr>
            <p:spPr>
              <a:xfrm>
                <a:off x="11750" y="3273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59" name="Google Shape;959;p123"/>
              <p:cNvCxnSpPr/>
              <p:nvPr/>
            </p:nvCxnSpPr>
            <p:spPr>
              <a:xfrm>
                <a:off x="11750" y="37479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60" name="Google Shape;960;p123"/>
              <p:cNvCxnSpPr/>
              <p:nvPr/>
            </p:nvCxnSpPr>
            <p:spPr>
              <a:xfrm>
                <a:off x="11750" y="4208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61" name="Google Shape;961;p123"/>
              <p:cNvCxnSpPr/>
              <p:nvPr/>
            </p:nvCxnSpPr>
            <p:spPr>
              <a:xfrm>
                <a:off x="11750" y="46688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962" name="Google Shape;962;p123"/>
            <p:cNvGrpSpPr/>
            <p:nvPr/>
          </p:nvGrpSpPr>
          <p:grpSpPr>
            <a:xfrm>
              <a:off x="11751" y="2440707"/>
              <a:ext cx="4777902" cy="2703033"/>
              <a:chOff x="11750" y="-6290"/>
              <a:chExt cx="9125100" cy="5162400"/>
            </a:xfrm>
          </p:grpSpPr>
          <p:cxnSp>
            <p:nvCxnSpPr>
              <p:cNvPr id="963" name="Google Shape;963;p123"/>
              <p:cNvCxnSpPr/>
              <p:nvPr/>
            </p:nvCxnSpPr>
            <p:spPr>
              <a:xfrm>
                <a:off x="7055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64" name="Google Shape;964;p123"/>
              <p:cNvCxnSpPr/>
              <p:nvPr/>
            </p:nvCxnSpPr>
            <p:spPr>
              <a:xfrm>
                <a:off x="13993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65" name="Google Shape;965;p123"/>
              <p:cNvCxnSpPr/>
              <p:nvPr/>
            </p:nvCxnSpPr>
            <p:spPr>
              <a:xfrm>
                <a:off x="21049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66" name="Google Shape;966;p123"/>
              <p:cNvCxnSpPr/>
              <p:nvPr/>
            </p:nvCxnSpPr>
            <p:spPr>
              <a:xfrm>
                <a:off x="2813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67" name="Google Shape;967;p123"/>
              <p:cNvCxnSpPr/>
              <p:nvPr/>
            </p:nvCxnSpPr>
            <p:spPr>
              <a:xfrm>
                <a:off x="3507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68" name="Google Shape;968;p123"/>
              <p:cNvCxnSpPr/>
              <p:nvPr/>
            </p:nvCxnSpPr>
            <p:spPr>
              <a:xfrm>
                <a:off x="4212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69" name="Google Shape;969;p123"/>
              <p:cNvCxnSpPr/>
              <p:nvPr/>
            </p:nvCxnSpPr>
            <p:spPr>
              <a:xfrm>
                <a:off x="49214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70" name="Google Shape;970;p123"/>
              <p:cNvCxnSpPr/>
              <p:nvPr/>
            </p:nvCxnSpPr>
            <p:spPr>
              <a:xfrm>
                <a:off x="56152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71" name="Google Shape;971;p123"/>
              <p:cNvCxnSpPr/>
              <p:nvPr/>
            </p:nvCxnSpPr>
            <p:spPr>
              <a:xfrm>
                <a:off x="63207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72" name="Google Shape;972;p123"/>
              <p:cNvCxnSpPr/>
              <p:nvPr/>
            </p:nvCxnSpPr>
            <p:spPr>
              <a:xfrm>
                <a:off x="7039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73" name="Google Shape;973;p123"/>
              <p:cNvCxnSpPr/>
              <p:nvPr/>
            </p:nvCxnSpPr>
            <p:spPr>
              <a:xfrm>
                <a:off x="7733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74" name="Google Shape;974;p123"/>
              <p:cNvCxnSpPr/>
              <p:nvPr/>
            </p:nvCxnSpPr>
            <p:spPr>
              <a:xfrm>
                <a:off x="8438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75" name="Google Shape;975;p123"/>
              <p:cNvCxnSpPr/>
              <p:nvPr/>
            </p:nvCxnSpPr>
            <p:spPr>
              <a:xfrm>
                <a:off x="11750" y="482125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76" name="Google Shape;976;p123"/>
              <p:cNvCxnSpPr/>
              <p:nvPr/>
            </p:nvCxnSpPr>
            <p:spPr>
              <a:xfrm>
                <a:off x="11750" y="935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77" name="Google Shape;977;p123"/>
              <p:cNvCxnSpPr/>
              <p:nvPr/>
            </p:nvCxnSpPr>
            <p:spPr>
              <a:xfrm>
                <a:off x="11750" y="14028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78" name="Google Shape;978;p123"/>
              <p:cNvCxnSpPr/>
              <p:nvPr/>
            </p:nvCxnSpPr>
            <p:spPr>
              <a:xfrm>
                <a:off x="11750" y="1870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79" name="Google Shape;979;p123"/>
              <p:cNvCxnSpPr/>
              <p:nvPr/>
            </p:nvCxnSpPr>
            <p:spPr>
              <a:xfrm>
                <a:off x="11750" y="23380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80" name="Google Shape;980;p123"/>
              <p:cNvCxnSpPr/>
              <p:nvPr/>
            </p:nvCxnSpPr>
            <p:spPr>
              <a:xfrm>
                <a:off x="11750" y="28056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81" name="Google Shape;981;p123"/>
              <p:cNvCxnSpPr/>
              <p:nvPr/>
            </p:nvCxnSpPr>
            <p:spPr>
              <a:xfrm>
                <a:off x="11750" y="3273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82" name="Google Shape;982;p123"/>
              <p:cNvCxnSpPr/>
              <p:nvPr/>
            </p:nvCxnSpPr>
            <p:spPr>
              <a:xfrm>
                <a:off x="11750" y="37479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83" name="Google Shape;983;p123"/>
              <p:cNvCxnSpPr/>
              <p:nvPr/>
            </p:nvCxnSpPr>
            <p:spPr>
              <a:xfrm>
                <a:off x="11750" y="4208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84" name="Google Shape;984;p123"/>
              <p:cNvCxnSpPr/>
              <p:nvPr/>
            </p:nvCxnSpPr>
            <p:spPr>
              <a:xfrm>
                <a:off x="11750" y="46688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985" name="Google Shape;985;p123"/>
            <p:cNvGrpSpPr/>
            <p:nvPr/>
          </p:nvGrpSpPr>
          <p:grpSpPr>
            <a:xfrm>
              <a:off x="4424426" y="-6300"/>
              <a:ext cx="4777902" cy="2703033"/>
              <a:chOff x="11750" y="-6290"/>
              <a:chExt cx="9125100" cy="5162400"/>
            </a:xfrm>
          </p:grpSpPr>
          <p:cxnSp>
            <p:nvCxnSpPr>
              <p:cNvPr id="986" name="Google Shape;986;p123"/>
              <p:cNvCxnSpPr/>
              <p:nvPr/>
            </p:nvCxnSpPr>
            <p:spPr>
              <a:xfrm>
                <a:off x="7055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87" name="Google Shape;987;p123"/>
              <p:cNvCxnSpPr/>
              <p:nvPr/>
            </p:nvCxnSpPr>
            <p:spPr>
              <a:xfrm>
                <a:off x="13993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88" name="Google Shape;988;p123"/>
              <p:cNvCxnSpPr/>
              <p:nvPr/>
            </p:nvCxnSpPr>
            <p:spPr>
              <a:xfrm>
                <a:off x="21049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89" name="Google Shape;989;p123"/>
              <p:cNvCxnSpPr/>
              <p:nvPr/>
            </p:nvCxnSpPr>
            <p:spPr>
              <a:xfrm>
                <a:off x="2813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90" name="Google Shape;990;p123"/>
              <p:cNvCxnSpPr/>
              <p:nvPr/>
            </p:nvCxnSpPr>
            <p:spPr>
              <a:xfrm>
                <a:off x="3507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91" name="Google Shape;991;p123"/>
              <p:cNvCxnSpPr/>
              <p:nvPr/>
            </p:nvCxnSpPr>
            <p:spPr>
              <a:xfrm>
                <a:off x="4212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92" name="Google Shape;992;p123"/>
              <p:cNvCxnSpPr/>
              <p:nvPr/>
            </p:nvCxnSpPr>
            <p:spPr>
              <a:xfrm>
                <a:off x="49214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93" name="Google Shape;993;p123"/>
              <p:cNvCxnSpPr/>
              <p:nvPr/>
            </p:nvCxnSpPr>
            <p:spPr>
              <a:xfrm>
                <a:off x="56152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94" name="Google Shape;994;p123"/>
              <p:cNvCxnSpPr/>
              <p:nvPr/>
            </p:nvCxnSpPr>
            <p:spPr>
              <a:xfrm>
                <a:off x="63207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95" name="Google Shape;995;p123"/>
              <p:cNvCxnSpPr/>
              <p:nvPr/>
            </p:nvCxnSpPr>
            <p:spPr>
              <a:xfrm>
                <a:off x="7039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96" name="Google Shape;996;p123"/>
              <p:cNvCxnSpPr/>
              <p:nvPr/>
            </p:nvCxnSpPr>
            <p:spPr>
              <a:xfrm>
                <a:off x="7733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97" name="Google Shape;997;p123"/>
              <p:cNvCxnSpPr/>
              <p:nvPr/>
            </p:nvCxnSpPr>
            <p:spPr>
              <a:xfrm>
                <a:off x="8438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98" name="Google Shape;998;p123"/>
              <p:cNvCxnSpPr/>
              <p:nvPr/>
            </p:nvCxnSpPr>
            <p:spPr>
              <a:xfrm>
                <a:off x="11750" y="482125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99" name="Google Shape;999;p123"/>
              <p:cNvCxnSpPr/>
              <p:nvPr/>
            </p:nvCxnSpPr>
            <p:spPr>
              <a:xfrm>
                <a:off x="11750" y="935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00" name="Google Shape;1000;p123"/>
              <p:cNvCxnSpPr/>
              <p:nvPr/>
            </p:nvCxnSpPr>
            <p:spPr>
              <a:xfrm>
                <a:off x="11750" y="14028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01" name="Google Shape;1001;p123"/>
              <p:cNvCxnSpPr/>
              <p:nvPr/>
            </p:nvCxnSpPr>
            <p:spPr>
              <a:xfrm>
                <a:off x="11750" y="1870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02" name="Google Shape;1002;p123"/>
              <p:cNvCxnSpPr/>
              <p:nvPr/>
            </p:nvCxnSpPr>
            <p:spPr>
              <a:xfrm>
                <a:off x="11750" y="23380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03" name="Google Shape;1003;p123"/>
              <p:cNvCxnSpPr/>
              <p:nvPr/>
            </p:nvCxnSpPr>
            <p:spPr>
              <a:xfrm>
                <a:off x="11750" y="28056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04" name="Google Shape;1004;p123"/>
              <p:cNvCxnSpPr/>
              <p:nvPr/>
            </p:nvCxnSpPr>
            <p:spPr>
              <a:xfrm>
                <a:off x="11750" y="3273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05" name="Google Shape;1005;p123"/>
              <p:cNvCxnSpPr/>
              <p:nvPr/>
            </p:nvCxnSpPr>
            <p:spPr>
              <a:xfrm>
                <a:off x="11750" y="37479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06" name="Google Shape;1006;p123"/>
              <p:cNvCxnSpPr/>
              <p:nvPr/>
            </p:nvCxnSpPr>
            <p:spPr>
              <a:xfrm>
                <a:off x="11750" y="4208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07" name="Google Shape;1007;p123"/>
              <p:cNvCxnSpPr/>
              <p:nvPr/>
            </p:nvCxnSpPr>
            <p:spPr>
              <a:xfrm>
                <a:off x="11750" y="46688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1008" name="Google Shape;1008;p123"/>
            <p:cNvGrpSpPr/>
            <p:nvPr/>
          </p:nvGrpSpPr>
          <p:grpSpPr>
            <a:xfrm>
              <a:off x="4424426" y="2440707"/>
              <a:ext cx="4777902" cy="2703033"/>
              <a:chOff x="11750" y="-6290"/>
              <a:chExt cx="9125100" cy="5162400"/>
            </a:xfrm>
          </p:grpSpPr>
          <p:cxnSp>
            <p:nvCxnSpPr>
              <p:cNvPr id="1009" name="Google Shape;1009;p123"/>
              <p:cNvCxnSpPr/>
              <p:nvPr/>
            </p:nvCxnSpPr>
            <p:spPr>
              <a:xfrm>
                <a:off x="7055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10" name="Google Shape;1010;p123"/>
              <p:cNvCxnSpPr/>
              <p:nvPr/>
            </p:nvCxnSpPr>
            <p:spPr>
              <a:xfrm>
                <a:off x="13993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11" name="Google Shape;1011;p123"/>
              <p:cNvCxnSpPr/>
              <p:nvPr/>
            </p:nvCxnSpPr>
            <p:spPr>
              <a:xfrm>
                <a:off x="21049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12" name="Google Shape;1012;p123"/>
              <p:cNvCxnSpPr/>
              <p:nvPr/>
            </p:nvCxnSpPr>
            <p:spPr>
              <a:xfrm>
                <a:off x="2813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13" name="Google Shape;1013;p123"/>
              <p:cNvCxnSpPr/>
              <p:nvPr/>
            </p:nvCxnSpPr>
            <p:spPr>
              <a:xfrm>
                <a:off x="3507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14" name="Google Shape;1014;p123"/>
              <p:cNvCxnSpPr/>
              <p:nvPr/>
            </p:nvCxnSpPr>
            <p:spPr>
              <a:xfrm>
                <a:off x="4212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15" name="Google Shape;1015;p123"/>
              <p:cNvCxnSpPr/>
              <p:nvPr/>
            </p:nvCxnSpPr>
            <p:spPr>
              <a:xfrm>
                <a:off x="49214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16" name="Google Shape;1016;p123"/>
              <p:cNvCxnSpPr/>
              <p:nvPr/>
            </p:nvCxnSpPr>
            <p:spPr>
              <a:xfrm>
                <a:off x="56152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17" name="Google Shape;1017;p123"/>
              <p:cNvCxnSpPr/>
              <p:nvPr/>
            </p:nvCxnSpPr>
            <p:spPr>
              <a:xfrm>
                <a:off x="63207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18" name="Google Shape;1018;p123"/>
              <p:cNvCxnSpPr/>
              <p:nvPr/>
            </p:nvCxnSpPr>
            <p:spPr>
              <a:xfrm>
                <a:off x="7039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19" name="Google Shape;1019;p123"/>
              <p:cNvCxnSpPr/>
              <p:nvPr/>
            </p:nvCxnSpPr>
            <p:spPr>
              <a:xfrm>
                <a:off x="7733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20" name="Google Shape;1020;p123"/>
              <p:cNvCxnSpPr/>
              <p:nvPr/>
            </p:nvCxnSpPr>
            <p:spPr>
              <a:xfrm>
                <a:off x="8438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21" name="Google Shape;1021;p123"/>
              <p:cNvCxnSpPr/>
              <p:nvPr/>
            </p:nvCxnSpPr>
            <p:spPr>
              <a:xfrm>
                <a:off x="11750" y="482125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22" name="Google Shape;1022;p123"/>
              <p:cNvCxnSpPr/>
              <p:nvPr/>
            </p:nvCxnSpPr>
            <p:spPr>
              <a:xfrm>
                <a:off x="11750" y="935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23" name="Google Shape;1023;p123"/>
              <p:cNvCxnSpPr/>
              <p:nvPr/>
            </p:nvCxnSpPr>
            <p:spPr>
              <a:xfrm>
                <a:off x="11750" y="14028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24" name="Google Shape;1024;p123"/>
              <p:cNvCxnSpPr/>
              <p:nvPr/>
            </p:nvCxnSpPr>
            <p:spPr>
              <a:xfrm>
                <a:off x="11750" y="1870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25" name="Google Shape;1025;p123"/>
              <p:cNvCxnSpPr/>
              <p:nvPr/>
            </p:nvCxnSpPr>
            <p:spPr>
              <a:xfrm>
                <a:off x="11750" y="23380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26" name="Google Shape;1026;p123"/>
              <p:cNvCxnSpPr/>
              <p:nvPr/>
            </p:nvCxnSpPr>
            <p:spPr>
              <a:xfrm>
                <a:off x="11750" y="28056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27" name="Google Shape;1027;p123"/>
              <p:cNvCxnSpPr/>
              <p:nvPr/>
            </p:nvCxnSpPr>
            <p:spPr>
              <a:xfrm>
                <a:off x="11750" y="3273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28" name="Google Shape;1028;p123"/>
              <p:cNvCxnSpPr/>
              <p:nvPr/>
            </p:nvCxnSpPr>
            <p:spPr>
              <a:xfrm>
                <a:off x="11750" y="37479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29" name="Google Shape;1029;p123"/>
              <p:cNvCxnSpPr/>
              <p:nvPr/>
            </p:nvCxnSpPr>
            <p:spPr>
              <a:xfrm>
                <a:off x="11750" y="4208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30" name="Google Shape;1030;p123"/>
              <p:cNvCxnSpPr/>
              <p:nvPr/>
            </p:nvCxnSpPr>
            <p:spPr>
              <a:xfrm>
                <a:off x="11750" y="46688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</p:grpSp>
      <p:sp>
        <p:nvSpPr>
          <p:cNvPr id="1031" name="Google Shape;1031;p123"/>
          <p:cNvSpPr txBox="1"/>
          <p:nvPr>
            <p:ph type="title"/>
          </p:nvPr>
        </p:nvSpPr>
        <p:spPr>
          <a:xfrm>
            <a:off x="1081850" y="1719900"/>
            <a:ext cx="6984900" cy="169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Font typeface="Anton"/>
              <a:buNone/>
              <a:defRPr sz="6000"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2" name="Google Shape;1032;p123"/>
          <p:cNvSpPr txBox="1"/>
          <p:nvPr>
            <p:ph idx="2" type="title"/>
          </p:nvPr>
        </p:nvSpPr>
        <p:spPr>
          <a:xfrm rot="-54379">
            <a:off x="5015453" y="3227438"/>
            <a:ext cx="1517290" cy="301238"/>
          </a:xfrm>
          <a:prstGeom prst="rect">
            <a:avLst/>
          </a:prstGeom>
          <a:solidFill>
            <a:schemeClr val="accent3"/>
          </a:solidFill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Manrope ExtraBold"/>
              <a:buNone/>
              <a:defRPr b="0" sz="1000"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300"/>
              <a:buFont typeface="Manrope ExtraBold"/>
              <a:buNone/>
              <a:defRPr sz="1300">
                <a:latin typeface="Manrope ExtraBold"/>
                <a:ea typeface="Manrope ExtraBold"/>
                <a:cs typeface="Manrope ExtraBold"/>
                <a:sym typeface="Manrope Extra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300"/>
              <a:buFont typeface="Manrope ExtraBold"/>
              <a:buNone/>
              <a:defRPr sz="1300">
                <a:latin typeface="Manrope ExtraBold"/>
                <a:ea typeface="Manrope ExtraBold"/>
                <a:cs typeface="Manrope ExtraBold"/>
                <a:sym typeface="Manrope Extra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300"/>
              <a:buFont typeface="Manrope ExtraBold"/>
              <a:buNone/>
              <a:defRPr sz="1300">
                <a:latin typeface="Manrope ExtraBold"/>
                <a:ea typeface="Manrope ExtraBold"/>
                <a:cs typeface="Manrope ExtraBold"/>
                <a:sym typeface="Manrope Extra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300"/>
              <a:buFont typeface="Manrope ExtraBold"/>
              <a:buNone/>
              <a:defRPr sz="1300">
                <a:latin typeface="Manrope ExtraBold"/>
                <a:ea typeface="Manrope ExtraBold"/>
                <a:cs typeface="Manrope ExtraBold"/>
                <a:sym typeface="Manrope Extra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300"/>
              <a:buFont typeface="Manrope ExtraBold"/>
              <a:buNone/>
              <a:defRPr sz="1300">
                <a:latin typeface="Manrope ExtraBold"/>
                <a:ea typeface="Manrope ExtraBold"/>
                <a:cs typeface="Manrope ExtraBold"/>
                <a:sym typeface="Manrope Extra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300"/>
              <a:buFont typeface="Manrope ExtraBold"/>
              <a:buNone/>
              <a:defRPr sz="1300">
                <a:latin typeface="Manrope ExtraBold"/>
                <a:ea typeface="Manrope ExtraBold"/>
                <a:cs typeface="Manrope ExtraBold"/>
                <a:sym typeface="Manrope Extra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300"/>
              <a:buFont typeface="Manrope ExtraBold"/>
              <a:buNone/>
              <a:defRPr sz="1300">
                <a:latin typeface="Manrope ExtraBold"/>
                <a:ea typeface="Manrope ExtraBold"/>
                <a:cs typeface="Manrope ExtraBold"/>
                <a:sym typeface="Manrope Extra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300"/>
              <a:buFont typeface="Manrope ExtraBold"/>
              <a:buNone/>
              <a:defRPr sz="1300">
                <a:latin typeface="Manrope ExtraBold"/>
                <a:ea typeface="Manrope ExtraBold"/>
                <a:cs typeface="Manrope ExtraBold"/>
                <a:sym typeface="Manrope ExtraBold"/>
              </a:defRPr>
            </a:lvl9pPr>
          </a:lstStyle>
          <a:p/>
        </p:txBody>
      </p:sp>
      <p:sp>
        <p:nvSpPr>
          <p:cNvPr id="1033" name="Google Shape;1033;p123"/>
          <p:cNvSpPr txBox="1"/>
          <p:nvPr>
            <p:ph idx="1" type="body"/>
          </p:nvPr>
        </p:nvSpPr>
        <p:spPr>
          <a:xfrm>
            <a:off x="2422100" y="4170725"/>
            <a:ext cx="4304400" cy="43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SzPts val="1000"/>
              <a:buFont typeface="Manrope Light"/>
              <a:buChar char="●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1pPr>
            <a:lvl2pPr indent="-292100" lvl="1" marL="914400" algn="ctr">
              <a:spcBef>
                <a:spcPts val="800"/>
              </a:spcBef>
              <a:spcAft>
                <a:spcPts val="0"/>
              </a:spcAft>
              <a:buSzPts val="1000"/>
              <a:buFont typeface="Manrope Light"/>
              <a:buChar char="○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2pPr>
            <a:lvl3pPr indent="-292100" lvl="2" marL="1371600" algn="ctr">
              <a:spcBef>
                <a:spcPts val="800"/>
              </a:spcBef>
              <a:spcAft>
                <a:spcPts val="0"/>
              </a:spcAft>
              <a:buSzPts val="1000"/>
              <a:buFont typeface="Manrope Light"/>
              <a:buChar char="■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3pPr>
            <a:lvl4pPr indent="-292100" lvl="3" marL="1828800" algn="ctr">
              <a:spcBef>
                <a:spcPts val="800"/>
              </a:spcBef>
              <a:spcAft>
                <a:spcPts val="0"/>
              </a:spcAft>
              <a:buSzPts val="1000"/>
              <a:buFont typeface="Manrope Light"/>
              <a:buChar char="●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4pPr>
            <a:lvl5pPr indent="-292100" lvl="4" marL="2286000" algn="ctr">
              <a:spcBef>
                <a:spcPts val="800"/>
              </a:spcBef>
              <a:spcAft>
                <a:spcPts val="0"/>
              </a:spcAft>
              <a:buSzPts val="1000"/>
              <a:buFont typeface="Manrope Light"/>
              <a:buChar char="○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5pPr>
            <a:lvl6pPr indent="-292100" lvl="5" marL="2743200" algn="ctr">
              <a:spcBef>
                <a:spcPts val="800"/>
              </a:spcBef>
              <a:spcAft>
                <a:spcPts val="0"/>
              </a:spcAft>
              <a:buSzPts val="1000"/>
              <a:buFont typeface="Manrope Light"/>
              <a:buChar char="■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6pPr>
            <a:lvl7pPr indent="-292100" lvl="6" marL="3200400" algn="ctr">
              <a:spcBef>
                <a:spcPts val="800"/>
              </a:spcBef>
              <a:spcAft>
                <a:spcPts val="0"/>
              </a:spcAft>
              <a:buSzPts val="1000"/>
              <a:buFont typeface="Manrope Light"/>
              <a:buChar char="●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7pPr>
            <a:lvl8pPr indent="-292100" lvl="7" marL="3657600" algn="ctr">
              <a:spcBef>
                <a:spcPts val="800"/>
              </a:spcBef>
              <a:spcAft>
                <a:spcPts val="0"/>
              </a:spcAft>
              <a:buSzPts val="1000"/>
              <a:buFont typeface="Manrope Light"/>
              <a:buChar char="○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8pPr>
            <a:lvl9pPr indent="-292100" lvl="8" marL="4114800" algn="ctr">
              <a:spcBef>
                <a:spcPts val="800"/>
              </a:spcBef>
              <a:spcAft>
                <a:spcPts val="800"/>
              </a:spcAft>
              <a:buSzPts val="1000"/>
              <a:buFont typeface="Manrope Light"/>
              <a:buChar char="■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9pPr>
          </a:lstStyle>
          <a:p/>
        </p:txBody>
      </p:sp>
      <p:sp>
        <p:nvSpPr>
          <p:cNvPr id="1034" name="Google Shape;1034;p123"/>
          <p:cNvSpPr txBox="1"/>
          <p:nvPr>
            <p:ph idx="3" type="title"/>
          </p:nvPr>
        </p:nvSpPr>
        <p:spPr>
          <a:xfrm rot="-555761">
            <a:off x="6594632" y="3130269"/>
            <a:ext cx="1047458" cy="301246"/>
          </a:xfrm>
          <a:prstGeom prst="rect">
            <a:avLst/>
          </a:prstGeom>
          <a:solidFill>
            <a:schemeClr val="lt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Manrope ExtraBold"/>
              <a:buNone/>
              <a:defRPr b="0" sz="1000"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300"/>
              <a:buFont typeface="Manrope ExtraBold"/>
              <a:buNone/>
              <a:defRPr sz="1300">
                <a:latin typeface="Manrope ExtraBold"/>
                <a:ea typeface="Manrope ExtraBold"/>
                <a:cs typeface="Manrope ExtraBold"/>
                <a:sym typeface="Manrope Extra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300"/>
              <a:buFont typeface="Manrope ExtraBold"/>
              <a:buNone/>
              <a:defRPr sz="1300">
                <a:latin typeface="Manrope ExtraBold"/>
                <a:ea typeface="Manrope ExtraBold"/>
                <a:cs typeface="Manrope ExtraBold"/>
                <a:sym typeface="Manrope Extra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300"/>
              <a:buFont typeface="Manrope ExtraBold"/>
              <a:buNone/>
              <a:defRPr sz="1300">
                <a:latin typeface="Manrope ExtraBold"/>
                <a:ea typeface="Manrope ExtraBold"/>
                <a:cs typeface="Manrope ExtraBold"/>
                <a:sym typeface="Manrope Extra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300"/>
              <a:buFont typeface="Manrope ExtraBold"/>
              <a:buNone/>
              <a:defRPr sz="1300">
                <a:latin typeface="Manrope ExtraBold"/>
                <a:ea typeface="Manrope ExtraBold"/>
                <a:cs typeface="Manrope ExtraBold"/>
                <a:sym typeface="Manrope Extra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300"/>
              <a:buFont typeface="Manrope ExtraBold"/>
              <a:buNone/>
              <a:defRPr sz="1300">
                <a:latin typeface="Manrope ExtraBold"/>
                <a:ea typeface="Manrope ExtraBold"/>
                <a:cs typeface="Manrope ExtraBold"/>
                <a:sym typeface="Manrope Extra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300"/>
              <a:buFont typeface="Manrope ExtraBold"/>
              <a:buNone/>
              <a:defRPr sz="1300">
                <a:latin typeface="Manrope ExtraBold"/>
                <a:ea typeface="Manrope ExtraBold"/>
                <a:cs typeface="Manrope ExtraBold"/>
                <a:sym typeface="Manrope Extra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300"/>
              <a:buFont typeface="Manrope ExtraBold"/>
              <a:buNone/>
              <a:defRPr sz="1300">
                <a:latin typeface="Manrope ExtraBold"/>
                <a:ea typeface="Manrope ExtraBold"/>
                <a:cs typeface="Manrope ExtraBold"/>
                <a:sym typeface="Manrope Extra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300"/>
              <a:buFont typeface="Manrope ExtraBold"/>
              <a:buNone/>
              <a:defRPr sz="1300">
                <a:latin typeface="Manrope ExtraBold"/>
                <a:ea typeface="Manrope ExtraBold"/>
                <a:cs typeface="Manrope ExtraBold"/>
                <a:sym typeface="Manrope ExtraBold"/>
              </a:defRPr>
            </a:lvl9pPr>
          </a:lstStyle>
          <a:p/>
        </p:txBody>
      </p:sp>
      <p:sp>
        <p:nvSpPr>
          <p:cNvPr id="1035" name="Google Shape;1035;p123"/>
          <p:cNvSpPr txBox="1"/>
          <p:nvPr>
            <p:ph idx="4" type="subTitle"/>
          </p:nvPr>
        </p:nvSpPr>
        <p:spPr>
          <a:xfrm rot="-503039">
            <a:off x="2206578" y="1204399"/>
            <a:ext cx="2211838" cy="438184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Font typeface="Manrope"/>
              <a:buNone/>
              <a:defRPr b="1" sz="13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>
  <p:cSld name="BLANK_1">
    <p:bg>
      <p:bgPr>
        <a:solidFill>
          <a:schemeClr val="lt1"/>
        </a:solidFill>
      </p:bgPr>
    </p:bg>
    <p:spTree>
      <p:nvGrpSpPr>
        <p:cNvPr id="1036" name="Shape 10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7" name="Google Shape;1037;p124"/>
          <p:cNvSpPr/>
          <p:nvPr/>
        </p:nvSpPr>
        <p:spPr>
          <a:xfrm>
            <a:off x="0" y="0"/>
            <a:ext cx="9161700" cy="5143500"/>
          </a:xfrm>
          <a:prstGeom prst="snip1Rect">
            <a:avLst>
              <a:gd fmla="val 24161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038" name="Google Shape;1038;p124"/>
          <p:cNvSpPr txBox="1"/>
          <p:nvPr>
            <p:ph type="title"/>
          </p:nvPr>
        </p:nvSpPr>
        <p:spPr>
          <a:xfrm>
            <a:off x="460500" y="2025700"/>
            <a:ext cx="4703100" cy="18213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600"/>
              <a:buNone/>
              <a:defRPr b="0" sz="9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9" name="Google Shape;1039;p124"/>
          <p:cNvSpPr txBox="1"/>
          <p:nvPr>
            <p:ph idx="1" type="body"/>
          </p:nvPr>
        </p:nvSpPr>
        <p:spPr>
          <a:xfrm>
            <a:off x="460500" y="4085525"/>
            <a:ext cx="3501600" cy="59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1040" name="Google Shape;1040;p124"/>
          <p:cNvSpPr/>
          <p:nvPr/>
        </p:nvSpPr>
        <p:spPr>
          <a:xfrm>
            <a:off x="7735575" y="-10150"/>
            <a:ext cx="1428750" cy="1320800"/>
          </a:xfrm>
          <a:custGeom>
            <a:rect b="b" l="l" r="r" t="t"/>
            <a:pathLst>
              <a:path extrusionOk="0" h="52832" w="57150">
                <a:moveTo>
                  <a:pt x="4572" y="0"/>
                </a:moveTo>
                <a:lnTo>
                  <a:pt x="0" y="51308"/>
                </a:lnTo>
                <a:lnTo>
                  <a:pt x="57150" y="52832"/>
                </a:lnTo>
                <a:lnTo>
                  <a:pt x="57150" y="47752"/>
                </a:lnTo>
                <a:lnTo>
                  <a:pt x="914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</p:spTree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agenda">
  <p:cSld name="BLANK_1_1_1_1_1_1_1_1_1_1_1">
    <p:spTree>
      <p:nvGrpSpPr>
        <p:cNvPr id="1041" name="Shape 10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2" name="Google Shape;1042;p125"/>
          <p:cNvSpPr txBox="1"/>
          <p:nvPr>
            <p:ph idx="1" type="body"/>
          </p:nvPr>
        </p:nvSpPr>
        <p:spPr>
          <a:xfrm>
            <a:off x="925650" y="1204025"/>
            <a:ext cx="4028700" cy="367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23850" lvl="0" marL="45720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SzPts val="1500"/>
              <a:buFont typeface="Manrope Medium"/>
              <a:buChar char="●"/>
              <a:defRPr sz="15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323850" lvl="1" marL="91440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SzPts val="1500"/>
              <a:buFont typeface="Manrope Medium"/>
              <a:buChar char="○"/>
              <a:defRPr sz="15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323850" lvl="2" marL="137160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SzPts val="1500"/>
              <a:buFont typeface="Manrope Medium"/>
              <a:buChar char="■"/>
              <a:defRPr sz="15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323850" lvl="3" marL="182880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SzPts val="1500"/>
              <a:buFont typeface="Manrope Medium"/>
              <a:buChar char="●"/>
              <a:defRPr sz="15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323850" lvl="4" marL="228600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SzPts val="1500"/>
              <a:buFont typeface="Manrope Medium"/>
              <a:buChar char="○"/>
              <a:defRPr sz="15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323850" lvl="5" marL="274320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SzPts val="1500"/>
              <a:buFont typeface="Manrope Medium"/>
              <a:buChar char="■"/>
              <a:defRPr sz="15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323850" lvl="6" marL="320040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SzPts val="1500"/>
              <a:buFont typeface="Manrope Medium"/>
              <a:buChar char="●"/>
              <a:defRPr sz="15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323850" lvl="7" marL="365760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SzPts val="1500"/>
              <a:buFont typeface="Manrope Medium"/>
              <a:buChar char="○"/>
              <a:defRPr sz="15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323850" lvl="8" marL="411480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SzPts val="1500"/>
              <a:buFont typeface="Manrope Medium"/>
              <a:buChar char="■"/>
              <a:defRPr sz="15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grpSp>
        <p:nvGrpSpPr>
          <p:cNvPr id="1043" name="Google Shape;1043;p125"/>
          <p:cNvGrpSpPr/>
          <p:nvPr/>
        </p:nvGrpSpPr>
        <p:grpSpPr>
          <a:xfrm>
            <a:off x="-6750" y="576950"/>
            <a:ext cx="9144146" cy="4114800"/>
            <a:chOff x="-6750" y="576950"/>
            <a:chExt cx="9144146" cy="4114800"/>
          </a:xfrm>
        </p:grpSpPr>
        <p:cxnSp>
          <p:nvCxnSpPr>
            <p:cNvPr id="1044" name="Google Shape;1044;p125"/>
            <p:cNvCxnSpPr/>
            <p:nvPr/>
          </p:nvCxnSpPr>
          <p:spPr>
            <a:xfrm>
              <a:off x="-6750" y="576950"/>
              <a:ext cx="91374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45" name="Google Shape;1045;p125"/>
            <p:cNvCxnSpPr/>
            <p:nvPr/>
          </p:nvCxnSpPr>
          <p:spPr>
            <a:xfrm>
              <a:off x="-4" y="1091300"/>
              <a:ext cx="91374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46" name="Google Shape;1046;p125"/>
            <p:cNvCxnSpPr/>
            <p:nvPr/>
          </p:nvCxnSpPr>
          <p:spPr>
            <a:xfrm>
              <a:off x="-4" y="1605650"/>
              <a:ext cx="91374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47" name="Google Shape;1047;p125"/>
            <p:cNvCxnSpPr/>
            <p:nvPr/>
          </p:nvCxnSpPr>
          <p:spPr>
            <a:xfrm>
              <a:off x="-4" y="2120000"/>
              <a:ext cx="91374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48" name="Google Shape;1048;p125"/>
            <p:cNvCxnSpPr/>
            <p:nvPr/>
          </p:nvCxnSpPr>
          <p:spPr>
            <a:xfrm>
              <a:off x="-4" y="2634350"/>
              <a:ext cx="91374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49" name="Google Shape;1049;p125"/>
            <p:cNvCxnSpPr/>
            <p:nvPr/>
          </p:nvCxnSpPr>
          <p:spPr>
            <a:xfrm>
              <a:off x="-4" y="3148700"/>
              <a:ext cx="91374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50" name="Google Shape;1050;p125"/>
            <p:cNvCxnSpPr/>
            <p:nvPr/>
          </p:nvCxnSpPr>
          <p:spPr>
            <a:xfrm>
              <a:off x="-4" y="3663050"/>
              <a:ext cx="91374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51" name="Google Shape;1051;p125"/>
            <p:cNvCxnSpPr/>
            <p:nvPr/>
          </p:nvCxnSpPr>
          <p:spPr>
            <a:xfrm>
              <a:off x="-4" y="4177400"/>
              <a:ext cx="91374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52" name="Google Shape;1052;p125"/>
            <p:cNvCxnSpPr/>
            <p:nvPr/>
          </p:nvCxnSpPr>
          <p:spPr>
            <a:xfrm>
              <a:off x="-4" y="4691750"/>
              <a:ext cx="91374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cxnSp>
        <p:nvCxnSpPr>
          <p:cNvPr id="1053" name="Google Shape;1053;p125"/>
          <p:cNvCxnSpPr/>
          <p:nvPr/>
        </p:nvCxnSpPr>
        <p:spPr>
          <a:xfrm>
            <a:off x="7103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54" name="Google Shape;1054;p125"/>
          <p:cNvCxnSpPr/>
          <p:nvPr/>
        </p:nvCxnSpPr>
        <p:spPr>
          <a:xfrm>
            <a:off x="664825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55" name="Google Shape;1055;p125"/>
          <p:cNvSpPr/>
          <p:nvPr/>
        </p:nvSpPr>
        <p:spPr>
          <a:xfrm>
            <a:off x="245425" y="1542047"/>
            <a:ext cx="132600" cy="127200"/>
          </a:xfrm>
          <a:prstGeom prst="ellipse">
            <a:avLst/>
          </a:prstGeom>
          <a:solidFill>
            <a:schemeClr val="accent5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056" name="Google Shape;1056;p125"/>
          <p:cNvSpPr/>
          <p:nvPr/>
        </p:nvSpPr>
        <p:spPr>
          <a:xfrm>
            <a:off x="245425" y="3599460"/>
            <a:ext cx="132600" cy="127200"/>
          </a:xfrm>
          <a:prstGeom prst="ellipse">
            <a:avLst/>
          </a:prstGeom>
          <a:solidFill>
            <a:schemeClr val="accent5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057" name="Google Shape;1057;p125"/>
          <p:cNvSpPr txBox="1"/>
          <p:nvPr>
            <p:ph type="title"/>
          </p:nvPr>
        </p:nvSpPr>
        <p:spPr>
          <a:xfrm rot="-289081">
            <a:off x="587746" y="495097"/>
            <a:ext cx="2100221" cy="569601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Font typeface="Anton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ext Quarter's Goals">
  <p:cSld name="CUSTOM_1_1_3_1_1">
    <p:spTree>
      <p:nvGrpSpPr>
        <p:cNvPr id="1058" name="Shape 10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59" name="Google Shape;1059;p126"/>
          <p:cNvGrpSpPr/>
          <p:nvPr/>
        </p:nvGrpSpPr>
        <p:grpSpPr>
          <a:xfrm>
            <a:off x="392964" y="576950"/>
            <a:ext cx="8764835" cy="4114800"/>
            <a:chOff x="374175" y="576950"/>
            <a:chExt cx="8783280" cy="4114800"/>
          </a:xfrm>
        </p:grpSpPr>
        <p:cxnSp>
          <p:nvCxnSpPr>
            <p:cNvPr id="1060" name="Google Shape;1060;p126"/>
            <p:cNvCxnSpPr/>
            <p:nvPr/>
          </p:nvCxnSpPr>
          <p:spPr>
            <a:xfrm>
              <a:off x="374175" y="5769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61" name="Google Shape;1061;p126"/>
            <p:cNvCxnSpPr/>
            <p:nvPr/>
          </p:nvCxnSpPr>
          <p:spPr>
            <a:xfrm>
              <a:off x="380655" y="11103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62" name="Google Shape;1062;p126"/>
            <p:cNvCxnSpPr/>
            <p:nvPr/>
          </p:nvCxnSpPr>
          <p:spPr>
            <a:xfrm>
              <a:off x="380655" y="16437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63" name="Google Shape;1063;p126"/>
            <p:cNvCxnSpPr/>
            <p:nvPr/>
          </p:nvCxnSpPr>
          <p:spPr>
            <a:xfrm>
              <a:off x="380655" y="21009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64" name="Google Shape;1064;p126"/>
            <p:cNvCxnSpPr/>
            <p:nvPr/>
          </p:nvCxnSpPr>
          <p:spPr>
            <a:xfrm>
              <a:off x="380655" y="26343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65" name="Google Shape;1065;p126"/>
            <p:cNvCxnSpPr/>
            <p:nvPr/>
          </p:nvCxnSpPr>
          <p:spPr>
            <a:xfrm>
              <a:off x="380655" y="31677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66" name="Google Shape;1066;p126"/>
            <p:cNvCxnSpPr/>
            <p:nvPr/>
          </p:nvCxnSpPr>
          <p:spPr>
            <a:xfrm>
              <a:off x="380655" y="36249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67" name="Google Shape;1067;p126"/>
            <p:cNvCxnSpPr/>
            <p:nvPr/>
          </p:nvCxnSpPr>
          <p:spPr>
            <a:xfrm>
              <a:off x="380655" y="41583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68" name="Google Shape;1068;p126"/>
            <p:cNvCxnSpPr/>
            <p:nvPr/>
          </p:nvCxnSpPr>
          <p:spPr>
            <a:xfrm>
              <a:off x="380655" y="46917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cxnSp>
        <p:nvCxnSpPr>
          <p:cNvPr id="1069" name="Google Shape;1069;p126"/>
          <p:cNvCxnSpPr/>
          <p:nvPr/>
        </p:nvCxnSpPr>
        <p:spPr>
          <a:xfrm>
            <a:off x="392950" y="-20266"/>
            <a:ext cx="0" cy="51657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070" name="Google Shape;1070;p126"/>
          <p:cNvGrpSpPr/>
          <p:nvPr/>
        </p:nvGrpSpPr>
        <p:grpSpPr>
          <a:xfrm>
            <a:off x="114421" y="175123"/>
            <a:ext cx="134104" cy="4750255"/>
            <a:chOff x="114421" y="175123"/>
            <a:chExt cx="134104" cy="4750255"/>
          </a:xfrm>
        </p:grpSpPr>
        <p:grpSp>
          <p:nvGrpSpPr>
            <p:cNvPr id="1071" name="Google Shape;1071;p126"/>
            <p:cNvGrpSpPr/>
            <p:nvPr/>
          </p:nvGrpSpPr>
          <p:grpSpPr>
            <a:xfrm>
              <a:off x="114421" y="175123"/>
              <a:ext cx="134104" cy="4334807"/>
              <a:chOff x="5432271" y="383100"/>
              <a:chExt cx="137854" cy="4456010"/>
            </a:xfrm>
          </p:grpSpPr>
          <p:grpSp>
            <p:nvGrpSpPr>
              <p:cNvPr id="1072" name="Google Shape;1072;p126"/>
              <p:cNvGrpSpPr/>
              <p:nvPr/>
            </p:nvGrpSpPr>
            <p:grpSpPr>
              <a:xfrm>
                <a:off x="5432271" y="383100"/>
                <a:ext cx="137854" cy="981668"/>
                <a:chOff x="5432271" y="383100"/>
                <a:chExt cx="137854" cy="981668"/>
              </a:xfrm>
            </p:grpSpPr>
            <p:sp>
              <p:nvSpPr>
                <p:cNvPr id="1073" name="Google Shape;1073;p126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074" name="Google Shape;1074;p126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075" name="Google Shape;1075;p126"/>
                <p:cNvSpPr/>
                <p:nvPr/>
              </p:nvSpPr>
              <p:spPr>
                <a:xfrm>
                  <a:off x="5433925" y="1233968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1076" name="Google Shape;1076;p126"/>
              <p:cNvGrpSpPr/>
              <p:nvPr/>
            </p:nvGrpSpPr>
            <p:grpSpPr>
              <a:xfrm>
                <a:off x="5432271" y="1678500"/>
                <a:ext cx="137854" cy="981668"/>
                <a:chOff x="5432271" y="383100"/>
                <a:chExt cx="137854" cy="981668"/>
              </a:xfrm>
            </p:grpSpPr>
            <p:sp>
              <p:nvSpPr>
                <p:cNvPr id="1077" name="Google Shape;1077;p126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078" name="Google Shape;1078;p126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079" name="Google Shape;1079;p126"/>
                <p:cNvSpPr/>
                <p:nvPr/>
              </p:nvSpPr>
              <p:spPr>
                <a:xfrm>
                  <a:off x="5433925" y="1233968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1080" name="Google Shape;1080;p126"/>
              <p:cNvGrpSpPr/>
              <p:nvPr/>
            </p:nvGrpSpPr>
            <p:grpSpPr>
              <a:xfrm>
                <a:off x="5432271" y="2973900"/>
                <a:ext cx="137854" cy="981668"/>
                <a:chOff x="5432271" y="383100"/>
                <a:chExt cx="137854" cy="981668"/>
              </a:xfrm>
            </p:grpSpPr>
            <p:sp>
              <p:nvSpPr>
                <p:cNvPr id="1081" name="Google Shape;1081;p126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082" name="Google Shape;1082;p126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083" name="Google Shape;1083;p126"/>
                <p:cNvSpPr/>
                <p:nvPr/>
              </p:nvSpPr>
              <p:spPr>
                <a:xfrm>
                  <a:off x="5433925" y="1233968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1084" name="Google Shape;1084;p126"/>
              <p:cNvGrpSpPr/>
              <p:nvPr/>
            </p:nvGrpSpPr>
            <p:grpSpPr>
              <a:xfrm>
                <a:off x="5432271" y="4269300"/>
                <a:ext cx="137854" cy="569810"/>
                <a:chOff x="5432271" y="383100"/>
                <a:chExt cx="137854" cy="569810"/>
              </a:xfrm>
            </p:grpSpPr>
            <p:sp>
              <p:nvSpPr>
                <p:cNvPr id="1085" name="Google Shape;1085;p126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086" name="Google Shape;1086;p126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  <p:sp>
          <p:nvSpPr>
            <p:cNvPr id="1087" name="Google Shape;1087;p126"/>
            <p:cNvSpPr/>
            <p:nvPr/>
          </p:nvSpPr>
          <p:spPr>
            <a:xfrm>
              <a:off x="115150" y="4798178"/>
              <a:ext cx="132600" cy="127200"/>
            </a:xfrm>
            <a:prstGeom prst="ellipse">
              <a:avLst/>
            </a:pr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</p:grpSp>
      <p:sp>
        <p:nvSpPr>
          <p:cNvPr id="1088" name="Google Shape;1088;p126"/>
          <p:cNvSpPr txBox="1"/>
          <p:nvPr>
            <p:ph type="title"/>
          </p:nvPr>
        </p:nvSpPr>
        <p:spPr>
          <a:xfrm>
            <a:off x="513300" y="419950"/>
            <a:ext cx="2641500" cy="101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1089" name="Google Shape;1089;p126"/>
          <p:cNvSpPr txBox="1"/>
          <p:nvPr>
            <p:ph idx="1" type="body"/>
          </p:nvPr>
        </p:nvSpPr>
        <p:spPr>
          <a:xfrm>
            <a:off x="3993050" y="2658175"/>
            <a:ext cx="4312800" cy="1011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1090" name="Google Shape;1090;p126"/>
          <p:cNvSpPr txBox="1"/>
          <p:nvPr>
            <p:ph idx="2" type="body"/>
          </p:nvPr>
        </p:nvSpPr>
        <p:spPr>
          <a:xfrm>
            <a:off x="3993050" y="3668450"/>
            <a:ext cx="4312800" cy="1011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1091" name="Google Shape;1091;p126"/>
          <p:cNvSpPr txBox="1"/>
          <p:nvPr>
            <p:ph idx="3" type="body"/>
          </p:nvPr>
        </p:nvSpPr>
        <p:spPr>
          <a:xfrm>
            <a:off x="3993050" y="1644550"/>
            <a:ext cx="4312800" cy="1011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1092" name="Google Shape;1092;p126"/>
          <p:cNvSpPr txBox="1"/>
          <p:nvPr>
            <p:ph idx="4" type="title"/>
          </p:nvPr>
        </p:nvSpPr>
        <p:spPr>
          <a:xfrm>
            <a:off x="1075800" y="2925625"/>
            <a:ext cx="2917200" cy="47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b="0" sz="19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9pPr>
          </a:lstStyle>
          <a:p/>
        </p:txBody>
      </p:sp>
      <p:sp>
        <p:nvSpPr>
          <p:cNvPr id="1093" name="Google Shape;1093;p126"/>
          <p:cNvSpPr txBox="1"/>
          <p:nvPr>
            <p:ph idx="5" type="title"/>
          </p:nvPr>
        </p:nvSpPr>
        <p:spPr>
          <a:xfrm>
            <a:off x="1075800" y="3935900"/>
            <a:ext cx="2917200" cy="47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b="0" sz="19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9pPr>
          </a:lstStyle>
          <a:p/>
        </p:txBody>
      </p:sp>
      <p:sp>
        <p:nvSpPr>
          <p:cNvPr id="1094" name="Google Shape;1094;p126"/>
          <p:cNvSpPr txBox="1"/>
          <p:nvPr>
            <p:ph idx="6" type="title"/>
          </p:nvPr>
        </p:nvSpPr>
        <p:spPr>
          <a:xfrm>
            <a:off x="1075800" y="1912000"/>
            <a:ext cx="2917200" cy="47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b="0" sz="19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9pPr>
          </a:lstStyle>
          <a:p/>
        </p:txBody>
      </p:sp>
      <p:sp>
        <p:nvSpPr>
          <p:cNvPr id="1095" name="Google Shape;1095;p126"/>
          <p:cNvSpPr txBox="1"/>
          <p:nvPr>
            <p:ph idx="7" type="title"/>
          </p:nvPr>
        </p:nvSpPr>
        <p:spPr>
          <a:xfrm>
            <a:off x="543400" y="1912000"/>
            <a:ext cx="472800" cy="47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b="0" sz="18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1096" name="Google Shape;1096;p126"/>
          <p:cNvSpPr txBox="1"/>
          <p:nvPr>
            <p:ph idx="8" type="title"/>
          </p:nvPr>
        </p:nvSpPr>
        <p:spPr>
          <a:xfrm>
            <a:off x="543400" y="2925625"/>
            <a:ext cx="472800" cy="47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b="0" sz="18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1097" name="Google Shape;1097;p126"/>
          <p:cNvSpPr txBox="1"/>
          <p:nvPr>
            <p:ph idx="9" type="title"/>
          </p:nvPr>
        </p:nvSpPr>
        <p:spPr>
          <a:xfrm>
            <a:off x="543400" y="3935900"/>
            <a:ext cx="472800" cy="47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b="0" sz="18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ext Steps">
  <p:cSld name="CUSTOM_1_1_1_3_1">
    <p:bg>
      <p:bgPr>
        <a:solidFill>
          <a:schemeClr val="lt1"/>
        </a:solidFill>
      </p:bgPr>
    </p:bg>
    <p:spTree>
      <p:nvGrpSpPr>
        <p:cNvPr id="1098" name="Shape 10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" name="Google Shape;1099;p127"/>
          <p:cNvSpPr txBox="1"/>
          <p:nvPr>
            <p:ph type="title"/>
          </p:nvPr>
        </p:nvSpPr>
        <p:spPr>
          <a:xfrm rot="276584">
            <a:off x="5845454" y="1487909"/>
            <a:ext cx="2123971" cy="496007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100" name="Google Shape;1100;p127"/>
          <p:cNvSpPr txBox="1"/>
          <p:nvPr>
            <p:ph idx="1" type="body"/>
          </p:nvPr>
        </p:nvSpPr>
        <p:spPr>
          <a:xfrm rot="274997">
            <a:off x="5798057" y="2041282"/>
            <a:ext cx="2121183" cy="603735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101" name="Google Shape;1101;p127"/>
          <p:cNvSpPr txBox="1"/>
          <p:nvPr>
            <p:ph idx="2" type="title"/>
          </p:nvPr>
        </p:nvSpPr>
        <p:spPr>
          <a:xfrm rot="-689737">
            <a:off x="3250012" y="1354783"/>
            <a:ext cx="2124008" cy="495921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102" name="Google Shape;1102;p127"/>
          <p:cNvSpPr txBox="1"/>
          <p:nvPr>
            <p:ph idx="3" type="body"/>
          </p:nvPr>
        </p:nvSpPr>
        <p:spPr>
          <a:xfrm rot="-691086">
            <a:off x="3372841" y="1897943"/>
            <a:ext cx="2121422" cy="603767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103" name="Google Shape;1103;p127"/>
          <p:cNvSpPr txBox="1"/>
          <p:nvPr>
            <p:ph idx="4" type="title"/>
          </p:nvPr>
        </p:nvSpPr>
        <p:spPr>
          <a:xfrm>
            <a:off x="508875" y="1801500"/>
            <a:ext cx="2645400" cy="169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6400"/>
              <a:buNone/>
              <a:defRPr b="0" sz="60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104" name="Google Shape;1104;p127"/>
          <p:cNvSpPr/>
          <p:nvPr/>
        </p:nvSpPr>
        <p:spPr>
          <a:xfrm>
            <a:off x="835200" y="149400"/>
            <a:ext cx="158400" cy="158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105" name="Google Shape;1105;p127"/>
          <p:cNvSpPr/>
          <p:nvPr/>
        </p:nvSpPr>
        <p:spPr>
          <a:xfrm>
            <a:off x="3273600" y="149400"/>
            <a:ext cx="158400" cy="158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106" name="Google Shape;1106;p127"/>
          <p:cNvSpPr/>
          <p:nvPr/>
        </p:nvSpPr>
        <p:spPr>
          <a:xfrm>
            <a:off x="5712000" y="149400"/>
            <a:ext cx="158400" cy="158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107" name="Google Shape;1107;p127"/>
          <p:cNvSpPr/>
          <p:nvPr/>
        </p:nvSpPr>
        <p:spPr>
          <a:xfrm>
            <a:off x="8150400" y="149400"/>
            <a:ext cx="158400" cy="158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cxnSp>
        <p:nvCxnSpPr>
          <p:cNvPr id="1108" name="Google Shape;1108;p127"/>
          <p:cNvCxnSpPr/>
          <p:nvPr/>
        </p:nvCxnSpPr>
        <p:spPr>
          <a:xfrm>
            <a:off x="0" y="457191"/>
            <a:ext cx="9140400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09" name="Google Shape;1109;p127"/>
          <p:cNvCxnSpPr/>
          <p:nvPr/>
        </p:nvCxnSpPr>
        <p:spPr>
          <a:xfrm>
            <a:off x="0" y="524791"/>
            <a:ext cx="9140400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10" name="Google Shape;1110;p127"/>
          <p:cNvSpPr txBox="1"/>
          <p:nvPr>
            <p:ph idx="5" type="title"/>
          </p:nvPr>
        </p:nvSpPr>
        <p:spPr>
          <a:xfrm rot="486">
            <a:off x="4078754" y="2803718"/>
            <a:ext cx="2124000" cy="4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111" name="Google Shape;1111;p127"/>
          <p:cNvSpPr txBox="1"/>
          <p:nvPr>
            <p:ph idx="6" type="body"/>
          </p:nvPr>
        </p:nvSpPr>
        <p:spPr>
          <a:xfrm rot="-972">
            <a:off x="4080134" y="3359087"/>
            <a:ext cx="2121300" cy="6036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images">
  <p:cSld name="CUSTOM_1_1">
    <p:spTree>
      <p:nvGrpSpPr>
        <p:cNvPr id="1112" name="Shape 1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13" name="Google Shape;1113;p128"/>
          <p:cNvGrpSpPr/>
          <p:nvPr/>
        </p:nvGrpSpPr>
        <p:grpSpPr>
          <a:xfrm>
            <a:off x="392964" y="576950"/>
            <a:ext cx="8764835" cy="4114800"/>
            <a:chOff x="374175" y="576950"/>
            <a:chExt cx="8783280" cy="4114800"/>
          </a:xfrm>
        </p:grpSpPr>
        <p:cxnSp>
          <p:nvCxnSpPr>
            <p:cNvPr id="1114" name="Google Shape;1114;p128"/>
            <p:cNvCxnSpPr/>
            <p:nvPr/>
          </p:nvCxnSpPr>
          <p:spPr>
            <a:xfrm>
              <a:off x="374175" y="5769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15" name="Google Shape;1115;p128"/>
            <p:cNvCxnSpPr/>
            <p:nvPr/>
          </p:nvCxnSpPr>
          <p:spPr>
            <a:xfrm>
              <a:off x="380655" y="11103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16" name="Google Shape;1116;p128"/>
            <p:cNvCxnSpPr/>
            <p:nvPr/>
          </p:nvCxnSpPr>
          <p:spPr>
            <a:xfrm>
              <a:off x="380655" y="16437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17" name="Google Shape;1117;p128"/>
            <p:cNvCxnSpPr/>
            <p:nvPr/>
          </p:nvCxnSpPr>
          <p:spPr>
            <a:xfrm>
              <a:off x="380655" y="21009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18" name="Google Shape;1118;p128"/>
            <p:cNvCxnSpPr/>
            <p:nvPr/>
          </p:nvCxnSpPr>
          <p:spPr>
            <a:xfrm>
              <a:off x="380655" y="26343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19" name="Google Shape;1119;p128"/>
            <p:cNvCxnSpPr/>
            <p:nvPr/>
          </p:nvCxnSpPr>
          <p:spPr>
            <a:xfrm>
              <a:off x="380655" y="31677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20" name="Google Shape;1120;p128"/>
            <p:cNvCxnSpPr/>
            <p:nvPr/>
          </p:nvCxnSpPr>
          <p:spPr>
            <a:xfrm>
              <a:off x="380655" y="36249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21" name="Google Shape;1121;p128"/>
            <p:cNvCxnSpPr/>
            <p:nvPr/>
          </p:nvCxnSpPr>
          <p:spPr>
            <a:xfrm>
              <a:off x="380655" y="41583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22" name="Google Shape;1122;p128"/>
            <p:cNvCxnSpPr/>
            <p:nvPr/>
          </p:nvCxnSpPr>
          <p:spPr>
            <a:xfrm>
              <a:off x="380655" y="46917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cxnSp>
        <p:nvCxnSpPr>
          <p:cNvPr id="1123" name="Google Shape;1123;p128"/>
          <p:cNvCxnSpPr/>
          <p:nvPr/>
        </p:nvCxnSpPr>
        <p:spPr>
          <a:xfrm>
            <a:off x="392950" y="-20266"/>
            <a:ext cx="0" cy="51657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124" name="Google Shape;1124;p128"/>
          <p:cNvGrpSpPr/>
          <p:nvPr/>
        </p:nvGrpSpPr>
        <p:grpSpPr>
          <a:xfrm>
            <a:off x="114406" y="175123"/>
            <a:ext cx="134104" cy="4750255"/>
            <a:chOff x="114406" y="175123"/>
            <a:chExt cx="134104" cy="4750255"/>
          </a:xfrm>
        </p:grpSpPr>
        <p:grpSp>
          <p:nvGrpSpPr>
            <p:cNvPr id="1125" name="Google Shape;1125;p128"/>
            <p:cNvGrpSpPr/>
            <p:nvPr/>
          </p:nvGrpSpPr>
          <p:grpSpPr>
            <a:xfrm>
              <a:off x="114406" y="175123"/>
              <a:ext cx="134104" cy="4334807"/>
              <a:chOff x="5432271" y="383100"/>
              <a:chExt cx="137854" cy="4456010"/>
            </a:xfrm>
          </p:grpSpPr>
          <p:grpSp>
            <p:nvGrpSpPr>
              <p:cNvPr id="1126" name="Google Shape;1126;p128"/>
              <p:cNvGrpSpPr/>
              <p:nvPr/>
            </p:nvGrpSpPr>
            <p:grpSpPr>
              <a:xfrm>
                <a:off x="5432271" y="383100"/>
                <a:ext cx="137854" cy="981668"/>
                <a:chOff x="5432271" y="383100"/>
                <a:chExt cx="137854" cy="981668"/>
              </a:xfrm>
            </p:grpSpPr>
            <p:sp>
              <p:nvSpPr>
                <p:cNvPr id="1127" name="Google Shape;1127;p128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128" name="Google Shape;1128;p128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129" name="Google Shape;1129;p128"/>
                <p:cNvSpPr/>
                <p:nvPr/>
              </p:nvSpPr>
              <p:spPr>
                <a:xfrm>
                  <a:off x="5433925" y="1233968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1130" name="Google Shape;1130;p128"/>
              <p:cNvGrpSpPr/>
              <p:nvPr/>
            </p:nvGrpSpPr>
            <p:grpSpPr>
              <a:xfrm>
                <a:off x="5432271" y="1678500"/>
                <a:ext cx="137854" cy="981668"/>
                <a:chOff x="5432271" y="383100"/>
                <a:chExt cx="137854" cy="981668"/>
              </a:xfrm>
            </p:grpSpPr>
            <p:sp>
              <p:nvSpPr>
                <p:cNvPr id="1131" name="Google Shape;1131;p128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132" name="Google Shape;1132;p128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133" name="Google Shape;1133;p128"/>
                <p:cNvSpPr/>
                <p:nvPr/>
              </p:nvSpPr>
              <p:spPr>
                <a:xfrm>
                  <a:off x="5433925" y="1233968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1134" name="Google Shape;1134;p128"/>
              <p:cNvGrpSpPr/>
              <p:nvPr/>
            </p:nvGrpSpPr>
            <p:grpSpPr>
              <a:xfrm>
                <a:off x="5432271" y="2973900"/>
                <a:ext cx="137854" cy="981668"/>
                <a:chOff x="5432271" y="383100"/>
                <a:chExt cx="137854" cy="981668"/>
              </a:xfrm>
            </p:grpSpPr>
            <p:sp>
              <p:nvSpPr>
                <p:cNvPr id="1135" name="Google Shape;1135;p128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136" name="Google Shape;1136;p128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137" name="Google Shape;1137;p128"/>
                <p:cNvSpPr/>
                <p:nvPr/>
              </p:nvSpPr>
              <p:spPr>
                <a:xfrm>
                  <a:off x="5433925" y="1233968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1138" name="Google Shape;1138;p128"/>
              <p:cNvGrpSpPr/>
              <p:nvPr/>
            </p:nvGrpSpPr>
            <p:grpSpPr>
              <a:xfrm>
                <a:off x="5432271" y="4269300"/>
                <a:ext cx="137854" cy="569810"/>
                <a:chOff x="5432271" y="383100"/>
                <a:chExt cx="137854" cy="569810"/>
              </a:xfrm>
            </p:grpSpPr>
            <p:sp>
              <p:nvSpPr>
                <p:cNvPr id="1139" name="Google Shape;1139;p128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140" name="Google Shape;1140;p128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  <p:sp>
          <p:nvSpPr>
            <p:cNvPr id="1141" name="Google Shape;1141;p128"/>
            <p:cNvSpPr/>
            <p:nvPr/>
          </p:nvSpPr>
          <p:spPr>
            <a:xfrm>
              <a:off x="115150" y="4798178"/>
              <a:ext cx="132600" cy="127200"/>
            </a:xfrm>
            <a:prstGeom prst="ellipse">
              <a:avLst/>
            </a:pr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</p:grpSp>
      <p:sp>
        <p:nvSpPr>
          <p:cNvPr id="1142" name="Google Shape;1142;p128"/>
          <p:cNvSpPr txBox="1"/>
          <p:nvPr>
            <p:ph type="title"/>
          </p:nvPr>
        </p:nvSpPr>
        <p:spPr>
          <a:xfrm>
            <a:off x="871325" y="720750"/>
            <a:ext cx="2300400" cy="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b="0" sz="19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9pPr>
          </a:lstStyle>
          <a:p/>
        </p:txBody>
      </p:sp>
      <p:sp>
        <p:nvSpPr>
          <p:cNvPr id="1143" name="Google Shape;1143;p128"/>
          <p:cNvSpPr txBox="1"/>
          <p:nvPr>
            <p:ph idx="2" type="title"/>
          </p:nvPr>
        </p:nvSpPr>
        <p:spPr>
          <a:xfrm>
            <a:off x="3587619" y="720750"/>
            <a:ext cx="2300400" cy="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b="0" sz="19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9pPr>
          </a:lstStyle>
          <a:p/>
        </p:txBody>
      </p:sp>
      <p:sp>
        <p:nvSpPr>
          <p:cNvPr id="1144" name="Google Shape;1144;p128"/>
          <p:cNvSpPr txBox="1"/>
          <p:nvPr>
            <p:ph idx="3" type="title"/>
          </p:nvPr>
        </p:nvSpPr>
        <p:spPr>
          <a:xfrm>
            <a:off x="6179075" y="720750"/>
            <a:ext cx="2300400" cy="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b="0" sz="19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9pPr>
          </a:lstStyle>
          <a:p/>
        </p:txBody>
      </p:sp>
      <p:sp>
        <p:nvSpPr>
          <p:cNvPr id="1145" name="Google Shape;1145;p128"/>
          <p:cNvSpPr/>
          <p:nvPr>
            <p:ph idx="4" type="pic"/>
          </p:nvPr>
        </p:nvSpPr>
        <p:spPr>
          <a:xfrm>
            <a:off x="895300" y="1487250"/>
            <a:ext cx="2264100" cy="2729700"/>
          </a:xfrm>
          <a:prstGeom prst="rect">
            <a:avLst/>
          </a:prstGeom>
          <a:noFill/>
          <a:ln>
            <a:noFill/>
          </a:ln>
        </p:spPr>
      </p:sp>
      <p:sp>
        <p:nvSpPr>
          <p:cNvPr id="1146" name="Google Shape;1146;p128"/>
          <p:cNvSpPr/>
          <p:nvPr>
            <p:ph idx="5" type="pic"/>
          </p:nvPr>
        </p:nvSpPr>
        <p:spPr>
          <a:xfrm>
            <a:off x="3605775" y="1487250"/>
            <a:ext cx="2264100" cy="2729700"/>
          </a:xfrm>
          <a:prstGeom prst="rect">
            <a:avLst/>
          </a:prstGeom>
          <a:noFill/>
          <a:ln>
            <a:noFill/>
          </a:ln>
        </p:spPr>
      </p:sp>
      <p:sp>
        <p:nvSpPr>
          <p:cNvPr id="1147" name="Google Shape;1147;p128"/>
          <p:cNvSpPr/>
          <p:nvPr>
            <p:ph idx="6" type="pic"/>
          </p:nvPr>
        </p:nvSpPr>
        <p:spPr>
          <a:xfrm>
            <a:off x="6197225" y="1487250"/>
            <a:ext cx="2264100" cy="2729700"/>
          </a:xfrm>
          <a:prstGeom prst="rect">
            <a:avLst/>
          </a:prstGeom>
          <a:noFill/>
          <a:ln>
            <a:noFill/>
          </a:ln>
        </p:spPr>
      </p:sp>
      <p:sp>
        <p:nvSpPr>
          <p:cNvPr id="1148" name="Google Shape;1148;p128"/>
          <p:cNvSpPr txBox="1"/>
          <p:nvPr>
            <p:ph idx="1" type="subTitle"/>
          </p:nvPr>
        </p:nvSpPr>
        <p:spPr>
          <a:xfrm>
            <a:off x="1187675" y="4299825"/>
            <a:ext cx="1667700" cy="22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9" name="Google Shape;1149;p128"/>
          <p:cNvSpPr txBox="1"/>
          <p:nvPr>
            <p:ph idx="7" type="subTitle"/>
          </p:nvPr>
        </p:nvSpPr>
        <p:spPr>
          <a:xfrm rot="-214117">
            <a:off x="3902250" y="4346193"/>
            <a:ext cx="1667634" cy="22634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0" name="Google Shape;1150;p128"/>
          <p:cNvSpPr txBox="1"/>
          <p:nvPr>
            <p:ph idx="8" type="subTitle"/>
          </p:nvPr>
        </p:nvSpPr>
        <p:spPr>
          <a:xfrm rot="215969">
            <a:off x="6495540" y="4324572"/>
            <a:ext cx="1667690" cy="22634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title, body and image">
  <p:cSld name="BLANK_1_1_1_1_1_1_1_1_1_1_1_1">
    <p:bg>
      <p:bgPr>
        <a:solidFill>
          <a:schemeClr val="lt1"/>
        </a:solidFill>
      </p:bgPr>
    </p:bg>
    <p:spTree>
      <p:nvGrpSpPr>
        <p:cNvPr id="1151" name="Shape 1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2" name="Google Shape;1152;p129"/>
          <p:cNvSpPr/>
          <p:nvPr/>
        </p:nvSpPr>
        <p:spPr>
          <a:xfrm rot="-300782">
            <a:off x="5105280" y="419634"/>
            <a:ext cx="3577384" cy="430828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153" name="Google Shape;1153;p129"/>
          <p:cNvSpPr/>
          <p:nvPr>
            <p:ph idx="2" type="pic"/>
          </p:nvPr>
        </p:nvSpPr>
        <p:spPr>
          <a:xfrm>
            <a:off x="2050" y="2050"/>
            <a:ext cx="47784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154" name="Google Shape;1154;p129"/>
          <p:cNvSpPr/>
          <p:nvPr/>
        </p:nvSpPr>
        <p:spPr>
          <a:xfrm rot="134178">
            <a:off x="5002593" y="293901"/>
            <a:ext cx="3782581" cy="455567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155" name="Google Shape;1155;p129"/>
          <p:cNvSpPr txBox="1"/>
          <p:nvPr>
            <p:ph type="title"/>
          </p:nvPr>
        </p:nvSpPr>
        <p:spPr>
          <a:xfrm rot="124275">
            <a:off x="5368207" y="536624"/>
            <a:ext cx="3037985" cy="614501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 b="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1156" name="Google Shape;1156;p129"/>
          <p:cNvSpPr txBox="1"/>
          <p:nvPr>
            <p:ph idx="1" type="body"/>
          </p:nvPr>
        </p:nvSpPr>
        <p:spPr>
          <a:xfrm rot="119438">
            <a:off x="5194650" y="1261934"/>
            <a:ext cx="3281881" cy="2287382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●"/>
              <a:defRPr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○"/>
              <a:defRPr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■"/>
              <a:defRPr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●"/>
              <a:defRPr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○"/>
              <a:defRPr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■"/>
              <a:defRPr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●"/>
              <a:defRPr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○"/>
              <a:defRPr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■"/>
              <a:defRPr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1157" name="Google Shape;1157;p129"/>
          <p:cNvSpPr txBox="1"/>
          <p:nvPr>
            <p:ph idx="3" type="body"/>
          </p:nvPr>
        </p:nvSpPr>
        <p:spPr>
          <a:xfrm rot="131721">
            <a:off x="5123776" y="3854495"/>
            <a:ext cx="3281408" cy="616356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Font typeface="Manrope Medium"/>
              <a:buChar char="●"/>
              <a:defRPr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304800" lvl="1" marL="9144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○"/>
              <a:defRPr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304800" lvl="2" marL="13716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■"/>
              <a:defRPr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304800" lvl="3" marL="18288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●"/>
              <a:defRPr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304800" lvl="4" marL="22860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○"/>
              <a:defRPr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304800" lvl="5" marL="27432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■"/>
              <a:defRPr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304800" lvl="6" marL="32004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●"/>
              <a:defRPr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304800" lvl="7" marL="36576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○"/>
              <a:defRPr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304800" lvl="8" marL="4114800" algn="ctr">
              <a:spcBef>
                <a:spcPts val="800"/>
              </a:spcBef>
              <a:spcAft>
                <a:spcPts val="800"/>
              </a:spcAft>
              <a:buSzPts val="1200"/>
              <a:buFont typeface="Manrope Medium"/>
              <a:buChar char="■"/>
              <a:defRPr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2">
  <p:cSld name="BLANK_1_1_1_1_1_1_1_1_1_1_1_1_2_1">
    <p:bg>
      <p:bgPr>
        <a:solidFill>
          <a:schemeClr val="lt1"/>
        </a:solidFill>
      </p:bgPr>
    </p:bg>
    <p:spTree>
      <p:nvGrpSpPr>
        <p:cNvPr id="1158" name="Shape 1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9" name="Google Shape;1159;p130"/>
          <p:cNvSpPr/>
          <p:nvPr/>
        </p:nvSpPr>
        <p:spPr>
          <a:xfrm rot="482751">
            <a:off x="407815" y="419618"/>
            <a:ext cx="3577314" cy="430840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160" name="Google Shape;1160;p130"/>
          <p:cNvSpPr/>
          <p:nvPr>
            <p:ph idx="2" type="pic"/>
          </p:nvPr>
        </p:nvSpPr>
        <p:spPr>
          <a:xfrm>
            <a:off x="4372975" y="2050"/>
            <a:ext cx="47784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161" name="Google Shape;1161;p130"/>
          <p:cNvSpPr/>
          <p:nvPr/>
        </p:nvSpPr>
        <p:spPr>
          <a:xfrm rot="-98716">
            <a:off x="327421" y="293858"/>
            <a:ext cx="3782459" cy="4555878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162" name="Google Shape;1162;p130"/>
          <p:cNvSpPr txBox="1"/>
          <p:nvPr>
            <p:ph type="title"/>
          </p:nvPr>
        </p:nvSpPr>
        <p:spPr>
          <a:xfrm rot="-108624">
            <a:off x="673475" y="530154"/>
            <a:ext cx="3038717" cy="61381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 b="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1163" name="Google Shape;1163;p130"/>
          <p:cNvSpPr txBox="1"/>
          <p:nvPr>
            <p:ph idx="1" type="body"/>
          </p:nvPr>
        </p:nvSpPr>
        <p:spPr>
          <a:xfrm flipH="1" rot="-131721">
            <a:off x="577990" y="3865770"/>
            <a:ext cx="3281408" cy="616356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Font typeface="Manrope Medium"/>
              <a:buChar char="●"/>
              <a:defRPr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304800" lvl="1" marL="9144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○"/>
              <a:defRPr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304800" lvl="2" marL="13716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■"/>
              <a:defRPr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304800" lvl="3" marL="18288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●"/>
              <a:defRPr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304800" lvl="4" marL="22860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○"/>
              <a:defRPr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304800" lvl="5" marL="27432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■"/>
              <a:defRPr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304800" lvl="6" marL="32004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●"/>
              <a:defRPr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304800" lvl="7" marL="36576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○"/>
              <a:defRPr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304800" lvl="8" marL="4114800" algn="ctr">
              <a:spcBef>
                <a:spcPts val="800"/>
              </a:spcBef>
              <a:spcAft>
                <a:spcPts val="800"/>
              </a:spcAft>
              <a:buSzPts val="1200"/>
              <a:buFont typeface="Manrope Medium"/>
              <a:buChar char="■"/>
              <a:defRPr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3">
  <p:cSld name="BLANK_1_1_1_1_1_1_1_1_1_1_1_1_2">
    <p:bg>
      <p:bgPr>
        <a:solidFill>
          <a:schemeClr val="lt1"/>
        </a:solidFill>
      </p:bgPr>
    </p:bg>
    <p:spTree>
      <p:nvGrpSpPr>
        <p:cNvPr id="1164" name="Shape 1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5" name="Google Shape;1165;p131"/>
          <p:cNvSpPr/>
          <p:nvPr/>
        </p:nvSpPr>
        <p:spPr>
          <a:xfrm rot="-300782">
            <a:off x="5105280" y="419634"/>
            <a:ext cx="3577384" cy="430828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166" name="Google Shape;1166;p131"/>
          <p:cNvSpPr/>
          <p:nvPr>
            <p:ph idx="2" type="pic"/>
          </p:nvPr>
        </p:nvSpPr>
        <p:spPr>
          <a:xfrm>
            <a:off x="2050" y="2050"/>
            <a:ext cx="47784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167" name="Google Shape;1167;p131"/>
          <p:cNvSpPr/>
          <p:nvPr/>
        </p:nvSpPr>
        <p:spPr>
          <a:xfrm rot="134178">
            <a:off x="5002660" y="293903"/>
            <a:ext cx="3782581" cy="4555675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168" name="Google Shape;1168;p131"/>
          <p:cNvSpPr txBox="1"/>
          <p:nvPr>
            <p:ph idx="1" type="body"/>
          </p:nvPr>
        </p:nvSpPr>
        <p:spPr>
          <a:xfrm rot="119438">
            <a:off x="5194650" y="1261934"/>
            <a:ext cx="3281881" cy="2287382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●"/>
              <a:defRPr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○"/>
              <a:defRPr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■"/>
              <a:defRPr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●"/>
              <a:defRPr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○"/>
              <a:defRPr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■"/>
              <a:defRPr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●"/>
              <a:defRPr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○"/>
              <a:defRPr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■"/>
              <a:defRPr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1169" name="Google Shape;1169;p131"/>
          <p:cNvSpPr txBox="1"/>
          <p:nvPr>
            <p:ph type="title"/>
          </p:nvPr>
        </p:nvSpPr>
        <p:spPr>
          <a:xfrm rot="124275">
            <a:off x="5368207" y="536624"/>
            <a:ext cx="3037985" cy="614501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 b="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1170" name="Google Shape;1170;p131"/>
          <p:cNvSpPr txBox="1"/>
          <p:nvPr>
            <p:ph idx="3" type="body"/>
          </p:nvPr>
        </p:nvSpPr>
        <p:spPr>
          <a:xfrm rot="131721">
            <a:off x="5123776" y="3854495"/>
            <a:ext cx="3281408" cy="616356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Font typeface="Manrope Medium"/>
              <a:buChar char="●"/>
              <a:defRPr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304800" lvl="1" marL="9144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○"/>
              <a:defRPr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304800" lvl="2" marL="13716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■"/>
              <a:defRPr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304800" lvl="3" marL="18288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●"/>
              <a:defRPr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304800" lvl="4" marL="22860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○"/>
              <a:defRPr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304800" lvl="5" marL="27432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■"/>
              <a:defRPr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304800" lvl="6" marL="32004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●"/>
              <a:defRPr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304800" lvl="7" marL="36576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○"/>
              <a:defRPr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304800" lvl="8" marL="4114800" algn="ctr">
              <a:spcBef>
                <a:spcPts val="800"/>
              </a:spcBef>
              <a:spcAft>
                <a:spcPts val="800"/>
              </a:spcAft>
              <a:buSzPts val="1200"/>
              <a:buFont typeface="Manrope Medium"/>
              <a:buChar char="■"/>
              <a:defRPr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and Subtitle">
  <p:cSld name="CUSTOM_1_1_3_1">
    <p:spTree>
      <p:nvGrpSpPr>
        <p:cNvPr id="1171" name="Shape 1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72" name="Google Shape;1172;p132"/>
          <p:cNvGrpSpPr/>
          <p:nvPr/>
        </p:nvGrpSpPr>
        <p:grpSpPr>
          <a:xfrm>
            <a:off x="392964" y="576950"/>
            <a:ext cx="8764835" cy="4114800"/>
            <a:chOff x="374175" y="576950"/>
            <a:chExt cx="8783280" cy="4114800"/>
          </a:xfrm>
        </p:grpSpPr>
        <p:cxnSp>
          <p:nvCxnSpPr>
            <p:cNvPr id="1173" name="Google Shape;1173;p132"/>
            <p:cNvCxnSpPr/>
            <p:nvPr/>
          </p:nvCxnSpPr>
          <p:spPr>
            <a:xfrm>
              <a:off x="374175" y="5769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74" name="Google Shape;1174;p132"/>
            <p:cNvCxnSpPr/>
            <p:nvPr/>
          </p:nvCxnSpPr>
          <p:spPr>
            <a:xfrm>
              <a:off x="380655" y="11103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75" name="Google Shape;1175;p132"/>
            <p:cNvCxnSpPr/>
            <p:nvPr/>
          </p:nvCxnSpPr>
          <p:spPr>
            <a:xfrm>
              <a:off x="380655" y="16437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76" name="Google Shape;1176;p132"/>
            <p:cNvCxnSpPr/>
            <p:nvPr/>
          </p:nvCxnSpPr>
          <p:spPr>
            <a:xfrm>
              <a:off x="380655" y="21009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77" name="Google Shape;1177;p132"/>
            <p:cNvCxnSpPr/>
            <p:nvPr/>
          </p:nvCxnSpPr>
          <p:spPr>
            <a:xfrm>
              <a:off x="380655" y="26343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78" name="Google Shape;1178;p132"/>
            <p:cNvCxnSpPr/>
            <p:nvPr/>
          </p:nvCxnSpPr>
          <p:spPr>
            <a:xfrm>
              <a:off x="380655" y="31677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79" name="Google Shape;1179;p132"/>
            <p:cNvCxnSpPr/>
            <p:nvPr/>
          </p:nvCxnSpPr>
          <p:spPr>
            <a:xfrm>
              <a:off x="380655" y="36249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80" name="Google Shape;1180;p132"/>
            <p:cNvCxnSpPr/>
            <p:nvPr/>
          </p:nvCxnSpPr>
          <p:spPr>
            <a:xfrm>
              <a:off x="380655" y="41583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81" name="Google Shape;1181;p132"/>
            <p:cNvCxnSpPr/>
            <p:nvPr/>
          </p:nvCxnSpPr>
          <p:spPr>
            <a:xfrm>
              <a:off x="380655" y="46917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cxnSp>
        <p:nvCxnSpPr>
          <p:cNvPr id="1182" name="Google Shape;1182;p132"/>
          <p:cNvCxnSpPr/>
          <p:nvPr/>
        </p:nvCxnSpPr>
        <p:spPr>
          <a:xfrm>
            <a:off x="392950" y="-20266"/>
            <a:ext cx="0" cy="51657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183" name="Google Shape;1183;p132"/>
          <p:cNvGrpSpPr/>
          <p:nvPr/>
        </p:nvGrpSpPr>
        <p:grpSpPr>
          <a:xfrm>
            <a:off x="114406" y="175123"/>
            <a:ext cx="134104" cy="4750255"/>
            <a:chOff x="114406" y="175123"/>
            <a:chExt cx="134104" cy="4750255"/>
          </a:xfrm>
        </p:grpSpPr>
        <p:grpSp>
          <p:nvGrpSpPr>
            <p:cNvPr id="1184" name="Google Shape;1184;p132"/>
            <p:cNvGrpSpPr/>
            <p:nvPr/>
          </p:nvGrpSpPr>
          <p:grpSpPr>
            <a:xfrm>
              <a:off x="114406" y="175123"/>
              <a:ext cx="134104" cy="4334807"/>
              <a:chOff x="5432271" y="383100"/>
              <a:chExt cx="137854" cy="4456010"/>
            </a:xfrm>
          </p:grpSpPr>
          <p:grpSp>
            <p:nvGrpSpPr>
              <p:cNvPr id="1185" name="Google Shape;1185;p132"/>
              <p:cNvGrpSpPr/>
              <p:nvPr/>
            </p:nvGrpSpPr>
            <p:grpSpPr>
              <a:xfrm>
                <a:off x="5432271" y="383100"/>
                <a:ext cx="137854" cy="981668"/>
                <a:chOff x="5432271" y="383100"/>
                <a:chExt cx="137854" cy="981668"/>
              </a:xfrm>
            </p:grpSpPr>
            <p:sp>
              <p:nvSpPr>
                <p:cNvPr id="1186" name="Google Shape;1186;p132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187" name="Google Shape;1187;p132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188" name="Google Shape;1188;p132"/>
                <p:cNvSpPr/>
                <p:nvPr/>
              </p:nvSpPr>
              <p:spPr>
                <a:xfrm>
                  <a:off x="5433925" y="1233968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1189" name="Google Shape;1189;p132"/>
              <p:cNvGrpSpPr/>
              <p:nvPr/>
            </p:nvGrpSpPr>
            <p:grpSpPr>
              <a:xfrm>
                <a:off x="5432271" y="1678500"/>
                <a:ext cx="137854" cy="981668"/>
                <a:chOff x="5432271" y="383100"/>
                <a:chExt cx="137854" cy="981668"/>
              </a:xfrm>
            </p:grpSpPr>
            <p:sp>
              <p:nvSpPr>
                <p:cNvPr id="1190" name="Google Shape;1190;p132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191" name="Google Shape;1191;p132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192" name="Google Shape;1192;p132"/>
                <p:cNvSpPr/>
                <p:nvPr/>
              </p:nvSpPr>
              <p:spPr>
                <a:xfrm>
                  <a:off x="5433925" y="1233968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1193" name="Google Shape;1193;p132"/>
              <p:cNvGrpSpPr/>
              <p:nvPr/>
            </p:nvGrpSpPr>
            <p:grpSpPr>
              <a:xfrm>
                <a:off x="5432271" y="2973900"/>
                <a:ext cx="137854" cy="981668"/>
                <a:chOff x="5432271" y="383100"/>
                <a:chExt cx="137854" cy="981668"/>
              </a:xfrm>
            </p:grpSpPr>
            <p:sp>
              <p:nvSpPr>
                <p:cNvPr id="1194" name="Google Shape;1194;p132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195" name="Google Shape;1195;p132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196" name="Google Shape;1196;p132"/>
                <p:cNvSpPr/>
                <p:nvPr/>
              </p:nvSpPr>
              <p:spPr>
                <a:xfrm>
                  <a:off x="5433925" y="1233968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1197" name="Google Shape;1197;p132"/>
              <p:cNvGrpSpPr/>
              <p:nvPr/>
            </p:nvGrpSpPr>
            <p:grpSpPr>
              <a:xfrm>
                <a:off x="5432271" y="4269300"/>
                <a:ext cx="137854" cy="569810"/>
                <a:chOff x="5432271" y="383100"/>
                <a:chExt cx="137854" cy="569810"/>
              </a:xfrm>
            </p:grpSpPr>
            <p:sp>
              <p:nvSpPr>
                <p:cNvPr id="1198" name="Google Shape;1198;p132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199" name="Google Shape;1199;p132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  <p:sp>
          <p:nvSpPr>
            <p:cNvPr id="1200" name="Google Shape;1200;p132"/>
            <p:cNvSpPr/>
            <p:nvPr/>
          </p:nvSpPr>
          <p:spPr>
            <a:xfrm>
              <a:off x="115150" y="4798178"/>
              <a:ext cx="132600" cy="127200"/>
            </a:xfrm>
            <a:prstGeom prst="ellipse">
              <a:avLst/>
            </a:pr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</p:grpSp>
      <p:sp>
        <p:nvSpPr>
          <p:cNvPr id="1201" name="Google Shape;1201;p132"/>
          <p:cNvSpPr txBox="1"/>
          <p:nvPr>
            <p:ph idx="1" type="subTitle"/>
          </p:nvPr>
        </p:nvSpPr>
        <p:spPr>
          <a:xfrm>
            <a:off x="3063300" y="413950"/>
            <a:ext cx="2445000" cy="91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Arial"/>
              <a:buNone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2" name="Google Shape;1202;p132"/>
          <p:cNvSpPr txBox="1"/>
          <p:nvPr>
            <p:ph type="title"/>
          </p:nvPr>
        </p:nvSpPr>
        <p:spPr>
          <a:xfrm>
            <a:off x="513300" y="419950"/>
            <a:ext cx="2641500" cy="101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BLANK_1_1_1_1_1_1_1_1_1_1_1_1_1_1_1">
    <p:bg>
      <p:bgPr>
        <a:solidFill>
          <a:schemeClr val="lt1"/>
        </a:solidFill>
      </p:bgPr>
    </p:bg>
    <p:spTree>
      <p:nvGrpSpPr>
        <p:cNvPr id="1203" name="Shape 1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4" name="Google Shape;1204;p133"/>
          <p:cNvSpPr txBox="1"/>
          <p:nvPr>
            <p:ph idx="1" type="body"/>
          </p:nvPr>
        </p:nvSpPr>
        <p:spPr>
          <a:xfrm rot="-188853">
            <a:off x="683183" y="2219155"/>
            <a:ext cx="1890452" cy="1486342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○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■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●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○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■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●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○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■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grpSp>
        <p:nvGrpSpPr>
          <p:cNvPr id="1205" name="Google Shape;1205;p133"/>
          <p:cNvGrpSpPr/>
          <p:nvPr/>
        </p:nvGrpSpPr>
        <p:grpSpPr>
          <a:xfrm>
            <a:off x="8663938" y="3954675"/>
            <a:ext cx="502925" cy="1209925"/>
            <a:chOff x="8642600" y="3954675"/>
            <a:chExt cx="502925" cy="1209925"/>
          </a:xfrm>
        </p:grpSpPr>
        <p:sp>
          <p:nvSpPr>
            <p:cNvPr id="1206" name="Google Shape;1206;p133"/>
            <p:cNvSpPr/>
            <p:nvPr/>
          </p:nvSpPr>
          <p:spPr>
            <a:xfrm>
              <a:off x="8642600" y="3954675"/>
              <a:ext cx="502925" cy="1196325"/>
            </a:xfrm>
            <a:custGeom>
              <a:rect b="b" l="l" r="r" t="t"/>
              <a:pathLst>
                <a:path extrusionOk="0" h="47853" w="20117">
                  <a:moveTo>
                    <a:pt x="20117" y="0"/>
                  </a:moveTo>
                  <a:lnTo>
                    <a:pt x="20117" y="47853"/>
                  </a:lnTo>
                  <a:lnTo>
                    <a:pt x="0" y="4785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</p:sp>
        <p:cxnSp>
          <p:nvCxnSpPr>
            <p:cNvPr id="1207" name="Google Shape;1207;p133"/>
            <p:cNvCxnSpPr/>
            <p:nvPr/>
          </p:nvCxnSpPr>
          <p:spPr>
            <a:xfrm flipH="1">
              <a:off x="8779700" y="4349200"/>
              <a:ext cx="358200" cy="8154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208" name="Google Shape;1208;p133"/>
          <p:cNvSpPr txBox="1"/>
          <p:nvPr>
            <p:ph idx="2" type="body"/>
          </p:nvPr>
        </p:nvSpPr>
        <p:spPr>
          <a:xfrm rot="124964">
            <a:off x="5014631" y="765881"/>
            <a:ext cx="1890349" cy="1486281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○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■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●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○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■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●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○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■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1209" name="Google Shape;1209;p133"/>
          <p:cNvSpPr txBox="1"/>
          <p:nvPr>
            <p:ph idx="3" type="body"/>
          </p:nvPr>
        </p:nvSpPr>
        <p:spPr>
          <a:xfrm rot="351430">
            <a:off x="3021711" y="3296608"/>
            <a:ext cx="1890268" cy="1486173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○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■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●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○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■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●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○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Manrope Medium"/>
              <a:buChar char="■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1210" name="Google Shape;1210;p133"/>
          <p:cNvSpPr txBox="1"/>
          <p:nvPr>
            <p:ph idx="4" type="body"/>
          </p:nvPr>
        </p:nvSpPr>
        <p:spPr>
          <a:xfrm rot="3819">
            <a:off x="6728901" y="3168092"/>
            <a:ext cx="1890601" cy="1485901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○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■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●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○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■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●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○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■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1211" name="Google Shape;1211;p133"/>
          <p:cNvSpPr txBox="1"/>
          <p:nvPr>
            <p:ph type="title"/>
          </p:nvPr>
        </p:nvSpPr>
        <p:spPr>
          <a:xfrm>
            <a:off x="513300" y="375350"/>
            <a:ext cx="2796300" cy="651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0" sz="24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9pPr>
          </a:lstStyle>
          <a:p/>
        </p:txBody>
      </p:sp>
      <p:sp>
        <p:nvSpPr>
          <p:cNvPr id="1212" name="Google Shape;1212;p133"/>
          <p:cNvSpPr txBox="1"/>
          <p:nvPr>
            <p:ph idx="5" type="subTitle"/>
          </p:nvPr>
        </p:nvSpPr>
        <p:spPr>
          <a:xfrm rot="-226014">
            <a:off x="619152" y="1527866"/>
            <a:ext cx="1890484" cy="547784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2pPr>
            <a:lvl3pPr lvl="2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3pPr>
            <a:lvl4pPr lvl="3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4pPr>
            <a:lvl5pPr lvl="4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5pPr>
            <a:lvl6pPr lvl="5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6pPr>
            <a:lvl7pPr lvl="6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7pPr>
            <a:lvl8pPr lvl="7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8pPr>
            <a:lvl9pPr lvl="8" algn="ctr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9pPr>
          </a:lstStyle>
          <a:p/>
        </p:txBody>
      </p:sp>
      <p:sp>
        <p:nvSpPr>
          <p:cNvPr id="1213" name="Google Shape;1213;p133"/>
          <p:cNvSpPr txBox="1"/>
          <p:nvPr>
            <p:ph idx="6" type="subTitle"/>
          </p:nvPr>
        </p:nvSpPr>
        <p:spPr>
          <a:xfrm rot="126162">
            <a:off x="5024491" y="108292"/>
            <a:ext cx="1970527" cy="549668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2pPr>
            <a:lvl3pPr lvl="2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3pPr>
            <a:lvl4pPr lvl="3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4pPr>
            <a:lvl5pPr lvl="4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5pPr>
            <a:lvl6pPr lvl="5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6pPr>
            <a:lvl7pPr lvl="6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7pPr>
            <a:lvl8pPr lvl="7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8pPr>
            <a:lvl9pPr lvl="8" algn="ctr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9pPr>
          </a:lstStyle>
          <a:p/>
        </p:txBody>
      </p:sp>
      <p:sp>
        <p:nvSpPr>
          <p:cNvPr id="1214" name="Google Shape;1214;p133"/>
          <p:cNvSpPr txBox="1"/>
          <p:nvPr>
            <p:ph idx="7" type="subTitle"/>
          </p:nvPr>
        </p:nvSpPr>
        <p:spPr>
          <a:xfrm rot="348762">
            <a:off x="3115150" y="2659506"/>
            <a:ext cx="1943191" cy="546097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2pPr>
            <a:lvl3pPr lvl="2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3pPr>
            <a:lvl4pPr lvl="3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4pPr>
            <a:lvl5pPr lvl="4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5pPr>
            <a:lvl6pPr lvl="5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6pPr>
            <a:lvl7pPr lvl="6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7pPr>
            <a:lvl8pPr lvl="7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8pPr>
            <a:lvl9pPr lvl="8" algn="ctr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9pPr>
          </a:lstStyle>
          <a:p/>
        </p:txBody>
      </p:sp>
      <p:sp>
        <p:nvSpPr>
          <p:cNvPr id="1215" name="Google Shape;1215;p133"/>
          <p:cNvSpPr txBox="1"/>
          <p:nvPr>
            <p:ph idx="8" type="subTitle"/>
          </p:nvPr>
        </p:nvSpPr>
        <p:spPr>
          <a:xfrm rot="-59757">
            <a:off x="6687978" y="2476634"/>
            <a:ext cx="1915789" cy="549684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2pPr>
            <a:lvl3pPr lvl="2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3pPr>
            <a:lvl4pPr lvl="3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4pPr>
            <a:lvl5pPr lvl="4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5pPr>
            <a:lvl6pPr lvl="5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6pPr>
            <a:lvl7pPr lvl="6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7pPr>
            <a:lvl8pPr lvl="7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8pPr>
            <a:lvl9pPr lvl="8" algn="ctr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 2">
  <p:cSld name="BLANK_1_1_1_1_1_1_1_1">
    <p:bg>
      <p:bgPr>
        <a:solidFill>
          <a:schemeClr val="lt1"/>
        </a:solidFill>
      </p:bgPr>
    </p:bg>
    <p:spTree>
      <p:nvGrpSpPr>
        <p:cNvPr id="1216" name="Shape 1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7" name="Google Shape;1217;p134"/>
          <p:cNvSpPr txBox="1"/>
          <p:nvPr>
            <p:ph type="title"/>
          </p:nvPr>
        </p:nvSpPr>
        <p:spPr>
          <a:xfrm>
            <a:off x="508875" y="874875"/>
            <a:ext cx="3003300" cy="5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0"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18" name="Google Shape;1218;p134"/>
          <p:cNvSpPr txBox="1"/>
          <p:nvPr/>
        </p:nvSpPr>
        <p:spPr>
          <a:xfrm>
            <a:off x="5712000" y="3474850"/>
            <a:ext cx="732900" cy="3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</a:pPr>
            <a:r>
              <a:rPr lang="en" sz="7200">
                <a:solidFill>
                  <a:schemeClr val="lt1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“</a:t>
            </a:r>
            <a:endParaRPr i="1" sz="7200">
              <a:solidFill>
                <a:schemeClr val="lt1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1219" name="Google Shape;1219;p134"/>
          <p:cNvSpPr txBox="1"/>
          <p:nvPr>
            <p:ph idx="1" type="body"/>
          </p:nvPr>
        </p:nvSpPr>
        <p:spPr>
          <a:xfrm>
            <a:off x="508875" y="1539275"/>
            <a:ext cx="3488400" cy="118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1pPr>
            <a:lvl2pPr indent="-2286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indent="-2286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indent="-2286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4pPr>
            <a:lvl5pPr indent="-2286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5pPr>
            <a:lvl6pPr indent="-2286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6pPr>
            <a:lvl7pPr indent="-2286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7pPr>
            <a:lvl8pPr indent="-2286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8pPr>
            <a:lvl9pPr indent="-2286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20" name="Google Shape;1220;p134"/>
          <p:cNvSpPr txBox="1"/>
          <p:nvPr>
            <p:ph idx="2" type="title"/>
          </p:nvPr>
        </p:nvSpPr>
        <p:spPr>
          <a:xfrm rot="-173518">
            <a:off x="5146753" y="4343806"/>
            <a:ext cx="1974114" cy="245408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0" sz="10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1221" name="Google Shape;1221;p134"/>
          <p:cNvSpPr/>
          <p:nvPr/>
        </p:nvSpPr>
        <p:spPr>
          <a:xfrm>
            <a:off x="835200" y="149400"/>
            <a:ext cx="158400" cy="158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222" name="Google Shape;1222;p134"/>
          <p:cNvSpPr/>
          <p:nvPr/>
        </p:nvSpPr>
        <p:spPr>
          <a:xfrm>
            <a:off x="3273600" y="149400"/>
            <a:ext cx="158400" cy="158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223" name="Google Shape;1223;p134"/>
          <p:cNvSpPr/>
          <p:nvPr/>
        </p:nvSpPr>
        <p:spPr>
          <a:xfrm>
            <a:off x="5712000" y="149400"/>
            <a:ext cx="158400" cy="158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224" name="Google Shape;1224;p134"/>
          <p:cNvSpPr/>
          <p:nvPr/>
        </p:nvSpPr>
        <p:spPr>
          <a:xfrm>
            <a:off x="8150400" y="149400"/>
            <a:ext cx="158400" cy="158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cxnSp>
        <p:nvCxnSpPr>
          <p:cNvPr id="1225" name="Google Shape;1225;p134"/>
          <p:cNvCxnSpPr/>
          <p:nvPr/>
        </p:nvCxnSpPr>
        <p:spPr>
          <a:xfrm>
            <a:off x="0" y="457191"/>
            <a:ext cx="9140400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26" name="Google Shape;1226;p134"/>
          <p:cNvCxnSpPr/>
          <p:nvPr/>
        </p:nvCxnSpPr>
        <p:spPr>
          <a:xfrm>
            <a:off x="0" y="524791"/>
            <a:ext cx="9140400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27" name="Google Shape;1227;p134"/>
          <p:cNvSpPr txBox="1"/>
          <p:nvPr>
            <p:ph idx="3" type="title"/>
          </p:nvPr>
        </p:nvSpPr>
        <p:spPr>
          <a:xfrm rot="-130161">
            <a:off x="5805931" y="3651002"/>
            <a:ext cx="2662908" cy="733131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325">
          <p15:clr>
            <a:srgbClr val="E46962"/>
          </p15:clr>
        </p15:guide>
      </p15:sldGuideLst>
    </p:ext>
  </p:extLst>
</p:sldLayout>
</file>

<file path=ppt/slideLayouts/slideLayout1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 1">
  <p:cSld name="BLANK_1_1_1_1_1_1_1_1_2">
    <p:spTree>
      <p:nvGrpSpPr>
        <p:cNvPr id="1228" name="Shape 1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9" name="Google Shape;1229;p135"/>
          <p:cNvGrpSpPr/>
          <p:nvPr/>
        </p:nvGrpSpPr>
        <p:grpSpPr>
          <a:xfrm>
            <a:off x="0" y="-6300"/>
            <a:ext cx="9143705" cy="5150040"/>
            <a:chOff x="11751" y="-6300"/>
            <a:chExt cx="9190577" cy="5150040"/>
          </a:xfrm>
        </p:grpSpPr>
        <p:grpSp>
          <p:nvGrpSpPr>
            <p:cNvPr id="1230" name="Google Shape;1230;p135"/>
            <p:cNvGrpSpPr/>
            <p:nvPr/>
          </p:nvGrpSpPr>
          <p:grpSpPr>
            <a:xfrm>
              <a:off x="11751" y="-6300"/>
              <a:ext cx="4777902" cy="2703033"/>
              <a:chOff x="11750" y="-6290"/>
              <a:chExt cx="9125100" cy="5162400"/>
            </a:xfrm>
          </p:grpSpPr>
          <p:cxnSp>
            <p:nvCxnSpPr>
              <p:cNvPr id="1231" name="Google Shape;1231;p135"/>
              <p:cNvCxnSpPr/>
              <p:nvPr/>
            </p:nvCxnSpPr>
            <p:spPr>
              <a:xfrm>
                <a:off x="7055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232" name="Google Shape;1232;p135"/>
              <p:cNvCxnSpPr/>
              <p:nvPr/>
            </p:nvCxnSpPr>
            <p:spPr>
              <a:xfrm>
                <a:off x="13993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233" name="Google Shape;1233;p135"/>
              <p:cNvCxnSpPr/>
              <p:nvPr/>
            </p:nvCxnSpPr>
            <p:spPr>
              <a:xfrm>
                <a:off x="21049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234" name="Google Shape;1234;p135"/>
              <p:cNvCxnSpPr/>
              <p:nvPr/>
            </p:nvCxnSpPr>
            <p:spPr>
              <a:xfrm>
                <a:off x="2813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235" name="Google Shape;1235;p135"/>
              <p:cNvCxnSpPr/>
              <p:nvPr/>
            </p:nvCxnSpPr>
            <p:spPr>
              <a:xfrm>
                <a:off x="3507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236" name="Google Shape;1236;p135"/>
              <p:cNvCxnSpPr/>
              <p:nvPr/>
            </p:nvCxnSpPr>
            <p:spPr>
              <a:xfrm>
                <a:off x="4212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237" name="Google Shape;1237;p135"/>
              <p:cNvCxnSpPr/>
              <p:nvPr/>
            </p:nvCxnSpPr>
            <p:spPr>
              <a:xfrm>
                <a:off x="49214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238" name="Google Shape;1238;p135"/>
              <p:cNvCxnSpPr/>
              <p:nvPr/>
            </p:nvCxnSpPr>
            <p:spPr>
              <a:xfrm>
                <a:off x="56152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239" name="Google Shape;1239;p135"/>
              <p:cNvCxnSpPr/>
              <p:nvPr/>
            </p:nvCxnSpPr>
            <p:spPr>
              <a:xfrm>
                <a:off x="63207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240" name="Google Shape;1240;p135"/>
              <p:cNvCxnSpPr/>
              <p:nvPr/>
            </p:nvCxnSpPr>
            <p:spPr>
              <a:xfrm>
                <a:off x="7039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241" name="Google Shape;1241;p135"/>
              <p:cNvCxnSpPr/>
              <p:nvPr/>
            </p:nvCxnSpPr>
            <p:spPr>
              <a:xfrm>
                <a:off x="7733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242" name="Google Shape;1242;p135"/>
              <p:cNvCxnSpPr/>
              <p:nvPr/>
            </p:nvCxnSpPr>
            <p:spPr>
              <a:xfrm>
                <a:off x="8438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243" name="Google Shape;1243;p135"/>
              <p:cNvCxnSpPr/>
              <p:nvPr/>
            </p:nvCxnSpPr>
            <p:spPr>
              <a:xfrm>
                <a:off x="11750" y="482125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244" name="Google Shape;1244;p135"/>
              <p:cNvCxnSpPr/>
              <p:nvPr/>
            </p:nvCxnSpPr>
            <p:spPr>
              <a:xfrm>
                <a:off x="11750" y="935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245" name="Google Shape;1245;p135"/>
              <p:cNvCxnSpPr/>
              <p:nvPr/>
            </p:nvCxnSpPr>
            <p:spPr>
              <a:xfrm>
                <a:off x="11750" y="14028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246" name="Google Shape;1246;p135"/>
              <p:cNvCxnSpPr/>
              <p:nvPr/>
            </p:nvCxnSpPr>
            <p:spPr>
              <a:xfrm>
                <a:off x="11750" y="1870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247" name="Google Shape;1247;p135"/>
              <p:cNvCxnSpPr/>
              <p:nvPr/>
            </p:nvCxnSpPr>
            <p:spPr>
              <a:xfrm>
                <a:off x="11750" y="23380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248" name="Google Shape;1248;p135"/>
              <p:cNvCxnSpPr/>
              <p:nvPr/>
            </p:nvCxnSpPr>
            <p:spPr>
              <a:xfrm>
                <a:off x="11750" y="28056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249" name="Google Shape;1249;p135"/>
              <p:cNvCxnSpPr/>
              <p:nvPr/>
            </p:nvCxnSpPr>
            <p:spPr>
              <a:xfrm>
                <a:off x="11750" y="3273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250" name="Google Shape;1250;p135"/>
              <p:cNvCxnSpPr/>
              <p:nvPr/>
            </p:nvCxnSpPr>
            <p:spPr>
              <a:xfrm>
                <a:off x="11750" y="37479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251" name="Google Shape;1251;p135"/>
              <p:cNvCxnSpPr/>
              <p:nvPr/>
            </p:nvCxnSpPr>
            <p:spPr>
              <a:xfrm>
                <a:off x="11750" y="4208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252" name="Google Shape;1252;p135"/>
              <p:cNvCxnSpPr/>
              <p:nvPr/>
            </p:nvCxnSpPr>
            <p:spPr>
              <a:xfrm>
                <a:off x="11750" y="46688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1253" name="Google Shape;1253;p135"/>
            <p:cNvGrpSpPr/>
            <p:nvPr/>
          </p:nvGrpSpPr>
          <p:grpSpPr>
            <a:xfrm>
              <a:off x="11751" y="2440707"/>
              <a:ext cx="4777902" cy="2703033"/>
              <a:chOff x="11750" y="-6290"/>
              <a:chExt cx="9125100" cy="5162400"/>
            </a:xfrm>
          </p:grpSpPr>
          <p:cxnSp>
            <p:nvCxnSpPr>
              <p:cNvPr id="1254" name="Google Shape;1254;p135"/>
              <p:cNvCxnSpPr/>
              <p:nvPr/>
            </p:nvCxnSpPr>
            <p:spPr>
              <a:xfrm>
                <a:off x="7055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255" name="Google Shape;1255;p135"/>
              <p:cNvCxnSpPr/>
              <p:nvPr/>
            </p:nvCxnSpPr>
            <p:spPr>
              <a:xfrm>
                <a:off x="13993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256" name="Google Shape;1256;p135"/>
              <p:cNvCxnSpPr/>
              <p:nvPr/>
            </p:nvCxnSpPr>
            <p:spPr>
              <a:xfrm>
                <a:off x="21049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257" name="Google Shape;1257;p135"/>
              <p:cNvCxnSpPr/>
              <p:nvPr/>
            </p:nvCxnSpPr>
            <p:spPr>
              <a:xfrm>
                <a:off x="2813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258" name="Google Shape;1258;p135"/>
              <p:cNvCxnSpPr/>
              <p:nvPr/>
            </p:nvCxnSpPr>
            <p:spPr>
              <a:xfrm>
                <a:off x="3507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259" name="Google Shape;1259;p135"/>
              <p:cNvCxnSpPr/>
              <p:nvPr/>
            </p:nvCxnSpPr>
            <p:spPr>
              <a:xfrm>
                <a:off x="4212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260" name="Google Shape;1260;p135"/>
              <p:cNvCxnSpPr/>
              <p:nvPr/>
            </p:nvCxnSpPr>
            <p:spPr>
              <a:xfrm>
                <a:off x="49214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261" name="Google Shape;1261;p135"/>
              <p:cNvCxnSpPr/>
              <p:nvPr/>
            </p:nvCxnSpPr>
            <p:spPr>
              <a:xfrm>
                <a:off x="56152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262" name="Google Shape;1262;p135"/>
              <p:cNvCxnSpPr/>
              <p:nvPr/>
            </p:nvCxnSpPr>
            <p:spPr>
              <a:xfrm>
                <a:off x="63207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263" name="Google Shape;1263;p135"/>
              <p:cNvCxnSpPr/>
              <p:nvPr/>
            </p:nvCxnSpPr>
            <p:spPr>
              <a:xfrm>
                <a:off x="7039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264" name="Google Shape;1264;p135"/>
              <p:cNvCxnSpPr/>
              <p:nvPr/>
            </p:nvCxnSpPr>
            <p:spPr>
              <a:xfrm>
                <a:off x="7733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265" name="Google Shape;1265;p135"/>
              <p:cNvCxnSpPr/>
              <p:nvPr/>
            </p:nvCxnSpPr>
            <p:spPr>
              <a:xfrm>
                <a:off x="8438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266" name="Google Shape;1266;p135"/>
              <p:cNvCxnSpPr/>
              <p:nvPr/>
            </p:nvCxnSpPr>
            <p:spPr>
              <a:xfrm>
                <a:off x="11750" y="482125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267" name="Google Shape;1267;p135"/>
              <p:cNvCxnSpPr/>
              <p:nvPr/>
            </p:nvCxnSpPr>
            <p:spPr>
              <a:xfrm>
                <a:off x="11750" y="935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268" name="Google Shape;1268;p135"/>
              <p:cNvCxnSpPr/>
              <p:nvPr/>
            </p:nvCxnSpPr>
            <p:spPr>
              <a:xfrm>
                <a:off x="11750" y="14028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269" name="Google Shape;1269;p135"/>
              <p:cNvCxnSpPr/>
              <p:nvPr/>
            </p:nvCxnSpPr>
            <p:spPr>
              <a:xfrm>
                <a:off x="11750" y="1870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270" name="Google Shape;1270;p135"/>
              <p:cNvCxnSpPr/>
              <p:nvPr/>
            </p:nvCxnSpPr>
            <p:spPr>
              <a:xfrm>
                <a:off x="11750" y="23380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271" name="Google Shape;1271;p135"/>
              <p:cNvCxnSpPr/>
              <p:nvPr/>
            </p:nvCxnSpPr>
            <p:spPr>
              <a:xfrm>
                <a:off x="11750" y="28056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272" name="Google Shape;1272;p135"/>
              <p:cNvCxnSpPr/>
              <p:nvPr/>
            </p:nvCxnSpPr>
            <p:spPr>
              <a:xfrm>
                <a:off x="11750" y="3273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273" name="Google Shape;1273;p135"/>
              <p:cNvCxnSpPr/>
              <p:nvPr/>
            </p:nvCxnSpPr>
            <p:spPr>
              <a:xfrm>
                <a:off x="11750" y="37479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274" name="Google Shape;1274;p135"/>
              <p:cNvCxnSpPr/>
              <p:nvPr/>
            </p:nvCxnSpPr>
            <p:spPr>
              <a:xfrm>
                <a:off x="11750" y="4208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275" name="Google Shape;1275;p135"/>
              <p:cNvCxnSpPr/>
              <p:nvPr/>
            </p:nvCxnSpPr>
            <p:spPr>
              <a:xfrm>
                <a:off x="11750" y="46688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1276" name="Google Shape;1276;p135"/>
            <p:cNvGrpSpPr/>
            <p:nvPr/>
          </p:nvGrpSpPr>
          <p:grpSpPr>
            <a:xfrm>
              <a:off x="4424426" y="-6300"/>
              <a:ext cx="4777902" cy="2703033"/>
              <a:chOff x="11750" y="-6290"/>
              <a:chExt cx="9125100" cy="5162400"/>
            </a:xfrm>
          </p:grpSpPr>
          <p:cxnSp>
            <p:nvCxnSpPr>
              <p:cNvPr id="1277" name="Google Shape;1277;p135"/>
              <p:cNvCxnSpPr/>
              <p:nvPr/>
            </p:nvCxnSpPr>
            <p:spPr>
              <a:xfrm>
                <a:off x="7055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278" name="Google Shape;1278;p135"/>
              <p:cNvCxnSpPr/>
              <p:nvPr/>
            </p:nvCxnSpPr>
            <p:spPr>
              <a:xfrm>
                <a:off x="13993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279" name="Google Shape;1279;p135"/>
              <p:cNvCxnSpPr/>
              <p:nvPr/>
            </p:nvCxnSpPr>
            <p:spPr>
              <a:xfrm>
                <a:off x="21049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280" name="Google Shape;1280;p135"/>
              <p:cNvCxnSpPr/>
              <p:nvPr/>
            </p:nvCxnSpPr>
            <p:spPr>
              <a:xfrm>
                <a:off x="2813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281" name="Google Shape;1281;p135"/>
              <p:cNvCxnSpPr/>
              <p:nvPr/>
            </p:nvCxnSpPr>
            <p:spPr>
              <a:xfrm>
                <a:off x="3507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282" name="Google Shape;1282;p135"/>
              <p:cNvCxnSpPr/>
              <p:nvPr/>
            </p:nvCxnSpPr>
            <p:spPr>
              <a:xfrm>
                <a:off x="4212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283" name="Google Shape;1283;p135"/>
              <p:cNvCxnSpPr/>
              <p:nvPr/>
            </p:nvCxnSpPr>
            <p:spPr>
              <a:xfrm>
                <a:off x="49214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284" name="Google Shape;1284;p135"/>
              <p:cNvCxnSpPr/>
              <p:nvPr/>
            </p:nvCxnSpPr>
            <p:spPr>
              <a:xfrm>
                <a:off x="56152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285" name="Google Shape;1285;p135"/>
              <p:cNvCxnSpPr/>
              <p:nvPr/>
            </p:nvCxnSpPr>
            <p:spPr>
              <a:xfrm>
                <a:off x="63207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286" name="Google Shape;1286;p135"/>
              <p:cNvCxnSpPr/>
              <p:nvPr/>
            </p:nvCxnSpPr>
            <p:spPr>
              <a:xfrm>
                <a:off x="7039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287" name="Google Shape;1287;p135"/>
              <p:cNvCxnSpPr/>
              <p:nvPr/>
            </p:nvCxnSpPr>
            <p:spPr>
              <a:xfrm>
                <a:off x="7733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288" name="Google Shape;1288;p135"/>
              <p:cNvCxnSpPr/>
              <p:nvPr/>
            </p:nvCxnSpPr>
            <p:spPr>
              <a:xfrm>
                <a:off x="8438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289" name="Google Shape;1289;p135"/>
              <p:cNvCxnSpPr/>
              <p:nvPr/>
            </p:nvCxnSpPr>
            <p:spPr>
              <a:xfrm>
                <a:off x="11750" y="482125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290" name="Google Shape;1290;p135"/>
              <p:cNvCxnSpPr/>
              <p:nvPr/>
            </p:nvCxnSpPr>
            <p:spPr>
              <a:xfrm>
                <a:off x="11750" y="935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291" name="Google Shape;1291;p135"/>
              <p:cNvCxnSpPr/>
              <p:nvPr/>
            </p:nvCxnSpPr>
            <p:spPr>
              <a:xfrm>
                <a:off x="11750" y="14028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292" name="Google Shape;1292;p135"/>
              <p:cNvCxnSpPr/>
              <p:nvPr/>
            </p:nvCxnSpPr>
            <p:spPr>
              <a:xfrm>
                <a:off x="11750" y="1870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293" name="Google Shape;1293;p135"/>
              <p:cNvCxnSpPr/>
              <p:nvPr/>
            </p:nvCxnSpPr>
            <p:spPr>
              <a:xfrm>
                <a:off x="11750" y="23380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294" name="Google Shape;1294;p135"/>
              <p:cNvCxnSpPr/>
              <p:nvPr/>
            </p:nvCxnSpPr>
            <p:spPr>
              <a:xfrm>
                <a:off x="11750" y="28056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295" name="Google Shape;1295;p135"/>
              <p:cNvCxnSpPr/>
              <p:nvPr/>
            </p:nvCxnSpPr>
            <p:spPr>
              <a:xfrm>
                <a:off x="11750" y="3273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296" name="Google Shape;1296;p135"/>
              <p:cNvCxnSpPr/>
              <p:nvPr/>
            </p:nvCxnSpPr>
            <p:spPr>
              <a:xfrm>
                <a:off x="11750" y="37479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297" name="Google Shape;1297;p135"/>
              <p:cNvCxnSpPr/>
              <p:nvPr/>
            </p:nvCxnSpPr>
            <p:spPr>
              <a:xfrm>
                <a:off x="11750" y="4208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298" name="Google Shape;1298;p135"/>
              <p:cNvCxnSpPr/>
              <p:nvPr/>
            </p:nvCxnSpPr>
            <p:spPr>
              <a:xfrm>
                <a:off x="11750" y="46688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1299" name="Google Shape;1299;p135"/>
            <p:cNvGrpSpPr/>
            <p:nvPr/>
          </p:nvGrpSpPr>
          <p:grpSpPr>
            <a:xfrm>
              <a:off x="4424426" y="2440707"/>
              <a:ext cx="4777902" cy="2703033"/>
              <a:chOff x="11750" y="-6290"/>
              <a:chExt cx="9125100" cy="5162400"/>
            </a:xfrm>
          </p:grpSpPr>
          <p:cxnSp>
            <p:nvCxnSpPr>
              <p:cNvPr id="1300" name="Google Shape;1300;p135"/>
              <p:cNvCxnSpPr/>
              <p:nvPr/>
            </p:nvCxnSpPr>
            <p:spPr>
              <a:xfrm>
                <a:off x="7055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301" name="Google Shape;1301;p135"/>
              <p:cNvCxnSpPr/>
              <p:nvPr/>
            </p:nvCxnSpPr>
            <p:spPr>
              <a:xfrm>
                <a:off x="13993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302" name="Google Shape;1302;p135"/>
              <p:cNvCxnSpPr/>
              <p:nvPr/>
            </p:nvCxnSpPr>
            <p:spPr>
              <a:xfrm>
                <a:off x="21049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303" name="Google Shape;1303;p135"/>
              <p:cNvCxnSpPr/>
              <p:nvPr/>
            </p:nvCxnSpPr>
            <p:spPr>
              <a:xfrm>
                <a:off x="2813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304" name="Google Shape;1304;p135"/>
              <p:cNvCxnSpPr/>
              <p:nvPr/>
            </p:nvCxnSpPr>
            <p:spPr>
              <a:xfrm>
                <a:off x="3507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305" name="Google Shape;1305;p135"/>
              <p:cNvCxnSpPr/>
              <p:nvPr/>
            </p:nvCxnSpPr>
            <p:spPr>
              <a:xfrm>
                <a:off x="4212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306" name="Google Shape;1306;p135"/>
              <p:cNvCxnSpPr/>
              <p:nvPr/>
            </p:nvCxnSpPr>
            <p:spPr>
              <a:xfrm>
                <a:off x="49214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307" name="Google Shape;1307;p135"/>
              <p:cNvCxnSpPr/>
              <p:nvPr/>
            </p:nvCxnSpPr>
            <p:spPr>
              <a:xfrm>
                <a:off x="56152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308" name="Google Shape;1308;p135"/>
              <p:cNvCxnSpPr/>
              <p:nvPr/>
            </p:nvCxnSpPr>
            <p:spPr>
              <a:xfrm>
                <a:off x="63207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309" name="Google Shape;1309;p135"/>
              <p:cNvCxnSpPr/>
              <p:nvPr/>
            </p:nvCxnSpPr>
            <p:spPr>
              <a:xfrm>
                <a:off x="7039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310" name="Google Shape;1310;p135"/>
              <p:cNvCxnSpPr/>
              <p:nvPr/>
            </p:nvCxnSpPr>
            <p:spPr>
              <a:xfrm>
                <a:off x="7733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311" name="Google Shape;1311;p135"/>
              <p:cNvCxnSpPr/>
              <p:nvPr/>
            </p:nvCxnSpPr>
            <p:spPr>
              <a:xfrm>
                <a:off x="8438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312" name="Google Shape;1312;p135"/>
              <p:cNvCxnSpPr/>
              <p:nvPr/>
            </p:nvCxnSpPr>
            <p:spPr>
              <a:xfrm>
                <a:off x="11750" y="482125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313" name="Google Shape;1313;p135"/>
              <p:cNvCxnSpPr/>
              <p:nvPr/>
            </p:nvCxnSpPr>
            <p:spPr>
              <a:xfrm>
                <a:off x="11750" y="935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314" name="Google Shape;1314;p135"/>
              <p:cNvCxnSpPr/>
              <p:nvPr/>
            </p:nvCxnSpPr>
            <p:spPr>
              <a:xfrm>
                <a:off x="11750" y="14028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315" name="Google Shape;1315;p135"/>
              <p:cNvCxnSpPr/>
              <p:nvPr/>
            </p:nvCxnSpPr>
            <p:spPr>
              <a:xfrm>
                <a:off x="11750" y="1870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316" name="Google Shape;1316;p135"/>
              <p:cNvCxnSpPr/>
              <p:nvPr/>
            </p:nvCxnSpPr>
            <p:spPr>
              <a:xfrm>
                <a:off x="11750" y="23380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317" name="Google Shape;1317;p135"/>
              <p:cNvCxnSpPr/>
              <p:nvPr/>
            </p:nvCxnSpPr>
            <p:spPr>
              <a:xfrm>
                <a:off x="11750" y="28056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318" name="Google Shape;1318;p135"/>
              <p:cNvCxnSpPr/>
              <p:nvPr/>
            </p:nvCxnSpPr>
            <p:spPr>
              <a:xfrm>
                <a:off x="11750" y="3273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319" name="Google Shape;1319;p135"/>
              <p:cNvCxnSpPr/>
              <p:nvPr/>
            </p:nvCxnSpPr>
            <p:spPr>
              <a:xfrm>
                <a:off x="11750" y="37479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320" name="Google Shape;1320;p135"/>
              <p:cNvCxnSpPr/>
              <p:nvPr/>
            </p:nvCxnSpPr>
            <p:spPr>
              <a:xfrm>
                <a:off x="11750" y="4208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321" name="Google Shape;1321;p135"/>
              <p:cNvCxnSpPr/>
              <p:nvPr/>
            </p:nvCxnSpPr>
            <p:spPr>
              <a:xfrm>
                <a:off x="11750" y="46688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</p:grpSp>
      <p:sp>
        <p:nvSpPr>
          <p:cNvPr id="1322" name="Google Shape;1322;p135"/>
          <p:cNvSpPr txBox="1"/>
          <p:nvPr>
            <p:ph type="title"/>
          </p:nvPr>
        </p:nvSpPr>
        <p:spPr>
          <a:xfrm>
            <a:off x="508875" y="874875"/>
            <a:ext cx="3003300" cy="5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1323" name="Google Shape;1323;p135"/>
          <p:cNvSpPr txBox="1"/>
          <p:nvPr>
            <p:ph idx="1" type="body"/>
          </p:nvPr>
        </p:nvSpPr>
        <p:spPr>
          <a:xfrm>
            <a:off x="508875" y="1539275"/>
            <a:ext cx="3488400" cy="118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indent="-2286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indent="-2286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indent="-2286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indent="-2286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indent="-2286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indent="-2286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indent="-2286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indent="-2286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324" name="Google Shape;1324;p135"/>
          <p:cNvSpPr txBox="1"/>
          <p:nvPr>
            <p:ph idx="2" type="title"/>
          </p:nvPr>
        </p:nvSpPr>
        <p:spPr>
          <a:xfrm rot="-173518">
            <a:off x="5146753" y="4388081"/>
            <a:ext cx="1974114" cy="245408"/>
          </a:xfrm>
          <a:prstGeom prst="rect">
            <a:avLst/>
          </a:prstGeom>
          <a:solidFill>
            <a:schemeClr val="accent6"/>
          </a:solidFill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1325" name="Google Shape;1325;p135"/>
          <p:cNvSpPr txBox="1"/>
          <p:nvPr>
            <p:ph idx="3" type="title"/>
          </p:nvPr>
        </p:nvSpPr>
        <p:spPr>
          <a:xfrm rot="-130161">
            <a:off x="5801505" y="3629872"/>
            <a:ext cx="2662908" cy="632256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325">
          <p15:clr>
            <a:srgbClr val="E46962"/>
          </p15:clr>
        </p15:guide>
      </p15:sldGuideLst>
    </p:ext>
  </p:extLst>
</p:sldLayout>
</file>

<file path=ppt/slideLayouts/slideLayout1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section title and description">
  <p:cSld name="BLANK_1_1_1_1_1_1_1">
    <p:spTree>
      <p:nvGrpSpPr>
        <p:cNvPr id="1326" name="Shape 1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27" name="Google Shape;1327;p136"/>
          <p:cNvGrpSpPr/>
          <p:nvPr/>
        </p:nvGrpSpPr>
        <p:grpSpPr>
          <a:xfrm>
            <a:off x="0" y="939481"/>
            <a:ext cx="9144000" cy="3964219"/>
            <a:chOff x="0" y="939481"/>
            <a:chExt cx="9144000" cy="3964219"/>
          </a:xfrm>
        </p:grpSpPr>
        <p:cxnSp>
          <p:nvCxnSpPr>
            <p:cNvPr id="1328" name="Google Shape;1328;p136"/>
            <p:cNvCxnSpPr/>
            <p:nvPr/>
          </p:nvCxnSpPr>
          <p:spPr>
            <a:xfrm>
              <a:off x="0" y="939481"/>
              <a:ext cx="91440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29" name="Google Shape;1329;p136"/>
            <p:cNvCxnSpPr/>
            <p:nvPr/>
          </p:nvCxnSpPr>
          <p:spPr>
            <a:xfrm>
              <a:off x="0" y="2846300"/>
              <a:ext cx="91440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30" name="Google Shape;1330;p136"/>
            <p:cNvCxnSpPr/>
            <p:nvPr/>
          </p:nvCxnSpPr>
          <p:spPr>
            <a:xfrm>
              <a:off x="0" y="3074900"/>
              <a:ext cx="91440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31" name="Google Shape;1331;p136"/>
            <p:cNvCxnSpPr/>
            <p:nvPr/>
          </p:nvCxnSpPr>
          <p:spPr>
            <a:xfrm>
              <a:off x="0" y="3303500"/>
              <a:ext cx="91440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32" name="Google Shape;1332;p136"/>
            <p:cNvCxnSpPr/>
            <p:nvPr/>
          </p:nvCxnSpPr>
          <p:spPr>
            <a:xfrm>
              <a:off x="0" y="3532100"/>
              <a:ext cx="91440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33" name="Google Shape;1333;p136"/>
            <p:cNvCxnSpPr/>
            <p:nvPr/>
          </p:nvCxnSpPr>
          <p:spPr>
            <a:xfrm>
              <a:off x="0" y="3760700"/>
              <a:ext cx="91440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34" name="Google Shape;1334;p136"/>
            <p:cNvCxnSpPr/>
            <p:nvPr/>
          </p:nvCxnSpPr>
          <p:spPr>
            <a:xfrm>
              <a:off x="0" y="3989300"/>
              <a:ext cx="91440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35" name="Google Shape;1335;p136"/>
            <p:cNvCxnSpPr/>
            <p:nvPr/>
          </p:nvCxnSpPr>
          <p:spPr>
            <a:xfrm>
              <a:off x="0" y="4217900"/>
              <a:ext cx="91440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36" name="Google Shape;1336;p136"/>
            <p:cNvCxnSpPr/>
            <p:nvPr/>
          </p:nvCxnSpPr>
          <p:spPr>
            <a:xfrm>
              <a:off x="0" y="4446500"/>
              <a:ext cx="91440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37" name="Google Shape;1337;p136"/>
            <p:cNvCxnSpPr/>
            <p:nvPr/>
          </p:nvCxnSpPr>
          <p:spPr>
            <a:xfrm>
              <a:off x="0" y="4675100"/>
              <a:ext cx="91440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38" name="Google Shape;1338;p136"/>
            <p:cNvCxnSpPr/>
            <p:nvPr/>
          </p:nvCxnSpPr>
          <p:spPr>
            <a:xfrm>
              <a:off x="0" y="4903700"/>
              <a:ext cx="91440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339" name="Google Shape;1339;p136"/>
          <p:cNvSpPr/>
          <p:nvPr/>
        </p:nvSpPr>
        <p:spPr>
          <a:xfrm rot="341415">
            <a:off x="4870163" y="329972"/>
            <a:ext cx="3279862" cy="460671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grpSp>
        <p:nvGrpSpPr>
          <p:cNvPr id="1340" name="Google Shape;1340;p136"/>
          <p:cNvGrpSpPr/>
          <p:nvPr/>
        </p:nvGrpSpPr>
        <p:grpSpPr>
          <a:xfrm rot="341264">
            <a:off x="4864199" y="350512"/>
            <a:ext cx="184449" cy="4334311"/>
            <a:chOff x="5380497" y="383100"/>
            <a:chExt cx="189628" cy="4456010"/>
          </a:xfrm>
        </p:grpSpPr>
        <p:grpSp>
          <p:nvGrpSpPr>
            <p:cNvPr id="1341" name="Google Shape;1341;p136"/>
            <p:cNvGrpSpPr/>
            <p:nvPr/>
          </p:nvGrpSpPr>
          <p:grpSpPr>
            <a:xfrm>
              <a:off x="5380497" y="383100"/>
              <a:ext cx="189628" cy="981668"/>
              <a:chOff x="5380497" y="383100"/>
              <a:chExt cx="189628" cy="981668"/>
            </a:xfrm>
          </p:grpSpPr>
          <p:grpSp>
            <p:nvGrpSpPr>
              <p:cNvPr id="1342" name="Google Shape;1342;p136"/>
              <p:cNvGrpSpPr/>
              <p:nvPr/>
            </p:nvGrpSpPr>
            <p:grpSpPr>
              <a:xfrm>
                <a:off x="5380497" y="383100"/>
                <a:ext cx="187974" cy="130800"/>
                <a:chOff x="4804925" y="764100"/>
                <a:chExt cx="187974" cy="130800"/>
              </a:xfrm>
            </p:grpSpPr>
            <p:sp>
              <p:nvSpPr>
                <p:cNvPr id="1343" name="Google Shape;1343;p136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344" name="Google Shape;1344;p136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1345" name="Google Shape;1345;p136"/>
              <p:cNvGrpSpPr/>
              <p:nvPr/>
            </p:nvGrpSpPr>
            <p:grpSpPr>
              <a:xfrm>
                <a:off x="5382151" y="822110"/>
                <a:ext cx="187974" cy="130800"/>
                <a:chOff x="4804925" y="764100"/>
                <a:chExt cx="187974" cy="130800"/>
              </a:xfrm>
            </p:grpSpPr>
            <p:sp>
              <p:nvSpPr>
                <p:cNvPr id="1346" name="Google Shape;1346;p136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347" name="Google Shape;1347;p136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1348" name="Google Shape;1348;p136"/>
              <p:cNvGrpSpPr/>
              <p:nvPr/>
            </p:nvGrpSpPr>
            <p:grpSpPr>
              <a:xfrm>
                <a:off x="5382151" y="1233968"/>
                <a:ext cx="187974" cy="130800"/>
                <a:chOff x="4804925" y="764100"/>
                <a:chExt cx="187974" cy="130800"/>
              </a:xfrm>
            </p:grpSpPr>
            <p:sp>
              <p:nvSpPr>
                <p:cNvPr id="1349" name="Google Shape;1349;p136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350" name="Google Shape;1350;p136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  <p:grpSp>
          <p:nvGrpSpPr>
            <p:cNvPr id="1351" name="Google Shape;1351;p136"/>
            <p:cNvGrpSpPr/>
            <p:nvPr/>
          </p:nvGrpSpPr>
          <p:grpSpPr>
            <a:xfrm>
              <a:off x="5380497" y="1678500"/>
              <a:ext cx="189628" cy="981668"/>
              <a:chOff x="5380497" y="383100"/>
              <a:chExt cx="189628" cy="981668"/>
            </a:xfrm>
          </p:grpSpPr>
          <p:grpSp>
            <p:nvGrpSpPr>
              <p:cNvPr id="1352" name="Google Shape;1352;p136"/>
              <p:cNvGrpSpPr/>
              <p:nvPr/>
            </p:nvGrpSpPr>
            <p:grpSpPr>
              <a:xfrm>
                <a:off x="5380497" y="383100"/>
                <a:ext cx="187974" cy="130800"/>
                <a:chOff x="4804925" y="764100"/>
                <a:chExt cx="187974" cy="130800"/>
              </a:xfrm>
            </p:grpSpPr>
            <p:sp>
              <p:nvSpPr>
                <p:cNvPr id="1353" name="Google Shape;1353;p136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354" name="Google Shape;1354;p136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1355" name="Google Shape;1355;p136"/>
              <p:cNvGrpSpPr/>
              <p:nvPr/>
            </p:nvGrpSpPr>
            <p:grpSpPr>
              <a:xfrm>
                <a:off x="5382151" y="822110"/>
                <a:ext cx="187974" cy="130800"/>
                <a:chOff x="4804925" y="764100"/>
                <a:chExt cx="187974" cy="130800"/>
              </a:xfrm>
            </p:grpSpPr>
            <p:sp>
              <p:nvSpPr>
                <p:cNvPr id="1356" name="Google Shape;1356;p136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357" name="Google Shape;1357;p136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1358" name="Google Shape;1358;p136"/>
              <p:cNvGrpSpPr/>
              <p:nvPr/>
            </p:nvGrpSpPr>
            <p:grpSpPr>
              <a:xfrm>
                <a:off x="5382151" y="1233968"/>
                <a:ext cx="187974" cy="130800"/>
                <a:chOff x="4804925" y="764100"/>
                <a:chExt cx="187974" cy="130800"/>
              </a:xfrm>
            </p:grpSpPr>
            <p:sp>
              <p:nvSpPr>
                <p:cNvPr id="1359" name="Google Shape;1359;p136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360" name="Google Shape;1360;p136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  <p:grpSp>
          <p:nvGrpSpPr>
            <p:cNvPr id="1361" name="Google Shape;1361;p136"/>
            <p:cNvGrpSpPr/>
            <p:nvPr/>
          </p:nvGrpSpPr>
          <p:grpSpPr>
            <a:xfrm>
              <a:off x="5380497" y="2973900"/>
              <a:ext cx="189628" cy="981668"/>
              <a:chOff x="5380497" y="383100"/>
              <a:chExt cx="189628" cy="981668"/>
            </a:xfrm>
          </p:grpSpPr>
          <p:grpSp>
            <p:nvGrpSpPr>
              <p:cNvPr id="1362" name="Google Shape;1362;p136"/>
              <p:cNvGrpSpPr/>
              <p:nvPr/>
            </p:nvGrpSpPr>
            <p:grpSpPr>
              <a:xfrm>
                <a:off x="5380497" y="383100"/>
                <a:ext cx="187974" cy="130800"/>
                <a:chOff x="4804925" y="764100"/>
                <a:chExt cx="187974" cy="130800"/>
              </a:xfrm>
            </p:grpSpPr>
            <p:sp>
              <p:nvSpPr>
                <p:cNvPr id="1363" name="Google Shape;1363;p136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364" name="Google Shape;1364;p136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1365" name="Google Shape;1365;p136"/>
              <p:cNvGrpSpPr/>
              <p:nvPr/>
            </p:nvGrpSpPr>
            <p:grpSpPr>
              <a:xfrm>
                <a:off x="5382151" y="822110"/>
                <a:ext cx="187974" cy="130800"/>
                <a:chOff x="4804925" y="764100"/>
                <a:chExt cx="187974" cy="130800"/>
              </a:xfrm>
            </p:grpSpPr>
            <p:sp>
              <p:nvSpPr>
                <p:cNvPr id="1366" name="Google Shape;1366;p136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367" name="Google Shape;1367;p136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1368" name="Google Shape;1368;p136"/>
              <p:cNvGrpSpPr/>
              <p:nvPr/>
            </p:nvGrpSpPr>
            <p:grpSpPr>
              <a:xfrm>
                <a:off x="5382151" y="1233968"/>
                <a:ext cx="187974" cy="130800"/>
                <a:chOff x="4804925" y="764100"/>
                <a:chExt cx="187974" cy="130800"/>
              </a:xfrm>
            </p:grpSpPr>
            <p:sp>
              <p:nvSpPr>
                <p:cNvPr id="1369" name="Google Shape;1369;p136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370" name="Google Shape;1370;p136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  <p:grpSp>
          <p:nvGrpSpPr>
            <p:cNvPr id="1371" name="Google Shape;1371;p136"/>
            <p:cNvGrpSpPr/>
            <p:nvPr/>
          </p:nvGrpSpPr>
          <p:grpSpPr>
            <a:xfrm>
              <a:off x="5380497" y="4269300"/>
              <a:ext cx="189628" cy="569810"/>
              <a:chOff x="5380497" y="383100"/>
              <a:chExt cx="189628" cy="569810"/>
            </a:xfrm>
          </p:grpSpPr>
          <p:grpSp>
            <p:nvGrpSpPr>
              <p:cNvPr id="1372" name="Google Shape;1372;p136"/>
              <p:cNvGrpSpPr/>
              <p:nvPr/>
            </p:nvGrpSpPr>
            <p:grpSpPr>
              <a:xfrm>
                <a:off x="5380497" y="383100"/>
                <a:ext cx="187974" cy="130800"/>
                <a:chOff x="4804925" y="764100"/>
                <a:chExt cx="187974" cy="130800"/>
              </a:xfrm>
            </p:grpSpPr>
            <p:sp>
              <p:nvSpPr>
                <p:cNvPr id="1373" name="Google Shape;1373;p136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374" name="Google Shape;1374;p136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1375" name="Google Shape;1375;p136"/>
              <p:cNvGrpSpPr/>
              <p:nvPr/>
            </p:nvGrpSpPr>
            <p:grpSpPr>
              <a:xfrm>
                <a:off x="5382151" y="822110"/>
                <a:ext cx="187974" cy="130800"/>
                <a:chOff x="4804925" y="764100"/>
                <a:chExt cx="187974" cy="130800"/>
              </a:xfrm>
            </p:grpSpPr>
            <p:sp>
              <p:nvSpPr>
                <p:cNvPr id="1376" name="Google Shape;1376;p136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377" name="Google Shape;1377;p136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</p:grpSp>
      <p:sp>
        <p:nvSpPr>
          <p:cNvPr id="1378" name="Google Shape;1378;p136"/>
          <p:cNvSpPr/>
          <p:nvPr/>
        </p:nvSpPr>
        <p:spPr>
          <a:xfrm>
            <a:off x="5136896" y="329628"/>
            <a:ext cx="3280500" cy="46074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grpSp>
        <p:nvGrpSpPr>
          <p:cNvPr id="1379" name="Google Shape;1379;p136"/>
          <p:cNvGrpSpPr/>
          <p:nvPr/>
        </p:nvGrpSpPr>
        <p:grpSpPr>
          <a:xfrm>
            <a:off x="5137471" y="504148"/>
            <a:ext cx="184470" cy="4334807"/>
            <a:chOff x="5380497" y="383100"/>
            <a:chExt cx="189628" cy="4456010"/>
          </a:xfrm>
        </p:grpSpPr>
        <p:grpSp>
          <p:nvGrpSpPr>
            <p:cNvPr id="1380" name="Google Shape;1380;p136"/>
            <p:cNvGrpSpPr/>
            <p:nvPr/>
          </p:nvGrpSpPr>
          <p:grpSpPr>
            <a:xfrm>
              <a:off x="5380497" y="383100"/>
              <a:ext cx="189628" cy="981668"/>
              <a:chOff x="5380497" y="383100"/>
              <a:chExt cx="189628" cy="981668"/>
            </a:xfrm>
          </p:grpSpPr>
          <p:grpSp>
            <p:nvGrpSpPr>
              <p:cNvPr id="1381" name="Google Shape;1381;p136"/>
              <p:cNvGrpSpPr/>
              <p:nvPr/>
            </p:nvGrpSpPr>
            <p:grpSpPr>
              <a:xfrm>
                <a:off x="5380497" y="383100"/>
                <a:ext cx="187974" cy="130800"/>
                <a:chOff x="4804925" y="764100"/>
                <a:chExt cx="187974" cy="130800"/>
              </a:xfrm>
            </p:grpSpPr>
            <p:sp>
              <p:nvSpPr>
                <p:cNvPr id="1382" name="Google Shape;1382;p136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383" name="Google Shape;1383;p136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1384" name="Google Shape;1384;p136"/>
              <p:cNvGrpSpPr/>
              <p:nvPr/>
            </p:nvGrpSpPr>
            <p:grpSpPr>
              <a:xfrm>
                <a:off x="5382151" y="822110"/>
                <a:ext cx="187974" cy="130800"/>
                <a:chOff x="4804925" y="764100"/>
                <a:chExt cx="187974" cy="130800"/>
              </a:xfrm>
            </p:grpSpPr>
            <p:sp>
              <p:nvSpPr>
                <p:cNvPr id="1385" name="Google Shape;1385;p136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386" name="Google Shape;1386;p136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1387" name="Google Shape;1387;p136"/>
              <p:cNvGrpSpPr/>
              <p:nvPr/>
            </p:nvGrpSpPr>
            <p:grpSpPr>
              <a:xfrm>
                <a:off x="5382151" y="1233968"/>
                <a:ext cx="187974" cy="130800"/>
                <a:chOff x="4804925" y="764100"/>
                <a:chExt cx="187974" cy="130800"/>
              </a:xfrm>
            </p:grpSpPr>
            <p:sp>
              <p:nvSpPr>
                <p:cNvPr id="1388" name="Google Shape;1388;p136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389" name="Google Shape;1389;p136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  <p:grpSp>
          <p:nvGrpSpPr>
            <p:cNvPr id="1390" name="Google Shape;1390;p136"/>
            <p:cNvGrpSpPr/>
            <p:nvPr/>
          </p:nvGrpSpPr>
          <p:grpSpPr>
            <a:xfrm>
              <a:off x="5380497" y="1678500"/>
              <a:ext cx="189628" cy="981668"/>
              <a:chOff x="5380497" y="383100"/>
              <a:chExt cx="189628" cy="981668"/>
            </a:xfrm>
          </p:grpSpPr>
          <p:grpSp>
            <p:nvGrpSpPr>
              <p:cNvPr id="1391" name="Google Shape;1391;p136"/>
              <p:cNvGrpSpPr/>
              <p:nvPr/>
            </p:nvGrpSpPr>
            <p:grpSpPr>
              <a:xfrm>
                <a:off x="5380497" y="383100"/>
                <a:ext cx="187974" cy="130800"/>
                <a:chOff x="4804925" y="764100"/>
                <a:chExt cx="187974" cy="130800"/>
              </a:xfrm>
            </p:grpSpPr>
            <p:sp>
              <p:nvSpPr>
                <p:cNvPr id="1392" name="Google Shape;1392;p136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393" name="Google Shape;1393;p136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1394" name="Google Shape;1394;p136"/>
              <p:cNvGrpSpPr/>
              <p:nvPr/>
            </p:nvGrpSpPr>
            <p:grpSpPr>
              <a:xfrm>
                <a:off x="5382151" y="822110"/>
                <a:ext cx="187974" cy="130800"/>
                <a:chOff x="4804925" y="764100"/>
                <a:chExt cx="187974" cy="130800"/>
              </a:xfrm>
            </p:grpSpPr>
            <p:sp>
              <p:nvSpPr>
                <p:cNvPr id="1395" name="Google Shape;1395;p136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396" name="Google Shape;1396;p136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1397" name="Google Shape;1397;p136"/>
              <p:cNvGrpSpPr/>
              <p:nvPr/>
            </p:nvGrpSpPr>
            <p:grpSpPr>
              <a:xfrm>
                <a:off x="5382151" y="1233968"/>
                <a:ext cx="187974" cy="130800"/>
                <a:chOff x="4804925" y="764100"/>
                <a:chExt cx="187974" cy="130800"/>
              </a:xfrm>
            </p:grpSpPr>
            <p:sp>
              <p:nvSpPr>
                <p:cNvPr id="1398" name="Google Shape;1398;p136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399" name="Google Shape;1399;p136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  <p:grpSp>
          <p:nvGrpSpPr>
            <p:cNvPr id="1400" name="Google Shape;1400;p136"/>
            <p:cNvGrpSpPr/>
            <p:nvPr/>
          </p:nvGrpSpPr>
          <p:grpSpPr>
            <a:xfrm>
              <a:off x="5380497" y="2973900"/>
              <a:ext cx="189628" cy="981668"/>
              <a:chOff x="5380497" y="383100"/>
              <a:chExt cx="189628" cy="981668"/>
            </a:xfrm>
          </p:grpSpPr>
          <p:grpSp>
            <p:nvGrpSpPr>
              <p:cNvPr id="1401" name="Google Shape;1401;p136"/>
              <p:cNvGrpSpPr/>
              <p:nvPr/>
            </p:nvGrpSpPr>
            <p:grpSpPr>
              <a:xfrm>
                <a:off x="5380497" y="383100"/>
                <a:ext cx="187974" cy="130800"/>
                <a:chOff x="4804925" y="764100"/>
                <a:chExt cx="187974" cy="130800"/>
              </a:xfrm>
            </p:grpSpPr>
            <p:sp>
              <p:nvSpPr>
                <p:cNvPr id="1402" name="Google Shape;1402;p136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403" name="Google Shape;1403;p136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1404" name="Google Shape;1404;p136"/>
              <p:cNvGrpSpPr/>
              <p:nvPr/>
            </p:nvGrpSpPr>
            <p:grpSpPr>
              <a:xfrm>
                <a:off x="5382151" y="822110"/>
                <a:ext cx="187974" cy="130800"/>
                <a:chOff x="4804925" y="764100"/>
                <a:chExt cx="187974" cy="130800"/>
              </a:xfrm>
            </p:grpSpPr>
            <p:sp>
              <p:nvSpPr>
                <p:cNvPr id="1405" name="Google Shape;1405;p136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406" name="Google Shape;1406;p136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1407" name="Google Shape;1407;p136"/>
              <p:cNvGrpSpPr/>
              <p:nvPr/>
            </p:nvGrpSpPr>
            <p:grpSpPr>
              <a:xfrm>
                <a:off x="5382151" y="1233968"/>
                <a:ext cx="187974" cy="130800"/>
                <a:chOff x="4804925" y="764100"/>
                <a:chExt cx="187974" cy="130800"/>
              </a:xfrm>
            </p:grpSpPr>
            <p:sp>
              <p:nvSpPr>
                <p:cNvPr id="1408" name="Google Shape;1408;p136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409" name="Google Shape;1409;p136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  <p:grpSp>
          <p:nvGrpSpPr>
            <p:cNvPr id="1410" name="Google Shape;1410;p136"/>
            <p:cNvGrpSpPr/>
            <p:nvPr/>
          </p:nvGrpSpPr>
          <p:grpSpPr>
            <a:xfrm>
              <a:off x="5380497" y="4269300"/>
              <a:ext cx="189628" cy="569810"/>
              <a:chOff x="5380497" y="383100"/>
              <a:chExt cx="189628" cy="569810"/>
            </a:xfrm>
          </p:grpSpPr>
          <p:grpSp>
            <p:nvGrpSpPr>
              <p:cNvPr id="1411" name="Google Shape;1411;p136"/>
              <p:cNvGrpSpPr/>
              <p:nvPr/>
            </p:nvGrpSpPr>
            <p:grpSpPr>
              <a:xfrm>
                <a:off x="5380497" y="383100"/>
                <a:ext cx="187974" cy="130800"/>
                <a:chOff x="4804925" y="764100"/>
                <a:chExt cx="187974" cy="130800"/>
              </a:xfrm>
            </p:grpSpPr>
            <p:sp>
              <p:nvSpPr>
                <p:cNvPr id="1412" name="Google Shape;1412;p136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413" name="Google Shape;1413;p136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1414" name="Google Shape;1414;p136"/>
              <p:cNvGrpSpPr/>
              <p:nvPr/>
            </p:nvGrpSpPr>
            <p:grpSpPr>
              <a:xfrm>
                <a:off x="5382151" y="822110"/>
                <a:ext cx="187974" cy="130800"/>
                <a:chOff x="4804925" y="764100"/>
                <a:chExt cx="187974" cy="130800"/>
              </a:xfrm>
            </p:grpSpPr>
            <p:sp>
              <p:nvSpPr>
                <p:cNvPr id="1415" name="Google Shape;1415;p136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416" name="Google Shape;1416;p136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</p:grpSp>
      <p:sp>
        <p:nvSpPr>
          <p:cNvPr id="1417" name="Google Shape;1417;p136"/>
          <p:cNvSpPr txBox="1"/>
          <p:nvPr>
            <p:ph idx="1" type="body"/>
          </p:nvPr>
        </p:nvSpPr>
        <p:spPr>
          <a:xfrm>
            <a:off x="5586600" y="641275"/>
            <a:ext cx="2627700" cy="3119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1418" name="Google Shape;1418;p136"/>
          <p:cNvSpPr txBox="1"/>
          <p:nvPr>
            <p:ph type="title"/>
          </p:nvPr>
        </p:nvSpPr>
        <p:spPr>
          <a:xfrm>
            <a:off x="521275" y="525800"/>
            <a:ext cx="2094900" cy="143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325">
          <p15:clr>
            <a:srgbClr val="E46962"/>
          </p15:clr>
        </p15:guide>
      </p15:sldGuideLst>
    </p:ext>
  </p:extLst>
</p:sldLayout>
</file>

<file path=ppt/slideLayouts/slideLayout1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Notes ">
  <p:cSld name="CUSTOM_2">
    <p:spTree>
      <p:nvGrpSpPr>
        <p:cNvPr id="1419" name="Shape 1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0" name="Google Shape;1420;p137"/>
          <p:cNvGrpSpPr/>
          <p:nvPr/>
        </p:nvGrpSpPr>
        <p:grpSpPr>
          <a:xfrm>
            <a:off x="0" y="-6300"/>
            <a:ext cx="9162087" cy="5150040"/>
            <a:chOff x="11751" y="-6300"/>
            <a:chExt cx="9190577" cy="5150040"/>
          </a:xfrm>
        </p:grpSpPr>
        <p:grpSp>
          <p:nvGrpSpPr>
            <p:cNvPr id="1421" name="Google Shape;1421;p137"/>
            <p:cNvGrpSpPr/>
            <p:nvPr/>
          </p:nvGrpSpPr>
          <p:grpSpPr>
            <a:xfrm>
              <a:off x="11751" y="-6300"/>
              <a:ext cx="4777902" cy="2703033"/>
              <a:chOff x="11750" y="-6290"/>
              <a:chExt cx="9125100" cy="5162400"/>
            </a:xfrm>
          </p:grpSpPr>
          <p:cxnSp>
            <p:nvCxnSpPr>
              <p:cNvPr id="1422" name="Google Shape;1422;p137"/>
              <p:cNvCxnSpPr/>
              <p:nvPr/>
            </p:nvCxnSpPr>
            <p:spPr>
              <a:xfrm>
                <a:off x="7055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23" name="Google Shape;1423;p137"/>
              <p:cNvCxnSpPr/>
              <p:nvPr/>
            </p:nvCxnSpPr>
            <p:spPr>
              <a:xfrm>
                <a:off x="13993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24" name="Google Shape;1424;p137"/>
              <p:cNvCxnSpPr/>
              <p:nvPr/>
            </p:nvCxnSpPr>
            <p:spPr>
              <a:xfrm>
                <a:off x="21049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25" name="Google Shape;1425;p137"/>
              <p:cNvCxnSpPr/>
              <p:nvPr/>
            </p:nvCxnSpPr>
            <p:spPr>
              <a:xfrm>
                <a:off x="2813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26" name="Google Shape;1426;p137"/>
              <p:cNvCxnSpPr/>
              <p:nvPr/>
            </p:nvCxnSpPr>
            <p:spPr>
              <a:xfrm>
                <a:off x="3507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27" name="Google Shape;1427;p137"/>
              <p:cNvCxnSpPr/>
              <p:nvPr/>
            </p:nvCxnSpPr>
            <p:spPr>
              <a:xfrm>
                <a:off x="4212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28" name="Google Shape;1428;p137"/>
              <p:cNvCxnSpPr/>
              <p:nvPr/>
            </p:nvCxnSpPr>
            <p:spPr>
              <a:xfrm>
                <a:off x="49214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29" name="Google Shape;1429;p137"/>
              <p:cNvCxnSpPr/>
              <p:nvPr/>
            </p:nvCxnSpPr>
            <p:spPr>
              <a:xfrm>
                <a:off x="56152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30" name="Google Shape;1430;p137"/>
              <p:cNvCxnSpPr/>
              <p:nvPr/>
            </p:nvCxnSpPr>
            <p:spPr>
              <a:xfrm>
                <a:off x="63207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31" name="Google Shape;1431;p137"/>
              <p:cNvCxnSpPr/>
              <p:nvPr/>
            </p:nvCxnSpPr>
            <p:spPr>
              <a:xfrm>
                <a:off x="7039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32" name="Google Shape;1432;p137"/>
              <p:cNvCxnSpPr/>
              <p:nvPr/>
            </p:nvCxnSpPr>
            <p:spPr>
              <a:xfrm>
                <a:off x="7733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33" name="Google Shape;1433;p137"/>
              <p:cNvCxnSpPr/>
              <p:nvPr/>
            </p:nvCxnSpPr>
            <p:spPr>
              <a:xfrm>
                <a:off x="8438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34" name="Google Shape;1434;p137"/>
              <p:cNvCxnSpPr/>
              <p:nvPr/>
            </p:nvCxnSpPr>
            <p:spPr>
              <a:xfrm>
                <a:off x="11750" y="482125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35" name="Google Shape;1435;p137"/>
              <p:cNvCxnSpPr/>
              <p:nvPr/>
            </p:nvCxnSpPr>
            <p:spPr>
              <a:xfrm>
                <a:off x="11750" y="935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36" name="Google Shape;1436;p137"/>
              <p:cNvCxnSpPr/>
              <p:nvPr/>
            </p:nvCxnSpPr>
            <p:spPr>
              <a:xfrm>
                <a:off x="11750" y="14028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37" name="Google Shape;1437;p137"/>
              <p:cNvCxnSpPr/>
              <p:nvPr/>
            </p:nvCxnSpPr>
            <p:spPr>
              <a:xfrm>
                <a:off x="11750" y="1870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38" name="Google Shape;1438;p137"/>
              <p:cNvCxnSpPr/>
              <p:nvPr/>
            </p:nvCxnSpPr>
            <p:spPr>
              <a:xfrm>
                <a:off x="11750" y="23380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39" name="Google Shape;1439;p137"/>
              <p:cNvCxnSpPr/>
              <p:nvPr/>
            </p:nvCxnSpPr>
            <p:spPr>
              <a:xfrm>
                <a:off x="11750" y="28056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40" name="Google Shape;1440;p137"/>
              <p:cNvCxnSpPr/>
              <p:nvPr/>
            </p:nvCxnSpPr>
            <p:spPr>
              <a:xfrm>
                <a:off x="11750" y="3273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41" name="Google Shape;1441;p137"/>
              <p:cNvCxnSpPr/>
              <p:nvPr/>
            </p:nvCxnSpPr>
            <p:spPr>
              <a:xfrm>
                <a:off x="11750" y="37479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42" name="Google Shape;1442;p137"/>
              <p:cNvCxnSpPr/>
              <p:nvPr/>
            </p:nvCxnSpPr>
            <p:spPr>
              <a:xfrm>
                <a:off x="11750" y="4208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43" name="Google Shape;1443;p137"/>
              <p:cNvCxnSpPr/>
              <p:nvPr/>
            </p:nvCxnSpPr>
            <p:spPr>
              <a:xfrm>
                <a:off x="11750" y="46688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1444" name="Google Shape;1444;p137"/>
            <p:cNvGrpSpPr/>
            <p:nvPr/>
          </p:nvGrpSpPr>
          <p:grpSpPr>
            <a:xfrm>
              <a:off x="11751" y="2440707"/>
              <a:ext cx="4777902" cy="2703033"/>
              <a:chOff x="11750" y="-6290"/>
              <a:chExt cx="9125100" cy="5162400"/>
            </a:xfrm>
          </p:grpSpPr>
          <p:cxnSp>
            <p:nvCxnSpPr>
              <p:cNvPr id="1445" name="Google Shape;1445;p137"/>
              <p:cNvCxnSpPr/>
              <p:nvPr/>
            </p:nvCxnSpPr>
            <p:spPr>
              <a:xfrm>
                <a:off x="7055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46" name="Google Shape;1446;p137"/>
              <p:cNvCxnSpPr/>
              <p:nvPr/>
            </p:nvCxnSpPr>
            <p:spPr>
              <a:xfrm>
                <a:off x="13993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47" name="Google Shape;1447;p137"/>
              <p:cNvCxnSpPr/>
              <p:nvPr/>
            </p:nvCxnSpPr>
            <p:spPr>
              <a:xfrm>
                <a:off x="21049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48" name="Google Shape;1448;p137"/>
              <p:cNvCxnSpPr/>
              <p:nvPr/>
            </p:nvCxnSpPr>
            <p:spPr>
              <a:xfrm>
                <a:off x="2813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49" name="Google Shape;1449;p137"/>
              <p:cNvCxnSpPr/>
              <p:nvPr/>
            </p:nvCxnSpPr>
            <p:spPr>
              <a:xfrm>
                <a:off x="3507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50" name="Google Shape;1450;p137"/>
              <p:cNvCxnSpPr/>
              <p:nvPr/>
            </p:nvCxnSpPr>
            <p:spPr>
              <a:xfrm>
                <a:off x="4212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51" name="Google Shape;1451;p137"/>
              <p:cNvCxnSpPr/>
              <p:nvPr/>
            </p:nvCxnSpPr>
            <p:spPr>
              <a:xfrm>
                <a:off x="49214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52" name="Google Shape;1452;p137"/>
              <p:cNvCxnSpPr/>
              <p:nvPr/>
            </p:nvCxnSpPr>
            <p:spPr>
              <a:xfrm>
                <a:off x="56152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53" name="Google Shape;1453;p137"/>
              <p:cNvCxnSpPr/>
              <p:nvPr/>
            </p:nvCxnSpPr>
            <p:spPr>
              <a:xfrm>
                <a:off x="63207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54" name="Google Shape;1454;p137"/>
              <p:cNvCxnSpPr/>
              <p:nvPr/>
            </p:nvCxnSpPr>
            <p:spPr>
              <a:xfrm>
                <a:off x="7039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55" name="Google Shape;1455;p137"/>
              <p:cNvCxnSpPr/>
              <p:nvPr/>
            </p:nvCxnSpPr>
            <p:spPr>
              <a:xfrm>
                <a:off x="7733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56" name="Google Shape;1456;p137"/>
              <p:cNvCxnSpPr/>
              <p:nvPr/>
            </p:nvCxnSpPr>
            <p:spPr>
              <a:xfrm>
                <a:off x="8438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57" name="Google Shape;1457;p137"/>
              <p:cNvCxnSpPr/>
              <p:nvPr/>
            </p:nvCxnSpPr>
            <p:spPr>
              <a:xfrm>
                <a:off x="11750" y="482125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58" name="Google Shape;1458;p137"/>
              <p:cNvCxnSpPr/>
              <p:nvPr/>
            </p:nvCxnSpPr>
            <p:spPr>
              <a:xfrm>
                <a:off x="11750" y="935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59" name="Google Shape;1459;p137"/>
              <p:cNvCxnSpPr/>
              <p:nvPr/>
            </p:nvCxnSpPr>
            <p:spPr>
              <a:xfrm>
                <a:off x="11750" y="14028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60" name="Google Shape;1460;p137"/>
              <p:cNvCxnSpPr/>
              <p:nvPr/>
            </p:nvCxnSpPr>
            <p:spPr>
              <a:xfrm>
                <a:off x="11750" y="1870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61" name="Google Shape;1461;p137"/>
              <p:cNvCxnSpPr/>
              <p:nvPr/>
            </p:nvCxnSpPr>
            <p:spPr>
              <a:xfrm>
                <a:off x="11750" y="23380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62" name="Google Shape;1462;p137"/>
              <p:cNvCxnSpPr/>
              <p:nvPr/>
            </p:nvCxnSpPr>
            <p:spPr>
              <a:xfrm>
                <a:off x="11750" y="28056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63" name="Google Shape;1463;p137"/>
              <p:cNvCxnSpPr/>
              <p:nvPr/>
            </p:nvCxnSpPr>
            <p:spPr>
              <a:xfrm>
                <a:off x="11750" y="3273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64" name="Google Shape;1464;p137"/>
              <p:cNvCxnSpPr/>
              <p:nvPr/>
            </p:nvCxnSpPr>
            <p:spPr>
              <a:xfrm>
                <a:off x="11750" y="37479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65" name="Google Shape;1465;p137"/>
              <p:cNvCxnSpPr/>
              <p:nvPr/>
            </p:nvCxnSpPr>
            <p:spPr>
              <a:xfrm>
                <a:off x="11750" y="4208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66" name="Google Shape;1466;p137"/>
              <p:cNvCxnSpPr/>
              <p:nvPr/>
            </p:nvCxnSpPr>
            <p:spPr>
              <a:xfrm>
                <a:off x="11750" y="46688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1467" name="Google Shape;1467;p137"/>
            <p:cNvGrpSpPr/>
            <p:nvPr/>
          </p:nvGrpSpPr>
          <p:grpSpPr>
            <a:xfrm>
              <a:off x="4424426" y="-6300"/>
              <a:ext cx="4777902" cy="2703033"/>
              <a:chOff x="11750" y="-6290"/>
              <a:chExt cx="9125100" cy="5162400"/>
            </a:xfrm>
          </p:grpSpPr>
          <p:cxnSp>
            <p:nvCxnSpPr>
              <p:cNvPr id="1468" name="Google Shape;1468;p137"/>
              <p:cNvCxnSpPr/>
              <p:nvPr/>
            </p:nvCxnSpPr>
            <p:spPr>
              <a:xfrm>
                <a:off x="7055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69" name="Google Shape;1469;p137"/>
              <p:cNvCxnSpPr/>
              <p:nvPr/>
            </p:nvCxnSpPr>
            <p:spPr>
              <a:xfrm>
                <a:off x="13993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70" name="Google Shape;1470;p137"/>
              <p:cNvCxnSpPr/>
              <p:nvPr/>
            </p:nvCxnSpPr>
            <p:spPr>
              <a:xfrm>
                <a:off x="21049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71" name="Google Shape;1471;p137"/>
              <p:cNvCxnSpPr/>
              <p:nvPr/>
            </p:nvCxnSpPr>
            <p:spPr>
              <a:xfrm>
                <a:off x="2813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72" name="Google Shape;1472;p137"/>
              <p:cNvCxnSpPr/>
              <p:nvPr/>
            </p:nvCxnSpPr>
            <p:spPr>
              <a:xfrm>
                <a:off x="3507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73" name="Google Shape;1473;p137"/>
              <p:cNvCxnSpPr/>
              <p:nvPr/>
            </p:nvCxnSpPr>
            <p:spPr>
              <a:xfrm>
                <a:off x="4212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74" name="Google Shape;1474;p137"/>
              <p:cNvCxnSpPr/>
              <p:nvPr/>
            </p:nvCxnSpPr>
            <p:spPr>
              <a:xfrm>
                <a:off x="49214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75" name="Google Shape;1475;p137"/>
              <p:cNvCxnSpPr/>
              <p:nvPr/>
            </p:nvCxnSpPr>
            <p:spPr>
              <a:xfrm>
                <a:off x="56152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76" name="Google Shape;1476;p137"/>
              <p:cNvCxnSpPr/>
              <p:nvPr/>
            </p:nvCxnSpPr>
            <p:spPr>
              <a:xfrm>
                <a:off x="63207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77" name="Google Shape;1477;p137"/>
              <p:cNvCxnSpPr/>
              <p:nvPr/>
            </p:nvCxnSpPr>
            <p:spPr>
              <a:xfrm>
                <a:off x="7039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78" name="Google Shape;1478;p137"/>
              <p:cNvCxnSpPr/>
              <p:nvPr/>
            </p:nvCxnSpPr>
            <p:spPr>
              <a:xfrm>
                <a:off x="7733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79" name="Google Shape;1479;p137"/>
              <p:cNvCxnSpPr/>
              <p:nvPr/>
            </p:nvCxnSpPr>
            <p:spPr>
              <a:xfrm>
                <a:off x="8438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80" name="Google Shape;1480;p137"/>
              <p:cNvCxnSpPr/>
              <p:nvPr/>
            </p:nvCxnSpPr>
            <p:spPr>
              <a:xfrm>
                <a:off x="11750" y="482125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81" name="Google Shape;1481;p137"/>
              <p:cNvCxnSpPr/>
              <p:nvPr/>
            </p:nvCxnSpPr>
            <p:spPr>
              <a:xfrm>
                <a:off x="11750" y="935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82" name="Google Shape;1482;p137"/>
              <p:cNvCxnSpPr/>
              <p:nvPr/>
            </p:nvCxnSpPr>
            <p:spPr>
              <a:xfrm>
                <a:off x="11750" y="14028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83" name="Google Shape;1483;p137"/>
              <p:cNvCxnSpPr/>
              <p:nvPr/>
            </p:nvCxnSpPr>
            <p:spPr>
              <a:xfrm>
                <a:off x="11750" y="1870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84" name="Google Shape;1484;p137"/>
              <p:cNvCxnSpPr/>
              <p:nvPr/>
            </p:nvCxnSpPr>
            <p:spPr>
              <a:xfrm>
                <a:off x="11750" y="23380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85" name="Google Shape;1485;p137"/>
              <p:cNvCxnSpPr/>
              <p:nvPr/>
            </p:nvCxnSpPr>
            <p:spPr>
              <a:xfrm>
                <a:off x="11750" y="28056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86" name="Google Shape;1486;p137"/>
              <p:cNvCxnSpPr/>
              <p:nvPr/>
            </p:nvCxnSpPr>
            <p:spPr>
              <a:xfrm>
                <a:off x="11750" y="3273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87" name="Google Shape;1487;p137"/>
              <p:cNvCxnSpPr/>
              <p:nvPr/>
            </p:nvCxnSpPr>
            <p:spPr>
              <a:xfrm>
                <a:off x="11750" y="37479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88" name="Google Shape;1488;p137"/>
              <p:cNvCxnSpPr/>
              <p:nvPr/>
            </p:nvCxnSpPr>
            <p:spPr>
              <a:xfrm>
                <a:off x="11750" y="4208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89" name="Google Shape;1489;p137"/>
              <p:cNvCxnSpPr/>
              <p:nvPr/>
            </p:nvCxnSpPr>
            <p:spPr>
              <a:xfrm>
                <a:off x="11750" y="46688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1490" name="Google Shape;1490;p137"/>
            <p:cNvGrpSpPr/>
            <p:nvPr/>
          </p:nvGrpSpPr>
          <p:grpSpPr>
            <a:xfrm>
              <a:off x="4424426" y="2440707"/>
              <a:ext cx="4777902" cy="2703033"/>
              <a:chOff x="11750" y="-6290"/>
              <a:chExt cx="9125100" cy="5162400"/>
            </a:xfrm>
          </p:grpSpPr>
          <p:cxnSp>
            <p:nvCxnSpPr>
              <p:cNvPr id="1491" name="Google Shape;1491;p137"/>
              <p:cNvCxnSpPr/>
              <p:nvPr/>
            </p:nvCxnSpPr>
            <p:spPr>
              <a:xfrm>
                <a:off x="7055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92" name="Google Shape;1492;p137"/>
              <p:cNvCxnSpPr/>
              <p:nvPr/>
            </p:nvCxnSpPr>
            <p:spPr>
              <a:xfrm>
                <a:off x="13993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93" name="Google Shape;1493;p137"/>
              <p:cNvCxnSpPr/>
              <p:nvPr/>
            </p:nvCxnSpPr>
            <p:spPr>
              <a:xfrm>
                <a:off x="21049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94" name="Google Shape;1494;p137"/>
              <p:cNvCxnSpPr/>
              <p:nvPr/>
            </p:nvCxnSpPr>
            <p:spPr>
              <a:xfrm>
                <a:off x="2813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95" name="Google Shape;1495;p137"/>
              <p:cNvCxnSpPr/>
              <p:nvPr/>
            </p:nvCxnSpPr>
            <p:spPr>
              <a:xfrm>
                <a:off x="3507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96" name="Google Shape;1496;p137"/>
              <p:cNvCxnSpPr/>
              <p:nvPr/>
            </p:nvCxnSpPr>
            <p:spPr>
              <a:xfrm>
                <a:off x="4212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97" name="Google Shape;1497;p137"/>
              <p:cNvCxnSpPr/>
              <p:nvPr/>
            </p:nvCxnSpPr>
            <p:spPr>
              <a:xfrm>
                <a:off x="49214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98" name="Google Shape;1498;p137"/>
              <p:cNvCxnSpPr/>
              <p:nvPr/>
            </p:nvCxnSpPr>
            <p:spPr>
              <a:xfrm>
                <a:off x="56152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99" name="Google Shape;1499;p137"/>
              <p:cNvCxnSpPr/>
              <p:nvPr/>
            </p:nvCxnSpPr>
            <p:spPr>
              <a:xfrm>
                <a:off x="63207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500" name="Google Shape;1500;p137"/>
              <p:cNvCxnSpPr/>
              <p:nvPr/>
            </p:nvCxnSpPr>
            <p:spPr>
              <a:xfrm>
                <a:off x="7039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501" name="Google Shape;1501;p137"/>
              <p:cNvCxnSpPr/>
              <p:nvPr/>
            </p:nvCxnSpPr>
            <p:spPr>
              <a:xfrm>
                <a:off x="7733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502" name="Google Shape;1502;p137"/>
              <p:cNvCxnSpPr/>
              <p:nvPr/>
            </p:nvCxnSpPr>
            <p:spPr>
              <a:xfrm>
                <a:off x="8438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503" name="Google Shape;1503;p137"/>
              <p:cNvCxnSpPr/>
              <p:nvPr/>
            </p:nvCxnSpPr>
            <p:spPr>
              <a:xfrm>
                <a:off x="11750" y="482125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504" name="Google Shape;1504;p137"/>
              <p:cNvCxnSpPr/>
              <p:nvPr/>
            </p:nvCxnSpPr>
            <p:spPr>
              <a:xfrm>
                <a:off x="11750" y="935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505" name="Google Shape;1505;p137"/>
              <p:cNvCxnSpPr/>
              <p:nvPr/>
            </p:nvCxnSpPr>
            <p:spPr>
              <a:xfrm>
                <a:off x="11750" y="14028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506" name="Google Shape;1506;p137"/>
              <p:cNvCxnSpPr/>
              <p:nvPr/>
            </p:nvCxnSpPr>
            <p:spPr>
              <a:xfrm>
                <a:off x="11750" y="1870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507" name="Google Shape;1507;p137"/>
              <p:cNvCxnSpPr/>
              <p:nvPr/>
            </p:nvCxnSpPr>
            <p:spPr>
              <a:xfrm>
                <a:off x="11750" y="23380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508" name="Google Shape;1508;p137"/>
              <p:cNvCxnSpPr/>
              <p:nvPr/>
            </p:nvCxnSpPr>
            <p:spPr>
              <a:xfrm>
                <a:off x="11750" y="28056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509" name="Google Shape;1509;p137"/>
              <p:cNvCxnSpPr/>
              <p:nvPr/>
            </p:nvCxnSpPr>
            <p:spPr>
              <a:xfrm>
                <a:off x="11750" y="3273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510" name="Google Shape;1510;p137"/>
              <p:cNvCxnSpPr/>
              <p:nvPr/>
            </p:nvCxnSpPr>
            <p:spPr>
              <a:xfrm>
                <a:off x="11750" y="37479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511" name="Google Shape;1511;p137"/>
              <p:cNvCxnSpPr/>
              <p:nvPr/>
            </p:nvCxnSpPr>
            <p:spPr>
              <a:xfrm>
                <a:off x="11750" y="4208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512" name="Google Shape;1512;p137"/>
              <p:cNvCxnSpPr/>
              <p:nvPr/>
            </p:nvCxnSpPr>
            <p:spPr>
              <a:xfrm>
                <a:off x="11750" y="46688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</p:grpSp>
      <p:sp>
        <p:nvSpPr>
          <p:cNvPr id="1513" name="Google Shape;1513;p137"/>
          <p:cNvSpPr txBox="1"/>
          <p:nvPr>
            <p:ph type="title"/>
          </p:nvPr>
        </p:nvSpPr>
        <p:spPr>
          <a:xfrm>
            <a:off x="532800" y="1269600"/>
            <a:ext cx="2618400" cy="472800"/>
          </a:xfrm>
          <a:prstGeom prst="rect">
            <a:avLst/>
          </a:prstGeom>
        </p:spPr>
        <p:txBody>
          <a:bodyPr anchorCtr="0" anchor="ctr" bIns="91425" lIns="18287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None/>
              <a:defRPr b="0" sz="1900"/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1514" name="Google Shape;1514;p137"/>
          <p:cNvSpPr txBox="1"/>
          <p:nvPr>
            <p:ph idx="1" type="subTitle"/>
          </p:nvPr>
        </p:nvSpPr>
        <p:spPr>
          <a:xfrm>
            <a:off x="520800" y="1711450"/>
            <a:ext cx="2642400" cy="1240500"/>
          </a:xfrm>
          <a:prstGeom prst="rect">
            <a:avLst/>
          </a:prstGeom>
        </p:spPr>
        <p:txBody>
          <a:bodyPr anchorCtr="0" anchor="ctr" bIns="91425" lIns="18287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5" name="Google Shape;1515;p137"/>
          <p:cNvSpPr txBox="1"/>
          <p:nvPr>
            <p:ph idx="2" type="subTitle"/>
          </p:nvPr>
        </p:nvSpPr>
        <p:spPr>
          <a:xfrm>
            <a:off x="531875" y="2928325"/>
            <a:ext cx="2618400" cy="395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sz="1000" u="sng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6" name="Google Shape;1516;p137"/>
          <p:cNvSpPr txBox="1"/>
          <p:nvPr>
            <p:ph idx="3" type="title"/>
          </p:nvPr>
        </p:nvSpPr>
        <p:spPr>
          <a:xfrm rot="139861">
            <a:off x="3291201" y="1217875"/>
            <a:ext cx="2618467" cy="472890"/>
          </a:xfrm>
          <a:prstGeom prst="rect">
            <a:avLst/>
          </a:prstGeom>
        </p:spPr>
        <p:txBody>
          <a:bodyPr anchorCtr="0" anchor="ctr" bIns="91425" lIns="182875" spcFirstLastPara="1" rIns="91425" wrap="square" tIns="91425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b="0" sz="1900"/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1517" name="Google Shape;1517;p137"/>
          <p:cNvSpPr txBox="1"/>
          <p:nvPr>
            <p:ph idx="4" type="subTitle"/>
          </p:nvPr>
        </p:nvSpPr>
        <p:spPr>
          <a:xfrm rot="139761">
            <a:off x="3245632" y="1659003"/>
            <a:ext cx="2642483" cy="1240624"/>
          </a:xfrm>
          <a:prstGeom prst="rect">
            <a:avLst/>
          </a:prstGeom>
        </p:spPr>
        <p:txBody>
          <a:bodyPr anchorCtr="0" anchor="ctr" bIns="91425" lIns="18287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8" name="Google Shape;1518;p137"/>
          <p:cNvSpPr txBox="1"/>
          <p:nvPr>
            <p:ph idx="5" type="subTitle"/>
          </p:nvPr>
        </p:nvSpPr>
        <p:spPr>
          <a:xfrm rot="139861">
            <a:off x="3224189" y="2875212"/>
            <a:ext cx="2618467" cy="395132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sz="1000" u="sng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9" name="Google Shape;1519;p137"/>
          <p:cNvSpPr txBox="1"/>
          <p:nvPr>
            <p:ph idx="6" type="title"/>
          </p:nvPr>
        </p:nvSpPr>
        <p:spPr>
          <a:xfrm>
            <a:off x="5994100" y="1252413"/>
            <a:ext cx="2618400" cy="472800"/>
          </a:xfrm>
          <a:prstGeom prst="rect">
            <a:avLst/>
          </a:prstGeom>
        </p:spPr>
        <p:txBody>
          <a:bodyPr anchorCtr="0" anchor="ctr" bIns="91425" lIns="18287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b="0" sz="1900"/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1520" name="Google Shape;1520;p137"/>
          <p:cNvSpPr txBox="1"/>
          <p:nvPr>
            <p:ph idx="7" type="subTitle"/>
          </p:nvPr>
        </p:nvSpPr>
        <p:spPr>
          <a:xfrm>
            <a:off x="5982100" y="1694263"/>
            <a:ext cx="2642400" cy="1240500"/>
          </a:xfrm>
          <a:prstGeom prst="rect">
            <a:avLst/>
          </a:prstGeom>
        </p:spPr>
        <p:txBody>
          <a:bodyPr anchorCtr="0" anchor="ctr" bIns="91425" lIns="18287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1" name="Google Shape;1521;p137"/>
          <p:cNvSpPr txBox="1"/>
          <p:nvPr>
            <p:ph idx="8" type="subTitle"/>
          </p:nvPr>
        </p:nvSpPr>
        <p:spPr>
          <a:xfrm>
            <a:off x="5993175" y="2911138"/>
            <a:ext cx="2618400" cy="395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sz="1000" u="sng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2" name="Google Shape;1522;p137"/>
          <p:cNvSpPr txBox="1"/>
          <p:nvPr>
            <p:ph idx="9" type="subTitle"/>
          </p:nvPr>
        </p:nvSpPr>
        <p:spPr>
          <a:xfrm>
            <a:off x="3254000" y="3461675"/>
            <a:ext cx="2529300" cy="935100"/>
          </a:xfrm>
          <a:prstGeom prst="rect">
            <a:avLst/>
          </a:prstGeom>
        </p:spPr>
        <p:txBody>
          <a:bodyPr anchorCtr="0" anchor="ctr" bIns="91425" lIns="182875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Arial"/>
              <a:buNone/>
              <a:defRPr sz="1000"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3" name="Google Shape;1523;p137"/>
          <p:cNvSpPr txBox="1"/>
          <p:nvPr>
            <p:ph idx="13" type="subTitle"/>
          </p:nvPr>
        </p:nvSpPr>
        <p:spPr>
          <a:xfrm>
            <a:off x="3254000" y="3840475"/>
            <a:ext cx="2644800" cy="761100"/>
          </a:xfrm>
          <a:prstGeom prst="rect">
            <a:avLst/>
          </a:prstGeom>
        </p:spPr>
        <p:txBody>
          <a:bodyPr anchorCtr="0" anchor="ctr" bIns="91425" lIns="18287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4" name="Google Shape;1524;p137"/>
          <p:cNvSpPr txBox="1"/>
          <p:nvPr>
            <p:ph idx="14" type="subTitle"/>
          </p:nvPr>
        </p:nvSpPr>
        <p:spPr>
          <a:xfrm rot="-143344">
            <a:off x="503564" y="3472782"/>
            <a:ext cx="2526096" cy="935014"/>
          </a:xfrm>
          <a:prstGeom prst="rect">
            <a:avLst/>
          </a:prstGeom>
        </p:spPr>
        <p:txBody>
          <a:bodyPr anchorCtr="0" anchor="ctr" bIns="91425" lIns="182875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5" name="Google Shape;1525;p137"/>
          <p:cNvSpPr txBox="1"/>
          <p:nvPr>
            <p:ph idx="15" type="subTitle"/>
          </p:nvPr>
        </p:nvSpPr>
        <p:spPr>
          <a:xfrm rot="-143157">
            <a:off x="515751" y="3848927"/>
            <a:ext cx="2644693" cy="761165"/>
          </a:xfrm>
          <a:prstGeom prst="rect">
            <a:avLst/>
          </a:prstGeom>
        </p:spPr>
        <p:txBody>
          <a:bodyPr anchorCtr="0" anchor="ctr" bIns="91425" lIns="18287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6" name="Google Shape;1526;p137"/>
          <p:cNvSpPr txBox="1"/>
          <p:nvPr>
            <p:ph idx="16" type="subTitle"/>
          </p:nvPr>
        </p:nvSpPr>
        <p:spPr>
          <a:xfrm>
            <a:off x="5975950" y="3457125"/>
            <a:ext cx="2506800" cy="935100"/>
          </a:xfrm>
          <a:prstGeom prst="rect">
            <a:avLst/>
          </a:prstGeom>
        </p:spPr>
        <p:txBody>
          <a:bodyPr anchorCtr="0" anchor="ctr" bIns="91425" lIns="182875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7" name="Google Shape;1527;p137"/>
          <p:cNvSpPr txBox="1"/>
          <p:nvPr>
            <p:ph idx="17" type="subTitle"/>
          </p:nvPr>
        </p:nvSpPr>
        <p:spPr>
          <a:xfrm>
            <a:off x="5975950" y="3835925"/>
            <a:ext cx="2644800" cy="761100"/>
          </a:xfrm>
          <a:prstGeom prst="rect">
            <a:avLst/>
          </a:prstGeom>
        </p:spPr>
        <p:txBody>
          <a:bodyPr anchorCtr="0" anchor="ctr" bIns="91425" lIns="18287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er, Subtitle and Note">
  <p:cSld name="CUSTOM_1_1_2_2">
    <p:spTree>
      <p:nvGrpSpPr>
        <p:cNvPr id="1528" name="Shape 1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9" name="Google Shape;1529;p138"/>
          <p:cNvSpPr txBox="1"/>
          <p:nvPr>
            <p:ph idx="1" type="body"/>
          </p:nvPr>
        </p:nvSpPr>
        <p:spPr>
          <a:xfrm>
            <a:off x="509725" y="1130288"/>
            <a:ext cx="41748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Manrope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Manrope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Manrope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Manrope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Manrope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Manrope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Manrope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Manrope"/>
              <a:buChar char="■"/>
              <a:defRPr/>
            </a:lvl9pPr>
          </a:lstStyle>
          <a:p/>
        </p:txBody>
      </p:sp>
      <p:cxnSp>
        <p:nvCxnSpPr>
          <p:cNvPr id="1530" name="Google Shape;1530;p138"/>
          <p:cNvCxnSpPr/>
          <p:nvPr/>
        </p:nvCxnSpPr>
        <p:spPr>
          <a:xfrm>
            <a:off x="0" y="2846300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31" name="Google Shape;1531;p138"/>
          <p:cNvCxnSpPr/>
          <p:nvPr/>
        </p:nvCxnSpPr>
        <p:spPr>
          <a:xfrm>
            <a:off x="0" y="3074900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32" name="Google Shape;1532;p138"/>
          <p:cNvCxnSpPr/>
          <p:nvPr/>
        </p:nvCxnSpPr>
        <p:spPr>
          <a:xfrm>
            <a:off x="0" y="3303500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33" name="Google Shape;1533;p138"/>
          <p:cNvCxnSpPr/>
          <p:nvPr/>
        </p:nvCxnSpPr>
        <p:spPr>
          <a:xfrm>
            <a:off x="0" y="3532100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34" name="Google Shape;1534;p138"/>
          <p:cNvCxnSpPr/>
          <p:nvPr/>
        </p:nvCxnSpPr>
        <p:spPr>
          <a:xfrm>
            <a:off x="0" y="3760700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35" name="Google Shape;1535;p138"/>
          <p:cNvCxnSpPr/>
          <p:nvPr/>
        </p:nvCxnSpPr>
        <p:spPr>
          <a:xfrm>
            <a:off x="0" y="3989300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36" name="Google Shape;1536;p138"/>
          <p:cNvCxnSpPr/>
          <p:nvPr/>
        </p:nvCxnSpPr>
        <p:spPr>
          <a:xfrm>
            <a:off x="0" y="4217900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37" name="Google Shape;1537;p138"/>
          <p:cNvCxnSpPr/>
          <p:nvPr/>
        </p:nvCxnSpPr>
        <p:spPr>
          <a:xfrm>
            <a:off x="0" y="4446500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38" name="Google Shape;1538;p138"/>
          <p:cNvCxnSpPr/>
          <p:nvPr/>
        </p:nvCxnSpPr>
        <p:spPr>
          <a:xfrm>
            <a:off x="0" y="4675100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39" name="Google Shape;1539;p138"/>
          <p:cNvCxnSpPr/>
          <p:nvPr/>
        </p:nvCxnSpPr>
        <p:spPr>
          <a:xfrm>
            <a:off x="0" y="4903700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40" name="Google Shape;1540;p138"/>
          <p:cNvCxnSpPr/>
          <p:nvPr/>
        </p:nvCxnSpPr>
        <p:spPr>
          <a:xfrm>
            <a:off x="0" y="939481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41" name="Google Shape;1541;p138"/>
          <p:cNvSpPr txBox="1"/>
          <p:nvPr>
            <p:ph type="title"/>
          </p:nvPr>
        </p:nvSpPr>
        <p:spPr>
          <a:xfrm>
            <a:off x="509725" y="525800"/>
            <a:ext cx="4785900" cy="60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1542" name="Google Shape;1542;p138"/>
          <p:cNvSpPr txBox="1"/>
          <p:nvPr>
            <p:ph idx="2" type="subTitle"/>
          </p:nvPr>
        </p:nvSpPr>
        <p:spPr>
          <a:xfrm rot="-182546">
            <a:off x="5376031" y="2587214"/>
            <a:ext cx="3108782" cy="501711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43" name="Google Shape;1543;p138"/>
          <p:cNvSpPr txBox="1"/>
          <p:nvPr>
            <p:ph idx="3" type="subTitle"/>
          </p:nvPr>
        </p:nvSpPr>
        <p:spPr>
          <a:xfrm rot="-182643">
            <a:off x="5853959" y="3074975"/>
            <a:ext cx="2977201" cy="1813059"/>
          </a:xfrm>
          <a:prstGeom prst="rect">
            <a:avLst/>
          </a:prstGeom>
        </p:spPr>
        <p:txBody>
          <a:bodyPr anchorCtr="0" anchor="t" bIns="91425" lIns="182875" spcFirstLastPara="1" rIns="91425" wrap="square" tIns="18287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6 Notes">
  <p:cSld name="CUSTOM_1_1_2_1">
    <p:spTree>
      <p:nvGrpSpPr>
        <p:cNvPr id="1544" name="Shape 1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5" name="Google Shape;1545;p139"/>
          <p:cNvSpPr txBox="1"/>
          <p:nvPr>
            <p:ph idx="1" type="subTitle"/>
          </p:nvPr>
        </p:nvSpPr>
        <p:spPr>
          <a:xfrm>
            <a:off x="2677850" y="665250"/>
            <a:ext cx="1897500" cy="70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Font typeface="Arial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46" name="Google Shape;1546;p139"/>
          <p:cNvSpPr txBox="1"/>
          <p:nvPr>
            <p:ph type="title"/>
          </p:nvPr>
        </p:nvSpPr>
        <p:spPr>
          <a:xfrm>
            <a:off x="5278050" y="277788"/>
            <a:ext cx="1032000" cy="292200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1547" name="Google Shape;1547;p139"/>
          <p:cNvSpPr txBox="1"/>
          <p:nvPr>
            <p:ph idx="2" type="title"/>
          </p:nvPr>
        </p:nvSpPr>
        <p:spPr>
          <a:xfrm>
            <a:off x="7518350" y="277788"/>
            <a:ext cx="1032000" cy="292200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9pPr>
          </a:lstStyle>
          <a:p/>
        </p:txBody>
      </p:sp>
      <p:sp>
        <p:nvSpPr>
          <p:cNvPr id="1548" name="Google Shape;1548;p139"/>
          <p:cNvSpPr txBox="1"/>
          <p:nvPr>
            <p:ph idx="3" type="title"/>
          </p:nvPr>
        </p:nvSpPr>
        <p:spPr>
          <a:xfrm>
            <a:off x="3045175" y="2827013"/>
            <a:ext cx="1032000" cy="292200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9pPr>
          </a:lstStyle>
          <a:p/>
        </p:txBody>
      </p:sp>
      <p:sp>
        <p:nvSpPr>
          <p:cNvPr id="1549" name="Google Shape;1549;p139"/>
          <p:cNvSpPr txBox="1"/>
          <p:nvPr>
            <p:ph idx="4" type="title"/>
          </p:nvPr>
        </p:nvSpPr>
        <p:spPr>
          <a:xfrm>
            <a:off x="5270625" y="2827013"/>
            <a:ext cx="1032000" cy="292200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9pPr>
          </a:lstStyle>
          <a:p/>
        </p:txBody>
      </p:sp>
      <p:sp>
        <p:nvSpPr>
          <p:cNvPr id="1550" name="Google Shape;1550;p139"/>
          <p:cNvSpPr txBox="1"/>
          <p:nvPr>
            <p:ph idx="5" type="title"/>
          </p:nvPr>
        </p:nvSpPr>
        <p:spPr>
          <a:xfrm>
            <a:off x="7510925" y="2827013"/>
            <a:ext cx="1032000" cy="292200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9pPr>
          </a:lstStyle>
          <a:p/>
        </p:txBody>
      </p:sp>
      <p:sp>
        <p:nvSpPr>
          <p:cNvPr id="1551" name="Google Shape;1551;p139"/>
          <p:cNvSpPr txBox="1"/>
          <p:nvPr>
            <p:ph idx="6" type="title"/>
          </p:nvPr>
        </p:nvSpPr>
        <p:spPr>
          <a:xfrm>
            <a:off x="521275" y="525800"/>
            <a:ext cx="1897500" cy="143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52" name="Google Shape;1552;p139"/>
          <p:cNvSpPr/>
          <p:nvPr/>
        </p:nvSpPr>
        <p:spPr>
          <a:xfrm>
            <a:off x="673550" y="3164224"/>
            <a:ext cx="132600" cy="132600"/>
          </a:xfrm>
          <a:prstGeom prst="rect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553" name="Google Shape;1553;p139"/>
          <p:cNvSpPr/>
          <p:nvPr/>
        </p:nvSpPr>
        <p:spPr>
          <a:xfrm>
            <a:off x="673550" y="3413020"/>
            <a:ext cx="132600" cy="132600"/>
          </a:xfrm>
          <a:prstGeom prst="rect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554" name="Google Shape;1554;p139"/>
          <p:cNvSpPr/>
          <p:nvPr/>
        </p:nvSpPr>
        <p:spPr>
          <a:xfrm>
            <a:off x="673550" y="3661816"/>
            <a:ext cx="132600" cy="132600"/>
          </a:xfrm>
          <a:prstGeom prst="rect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555" name="Google Shape;1555;p139"/>
          <p:cNvSpPr/>
          <p:nvPr/>
        </p:nvSpPr>
        <p:spPr>
          <a:xfrm>
            <a:off x="673550" y="3910626"/>
            <a:ext cx="132600" cy="132600"/>
          </a:xfrm>
          <a:prstGeom prst="rect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556" name="Google Shape;1556;p139"/>
          <p:cNvSpPr/>
          <p:nvPr/>
        </p:nvSpPr>
        <p:spPr>
          <a:xfrm>
            <a:off x="673550" y="4159422"/>
            <a:ext cx="132600" cy="132600"/>
          </a:xfrm>
          <a:prstGeom prst="rect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557" name="Google Shape;1557;p139"/>
          <p:cNvSpPr/>
          <p:nvPr/>
        </p:nvSpPr>
        <p:spPr>
          <a:xfrm>
            <a:off x="673550" y="4408217"/>
            <a:ext cx="132600" cy="132600"/>
          </a:xfrm>
          <a:prstGeom prst="rect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grpSp>
        <p:nvGrpSpPr>
          <p:cNvPr id="1558" name="Google Shape;1558;p139"/>
          <p:cNvGrpSpPr/>
          <p:nvPr/>
        </p:nvGrpSpPr>
        <p:grpSpPr>
          <a:xfrm>
            <a:off x="666102" y="3359600"/>
            <a:ext cx="1540800" cy="1232286"/>
            <a:chOff x="666102" y="3359600"/>
            <a:chExt cx="1540800" cy="1232286"/>
          </a:xfrm>
        </p:grpSpPr>
        <p:cxnSp>
          <p:nvCxnSpPr>
            <p:cNvPr id="1559" name="Google Shape;1559;p139"/>
            <p:cNvCxnSpPr/>
            <p:nvPr/>
          </p:nvCxnSpPr>
          <p:spPr>
            <a:xfrm>
              <a:off x="666102" y="3359600"/>
              <a:ext cx="1540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60" name="Google Shape;1560;p139"/>
            <p:cNvCxnSpPr/>
            <p:nvPr/>
          </p:nvCxnSpPr>
          <p:spPr>
            <a:xfrm>
              <a:off x="666102" y="3603081"/>
              <a:ext cx="1540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61" name="Google Shape;1561;p139"/>
            <p:cNvCxnSpPr/>
            <p:nvPr/>
          </p:nvCxnSpPr>
          <p:spPr>
            <a:xfrm>
              <a:off x="666102" y="3846561"/>
              <a:ext cx="1540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62" name="Google Shape;1562;p139"/>
            <p:cNvCxnSpPr/>
            <p:nvPr/>
          </p:nvCxnSpPr>
          <p:spPr>
            <a:xfrm>
              <a:off x="666102" y="4090042"/>
              <a:ext cx="1540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63" name="Google Shape;1563;p139"/>
            <p:cNvCxnSpPr/>
            <p:nvPr/>
          </p:nvCxnSpPr>
          <p:spPr>
            <a:xfrm>
              <a:off x="666102" y="4340963"/>
              <a:ext cx="1540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64" name="Google Shape;1564;p139"/>
            <p:cNvCxnSpPr/>
            <p:nvPr/>
          </p:nvCxnSpPr>
          <p:spPr>
            <a:xfrm>
              <a:off x="666102" y="4591886"/>
              <a:ext cx="1540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cxnSp>
        <p:nvCxnSpPr>
          <p:cNvPr id="1565" name="Google Shape;1565;p139"/>
          <p:cNvCxnSpPr/>
          <p:nvPr/>
        </p:nvCxnSpPr>
        <p:spPr>
          <a:xfrm>
            <a:off x="392950" y="-20266"/>
            <a:ext cx="0" cy="51657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566" name="Google Shape;1566;p139"/>
          <p:cNvGrpSpPr/>
          <p:nvPr/>
        </p:nvGrpSpPr>
        <p:grpSpPr>
          <a:xfrm>
            <a:off x="114406" y="175123"/>
            <a:ext cx="134104" cy="4750255"/>
            <a:chOff x="114406" y="175123"/>
            <a:chExt cx="134104" cy="4750255"/>
          </a:xfrm>
        </p:grpSpPr>
        <p:grpSp>
          <p:nvGrpSpPr>
            <p:cNvPr id="1567" name="Google Shape;1567;p139"/>
            <p:cNvGrpSpPr/>
            <p:nvPr/>
          </p:nvGrpSpPr>
          <p:grpSpPr>
            <a:xfrm>
              <a:off x="114406" y="175123"/>
              <a:ext cx="134104" cy="4334807"/>
              <a:chOff x="5432271" y="383100"/>
              <a:chExt cx="137854" cy="4456010"/>
            </a:xfrm>
          </p:grpSpPr>
          <p:grpSp>
            <p:nvGrpSpPr>
              <p:cNvPr id="1568" name="Google Shape;1568;p139"/>
              <p:cNvGrpSpPr/>
              <p:nvPr/>
            </p:nvGrpSpPr>
            <p:grpSpPr>
              <a:xfrm>
                <a:off x="5432271" y="383100"/>
                <a:ext cx="137854" cy="981668"/>
                <a:chOff x="5432271" y="383100"/>
                <a:chExt cx="137854" cy="981668"/>
              </a:xfrm>
            </p:grpSpPr>
            <p:sp>
              <p:nvSpPr>
                <p:cNvPr id="1569" name="Google Shape;1569;p139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570" name="Google Shape;1570;p139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571" name="Google Shape;1571;p139"/>
                <p:cNvSpPr/>
                <p:nvPr/>
              </p:nvSpPr>
              <p:spPr>
                <a:xfrm>
                  <a:off x="5433925" y="1233968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1572" name="Google Shape;1572;p139"/>
              <p:cNvGrpSpPr/>
              <p:nvPr/>
            </p:nvGrpSpPr>
            <p:grpSpPr>
              <a:xfrm>
                <a:off x="5432271" y="1678500"/>
                <a:ext cx="137854" cy="981668"/>
                <a:chOff x="5432271" y="383100"/>
                <a:chExt cx="137854" cy="981668"/>
              </a:xfrm>
            </p:grpSpPr>
            <p:sp>
              <p:nvSpPr>
                <p:cNvPr id="1573" name="Google Shape;1573;p139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574" name="Google Shape;1574;p139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575" name="Google Shape;1575;p139"/>
                <p:cNvSpPr/>
                <p:nvPr/>
              </p:nvSpPr>
              <p:spPr>
                <a:xfrm>
                  <a:off x="5433925" y="1233968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1576" name="Google Shape;1576;p139"/>
              <p:cNvGrpSpPr/>
              <p:nvPr/>
            </p:nvGrpSpPr>
            <p:grpSpPr>
              <a:xfrm>
                <a:off x="5432271" y="2973900"/>
                <a:ext cx="137854" cy="981668"/>
                <a:chOff x="5432271" y="383100"/>
                <a:chExt cx="137854" cy="981668"/>
              </a:xfrm>
            </p:grpSpPr>
            <p:sp>
              <p:nvSpPr>
                <p:cNvPr id="1577" name="Google Shape;1577;p139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578" name="Google Shape;1578;p139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579" name="Google Shape;1579;p139"/>
                <p:cNvSpPr/>
                <p:nvPr/>
              </p:nvSpPr>
              <p:spPr>
                <a:xfrm>
                  <a:off x="5433925" y="1233968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1580" name="Google Shape;1580;p139"/>
              <p:cNvGrpSpPr/>
              <p:nvPr/>
            </p:nvGrpSpPr>
            <p:grpSpPr>
              <a:xfrm>
                <a:off x="5432271" y="4269300"/>
                <a:ext cx="137854" cy="569810"/>
                <a:chOff x="5432271" y="383100"/>
                <a:chExt cx="137854" cy="569810"/>
              </a:xfrm>
            </p:grpSpPr>
            <p:sp>
              <p:nvSpPr>
                <p:cNvPr id="1581" name="Google Shape;1581;p139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582" name="Google Shape;1582;p139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  <p:sp>
          <p:nvSpPr>
            <p:cNvPr id="1583" name="Google Shape;1583;p139"/>
            <p:cNvSpPr/>
            <p:nvPr/>
          </p:nvSpPr>
          <p:spPr>
            <a:xfrm>
              <a:off x="115150" y="4798178"/>
              <a:ext cx="132600" cy="127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</p:grpSp>
      <p:sp>
        <p:nvSpPr>
          <p:cNvPr id="1584" name="Google Shape;1584;p139"/>
          <p:cNvSpPr txBox="1"/>
          <p:nvPr>
            <p:ph idx="7" type="title"/>
          </p:nvPr>
        </p:nvSpPr>
        <p:spPr>
          <a:xfrm rot="-269417">
            <a:off x="593100" y="2197119"/>
            <a:ext cx="1597905" cy="680076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85" name="Google Shape;1585;p139"/>
          <p:cNvSpPr txBox="1"/>
          <p:nvPr>
            <p:ph idx="8" type="title"/>
          </p:nvPr>
        </p:nvSpPr>
        <p:spPr>
          <a:xfrm>
            <a:off x="3052600" y="277788"/>
            <a:ext cx="1032000" cy="292200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1586" name="Google Shape;1586;p139"/>
          <p:cNvSpPr txBox="1"/>
          <p:nvPr>
            <p:ph idx="9" type="subTitle"/>
          </p:nvPr>
        </p:nvSpPr>
        <p:spPr>
          <a:xfrm>
            <a:off x="4866000" y="665250"/>
            <a:ext cx="1897500" cy="70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87" name="Google Shape;1587;p139"/>
          <p:cNvSpPr txBox="1"/>
          <p:nvPr>
            <p:ph idx="13" type="subTitle"/>
          </p:nvPr>
        </p:nvSpPr>
        <p:spPr>
          <a:xfrm>
            <a:off x="7085600" y="665250"/>
            <a:ext cx="1897500" cy="70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88" name="Google Shape;1588;p139"/>
          <p:cNvSpPr txBox="1"/>
          <p:nvPr>
            <p:ph idx="14" type="subTitle"/>
          </p:nvPr>
        </p:nvSpPr>
        <p:spPr>
          <a:xfrm>
            <a:off x="2677850" y="3251325"/>
            <a:ext cx="1897500" cy="70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89" name="Google Shape;1589;p139"/>
          <p:cNvSpPr txBox="1"/>
          <p:nvPr>
            <p:ph idx="15" type="subTitle"/>
          </p:nvPr>
        </p:nvSpPr>
        <p:spPr>
          <a:xfrm>
            <a:off x="4866000" y="3251325"/>
            <a:ext cx="1897500" cy="70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90" name="Google Shape;1590;p139"/>
          <p:cNvSpPr txBox="1"/>
          <p:nvPr>
            <p:ph idx="16" type="subTitle"/>
          </p:nvPr>
        </p:nvSpPr>
        <p:spPr>
          <a:xfrm>
            <a:off x="7085600" y="3251325"/>
            <a:ext cx="1897500" cy="70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WOT Analysis">
  <p:cSld name="BLANK_1_1_1_2">
    <p:bg>
      <p:bgPr>
        <a:solidFill>
          <a:schemeClr val="lt2"/>
        </a:solidFill>
      </p:bgPr>
    </p:bg>
    <p:spTree>
      <p:nvGrpSpPr>
        <p:cNvPr id="1591" name="Shape 1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2" name="Google Shape;1592;p140"/>
          <p:cNvSpPr/>
          <p:nvPr/>
        </p:nvSpPr>
        <p:spPr>
          <a:xfrm>
            <a:off x="2341800" y="0"/>
            <a:ext cx="68022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593" name="Google Shape;1593;p140"/>
          <p:cNvSpPr txBox="1"/>
          <p:nvPr>
            <p:ph idx="1" type="body"/>
          </p:nvPr>
        </p:nvSpPr>
        <p:spPr>
          <a:xfrm>
            <a:off x="2802500" y="1001400"/>
            <a:ext cx="2465700" cy="134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grpSp>
        <p:nvGrpSpPr>
          <p:cNvPr id="1594" name="Google Shape;1594;p140"/>
          <p:cNvGrpSpPr/>
          <p:nvPr/>
        </p:nvGrpSpPr>
        <p:grpSpPr>
          <a:xfrm rot="5400000">
            <a:off x="6680877" y="-2076119"/>
            <a:ext cx="184470" cy="4334807"/>
            <a:chOff x="5380497" y="383100"/>
            <a:chExt cx="189628" cy="4456010"/>
          </a:xfrm>
        </p:grpSpPr>
        <p:grpSp>
          <p:nvGrpSpPr>
            <p:cNvPr id="1595" name="Google Shape;1595;p140"/>
            <p:cNvGrpSpPr/>
            <p:nvPr/>
          </p:nvGrpSpPr>
          <p:grpSpPr>
            <a:xfrm>
              <a:off x="5380497" y="383100"/>
              <a:ext cx="189628" cy="981668"/>
              <a:chOff x="5380497" y="383100"/>
              <a:chExt cx="189628" cy="981668"/>
            </a:xfrm>
          </p:grpSpPr>
          <p:grpSp>
            <p:nvGrpSpPr>
              <p:cNvPr id="1596" name="Google Shape;1596;p140"/>
              <p:cNvGrpSpPr/>
              <p:nvPr/>
            </p:nvGrpSpPr>
            <p:grpSpPr>
              <a:xfrm>
                <a:off x="5380497" y="383100"/>
                <a:ext cx="187974" cy="130800"/>
                <a:chOff x="4804925" y="764100"/>
                <a:chExt cx="187974" cy="130800"/>
              </a:xfrm>
            </p:grpSpPr>
            <p:sp>
              <p:nvSpPr>
                <p:cNvPr id="1597" name="Google Shape;1597;p140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598" name="Google Shape;1598;p140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1599" name="Google Shape;1599;p140"/>
              <p:cNvGrpSpPr/>
              <p:nvPr/>
            </p:nvGrpSpPr>
            <p:grpSpPr>
              <a:xfrm>
                <a:off x="5382151" y="822110"/>
                <a:ext cx="187974" cy="130800"/>
                <a:chOff x="4804925" y="764100"/>
                <a:chExt cx="187974" cy="130800"/>
              </a:xfrm>
            </p:grpSpPr>
            <p:sp>
              <p:nvSpPr>
                <p:cNvPr id="1600" name="Google Shape;1600;p140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601" name="Google Shape;1601;p140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1602" name="Google Shape;1602;p140"/>
              <p:cNvGrpSpPr/>
              <p:nvPr/>
            </p:nvGrpSpPr>
            <p:grpSpPr>
              <a:xfrm>
                <a:off x="5382151" y="1233968"/>
                <a:ext cx="187974" cy="130800"/>
                <a:chOff x="4804925" y="764100"/>
                <a:chExt cx="187974" cy="130800"/>
              </a:xfrm>
            </p:grpSpPr>
            <p:sp>
              <p:nvSpPr>
                <p:cNvPr id="1603" name="Google Shape;1603;p140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604" name="Google Shape;1604;p140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  <p:grpSp>
          <p:nvGrpSpPr>
            <p:cNvPr id="1605" name="Google Shape;1605;p140"/>
            <p:cNvGrpSpPr/>
            <p:nvPr/>
          </p:nvGrpSpPr>
          <p:grpSpPr>
            <a:xfrm>
              <a:off x="5380497" y="1678500"/>
              <a:ext cx="189628" cy="981668"/>
              <a:chOff x="5380497" y="383100"/>
              <a:chExt cx="189628" cy="981668"/>
            </a:xfrm>
          </p:grpSpPr>
          <p:grpSp>
            <p:nvGrpSpPr>
              <p:cNvPr id="1606" name="Google Shape;1606;p140"/>
              <p:cNvGrpSpPr/>
              <p:nvPr/>
            </p:nvGrpSpPr>
            <p:grpSpPr>
              <a:xfrm>
                <a:off x="5380497" y="383100"/>
                <a:ext cx="187974" cy="130800"/>
                <a:chOff x="4804925" y="764100"/>
                <a:chExt cx="187974" cy="130800"/>
              </a:xfrm>
            </p:grpSpPr>
            <p:sp>
              <p:nvSpPr>
                <p:cNvPr id="1607" name="Google Shape;1607;p140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608" name="Google Shape;1608;p140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1609" name="Google Shape;1609;p140"/>
              <p:cNvGrpSpPr/>
              <p:nvPr/>
            </p:nvGrpSpPr>
            <p:grpSpPr>
              <a:xfrm>
                <a:off x="5382151" y="822110"/>
                <a:ext cx="187974" cy="130800"/>
                <a:chOff x="4804925" y="764100"/>
                <a:chExt cx="187974" cy="130800"/>
              </a:xfrm>
            </p:grpSpPr>
            <p:sp>
              <p:nvSpPr>
                <p:cNvPr id="1610" name="Google Shape;1610;p140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611" name="Google Shape;1611;p140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1612" name="Google Shape;1612;p140"/>
              <p:cNvGrpSpPr/>
              <p:nvPr/>
            </p:nvGrpSpPr>
            <p:grpSpPr>
              <a:xfrm>
                <a:off x="5382151" y="1233968"/>
                <a:ext cx="187974" cy="130800"/>
                <a:chOff x="4804925" y="764100"/>
                <a:chExt cx="187974" cy="130800"/>
              </a:xfrm>
            </p:grpSpPr>
            <p:sp>
              <p:nvSpPr>
                <p:cNvPr id="1613" name="Google Shape;1613;p140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614" name="Google Shape;1614;p140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  <p:grpSp>
          <p:nvGrpSpPr>
            <p:cNvPr id="1615" name="Google Shape;1615;p140"/>
            <p:cNvGrpSpPr/>
            <p:nvPr/>
          </p:nvGrpSpPr>
          <p:grpSpPr>
            <a:xfrm>
              <a:off x="5380497" y="2973900"/>
              <a:ext cx="189628" cy="981668"/>
              <a:chOff x="5380497" y="383100"/>
              <a:chExt cx="189628" cy="981668"/>
            </a:xfrm>
          </p:grpSpPr>
          <p:grpSp>
            <p:nvGrpSpPr>
              <p:cNvPr id="1616" name="Google Shape;1616;p140"/>
              <p:cNvGrpSpPr/>
              <p:nvPr/>
            </p:nvGrpSpPr>
            <p:grpSpPr>
              <a:xfrm>
                <a:off x="5380497" y="383100"/>
                <a:ext cx="187974" cy="130800"/>
                <a:chOff x="4804925" y="764100"/>
                <a:chExt cx="187974" cy="130800"/>
              </a:xfrm>
            </p:grpSpPr>
            <p:sp>
              <p:nvSpPr>
                <p:cNvPr id="1617" name="Google Shape;1617;p140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618" name="Google Shape;1618;p140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1619" name="Google Shape;1619;p140"/>
              <p:cNvGrpSpPr/>
              <p:nvPr/>
            </p:nvGrpSpPr>
            <p:grpSpPr>
              <a:xfrm>
                <a:off x="5382151" y="822110"/>
                <a:ext cx="187974" cy="130800"/>
                <a:chOff x="4804925" y="764100"/>
                <a:chExt cx="187974" cy="130800"/>
              </a:xfrm>
            </p:grpSpPr>
            <p:sp>
              <p:nvSpPr>
                <p:cNvPr id="1620" name="Google Shape;1620;p140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621" name="Google Shape;1621;p140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1622" name="Google Shape;1622;p140"/>
              <p:cNvGrpSpPr/>
              <p:nvPr/>
            </p:nvGrpSpPr>
            <p:grpSpPr>
              <a:xfrm>
                <a:off x="5382151" y="1233968"/>
                <a:ext cx="187974" cy="130800"/>
                <a:chOff x="4804925" y="764100"/>
                <a:chExt cx="187974" cy="130800"/>
              </a:xfrm>
            </p:grpSpPr>
            <p:sp>
              <p:nvSpPr>
                <p:cNvPr id="1623" name="Google Shape;1623;p140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624" name="Google Shape;1624;p140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  <p:grpSp>
          <p:nvGrpSpPr>
            <p:cNvPr id="1625" name="Google Shape;1625;p140"/>
            <p:cNvGrpSpPr/>
            <p:nvPr/>
          </p:nvGrpSpPr>
          <p:grpSpPr>
            <a:xfrm>
              <a:off x="5380497" y="4269300"/>
              <a:ext cx="189628" cy="569810"/>
              <a:chOff x="5380497" y="383100"/>
              <a:chExt cx="189628" cy="569810"/>
            </a:xfrm>
          </p:grpSpPr>
          <p:grpSp>
            <p:nvGrpSpPr>
              <p:cNvPr id="1626" name="Google Shape;1626;p140"/>
              <p:cNvGrpSpPr/>
              <p:nvPr/>
            </p:nvGrpSpPr>
            <p:grpSpPr>
              <a:xfrm>
                <a:off x="5380497" y="383100"/>
                <a:ext cx="187974" cy="130800"/>
                <a:chOff x="4804925" y="764100"/>
                <a:chExt cx="187974" cy="130800"/>
              </a:xfrm>
            </p:grpSpPr>
            <p:sp>
              <p:nvSpPr>
                <p:cNvPr id="1627" name="Google Shape;1627;p140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628" name="Google Shape;1628;p140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1629" name="Google Shape;1629;p140"/>
              <p:cNvGrpSpPr/>
              <p:nvPr/>
            </p:nvGrpSpPr>
            <p:grpSpPr>
              <a:xfrm>
                <a:off x="5382151" y="822110"/>
                <a:ext cx="187974" cy="130800"/>
                <a:chOff x="4804925" y="764100"/>
                <a:chExt cx="187974" cy="130800"/>
              </a:xfrm>
            </p:grpSpPr>
            <p:sp>
              <p:nvSpPr>
                <p:cNvPr id="1630" name="Google Shape;1630;p140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631" name="Google Shape;1631;p140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</p:grpSp>
      <p:grpSp>
        <p:nvGrpSpPr>
          <p:cNvPr id="1632" name="Google Shape;1632;p140"/>
          <p:cNvGrpSpPr/>
          <p:nvPr/>
        </p:nvGrpSpPr>
        <p:grpSpPr>
          <a:xfrm rot="5400000">
            <a:off x="3292843" y="-815956"/>
            <a:ext cx="184470" cy="1814476"/>
            <a:chOff x="5380497" y="383100"/>
            <a:chExt cx="189628" cy="1865210"/>
          </a:xfrm>
        </p:grpSpPr>
        <p:grpSp>
          <p:nvGrpSpPr>
            <p:cNvPr id="1633" name="Google Shape;1633;p140"/>
            <p:cNvGrpSpPr/>
            <p:nvPr/>
          </p:nvGrpSpPr>
          <p:grpSpPr>
            <a:xfrm>
              <a:off x="5380497" y="383100"/>
              <a:ext cx="189628" cy="981668"/>
              <a:chOff x="5380497" y="383100"/>
              <a:chExt cx="189628" cy="981668"/>
            </a:xfrm>
          </p:grpSpPr>
          <p:grpSp>
            <p:nvGrpSpPr>
              <p:cNvPr id="1634" name="Google Shape;1634;p140"/>
              <p:cNvGrpSpPr/>
              <p:nvPr/>
            </p:nvGrpSpPr>
            <p:grpSpPr>
              <a:xfrm>
                <a:off x="5380497" y="383100"/>
                <a:ext cx="187974" cy="130800"/>
                <a:chOff x="4804925" y="764100"/>
                <a:chExt cx="187974" cy="130800"/>
              </a:xfrm>
            </p:grpSpPr>
            <p:sp>
              <p:nvSpPr>
                <p:cNvPr id="1635" name="Google Shape;1635;p140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636" name="Google Shape;1636;p140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1637" name="Google Shape;1637;p140"/>
              <p:cNvGrpSpPr/>
              <p:nvPr/>
            </p:nvGrpSpPr>
            <p:grpSpPr>
              <a:xfrm>
                <a:off x="5382151" y="822110"/>
                <a:ext cx="187974" cy="130800"/>
                <a:chOff x="4804925" y="764100"/>
                <a:chExt cx="187974" cy="130800"/>
              </a:xfrm>
            </p:grpSpPr>
            <p:sp>
              <p:nvSpPr>
                <p:cNvPr id="1638" name="Google Shape;1638;p140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639" name="Google Shape;1639;p140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1640" name="Google Shape;1640;p140"/>
              <p:cNvGrpSpPr/>
              <p:nvPr/>
            </p:nvGrpSpPr>
            <p:grpSpPr>
              <a:xfrm>
                <a:off x="5382151" y="1233968"/>
                <a:ext cx="187974" cy="130800"/>
                <a:chOff x="4804925" y="764100"/>
                <a:chExt cx="187974" cy="130800"/>
              </a:xfrm>
            </p:grpSpPr>
            <p:sp>
              <p:nvSpPr>
                <p:cNvPr id="1641" name="Google Shape;1641;p140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642" name="Google Shape;1642;p140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  <p:grpSp>
          <p:nvGrpSpPr>
            <p:cNvPr id="1643" name="Google Shape;1643;p140"/>
            <p:cNvGrpSpPr/>
            <p:nvPr/>
          </p:nvGrpSpPr>
          <p:grpSpPr>
            <a:xfrm>
              <a:off x="5380497" y="1678500"/>
              <a:ext cx="189628" cy="569810"/>
              <a:chOff x="5380497" y="383100"/>
              <a:chExt cx="189628" cy="569810"/>
            </a:xfrm>
          </p:grpSpPr>
          <p:grpSp>
            <p:nvGrpSpPr>
              <p:cNvPr id="1644" name="Google Shape;1644;p140"/>
              <p:cNvGrpSpPr/>
              <p:nvPr/>
            </p:nvGrpSpPr>
            <p:grpSpPr>
              <a:xfrm>
                <a:off x="5380497" y="383100"/>
                <a:ext cx="187974" cy="130800"/>
                <a:chOff x="4804925" y="764100"/>
                <a:chExt cx="187974" cy="130800"/>
              </a:xfrm>
            </p:grpSpPr>
            <p:sp>
              <p:nvSpPr>
                <p:cNvPr id="1645" name="Google Shape;1645;p140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646" name="Google Shape;1646;p140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1647" name="Google Shape;1647;p140"/>
              <p:cNvGrpSpPr/>
              <p:nvPr/>
            </p:nvGrpSpPr>
            <p:grpSpPr>
              <a:xfrm>
                <a:off x="5382151" y="822110"/>
                <a:ext cx="187974" cy="130800"/>
                <a:chOff x="4804925" y="764100"/>
                <a:chExt cx="187974" cy="130800"/>
              </a:xfrm>
            </p:grpSpPr>
            <p:sp>
              <p:nvSpPr>
                <p:cNvPr id="1648" name="Google Shape;1648;p140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649" name="Google Shape;1649;p140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</p:grpSp>
      <p:sp>
        <p:nvSpPr>
          <p:cNvPr id="1650" name="Google Shape;1650;p140"/>
          <p:cNvSpPr txBox="1"/>
          <p:nvPr>
            <p:ph type="title"/>
          </p:nvPr>
        </p:nvSpPr>
        <p:spPr>
          <a:xfrm>
            <a:off x="423975" y="3065225"/>
            <a:ext cx="1758900" cy="184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cxnSp>
        <p:nvCxnSpPr>
          <p:cNvPr id="1651" name="Google Shape;1651;p140"/>
          <p:cNvCxnSpPr/>
          <p:nvPr/>
        </p:nvCxnSpPr>
        <p:spPr>
          <a:xfrm>
            <a:off x="249750" y="-22275"/>
            <a:ext cx="0" cy="51774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52" name="Google Shape;1652;p140"/>
          <p:cNvCxnSpPr/>
          <p:nvPr/>
        </p:nvCxnSpPr>
        <p:spPr>
          <a:xfrm>
            <a:off x="177000" y="-14750"/>
            <a:ext cx="0" cy="51582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53" name="Google Shape;1653;p140"/>
          <p:cNvSpPr txBox="1"/>
          <p:nvPr>
            <p:ph idx="2" type="title"/>
          </p:nvPr>
        </p:nvSpPr>
        <p:spPr>
          <a:xfrm>
            <a:off x="2802725" y="492300"/>
            <a:ext cx="2465700" cy="47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9pPr>
          </a:lstStyle>
          <a:p/>
        </p:txBody>
      </p:sp>
      <p:sp>
        <p:nvSpPr>
          <p:cNvPr id="1654" name="Google Shape;1654;p140"/>
          <p:cNvSpPr txBox="1"/>
          <p:nvPr>
            <p:ph idx="3" type="body"/>
          </p:nvPr>
        </p:nvSpPr>
        <p:spPr>
          <a:xfrm>
            <a:off x="6214525" y="1001400"/>
            <a:ext cx="2465700" cy="134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655" name="Google Shape;1655;p140"/>
          <p:cNvSpPr txBox="1"/>
          <p:nvPr>
            <p:ph idx="4" type="title"/>
          </p:nvPr>
        </p:nvSpPr>
        <p:spPr>
          <a:xfrm>
            <a:off x="6214750" y="492300"/>
            <a:ext cx="2465700" cy="47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9pPr>
          </a:lstStyle>
          <a:p/>
        </p:txBody>
      </p:sp>
      <p:sp>
        <p:nvSpPr>
          <p:cNvPr id="1656" name="Google Shape;1656;p140"/>
          <p:cNvSpPr txBox="1"/>
          <p:nvPr>
            <p:ph idx="5" type="body"/>
          </p:nvPr>
        </p:nvSpPr>
        <p:spPr>
          <a:xfrm>
            <a:off x="2802500" y="3442350"/>
            <a:ext cx="2465700" cy="134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657" name="Google Shape;1657;p140"/>
          <p:cNvSpPr txBox="1"/>
          <p:nvPr>
            <p:ph idx="6" type="title"/>
          </p:nvPr>
        </p:nvSpPr>
        <p:spPr>
          <a:xfrm>
            <a:off x="2802725" y="2933250"/>
            <a:ext cx="2465700" cy="47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9pPr>
          </a:lstStyle>
          <a:p/>
        </p:txBody>
      </p:sp>
      <p:sp>
        <p:nvSpPr>
          <p:cNvPr id="1658" name="Google Shape;1658;p140"/>
          <p:cNvSpPr txBox="1"/>
          <p:nvPr>
            <p:ph idx="7" type="body"/>
          </p:nvPr>
        </p:nvSpPr>
        <p:spPr>
          <a:xfrm>
            <a:off x="6214525" y="3442350"/>
            <a:ext cx="2465700" cy="134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659" name="Google Shape;1659;p140"/>
          <p:cNvSpPr txBox="1"/>
          <p:nvPr>
            <p:ph idx="8" type="title"/>
          </p:nvPr>
        </p:nvSpPr>
        <p:spPr>
          <a:xfrm>
            <a:off x="6214750" y="2933250"/>
            <a:ext cx="2465700" cy="47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pen Agenda 1">
  <p:cSld name="BLANK_1_1_1_1_1_1_1_1_1_3">
    <p:bg>
      <p:bgPr>
        <a:solidFill>
          <a:schemeClr val="lt1"/>
        </a:solidFill>
      </p:bgPr>
    </p:bg>
    <p:spTree>
      <p:nvGrpSpPr>
        <p:cNvPr id="1660" name="Shape 1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1" name="Google Shape;1661;p141"/>
          <p:cNvSpPr/>
          <p:nvPr/>
        </p:nvSpPr>
        <p:spPr>
          <a:xfrm>
            <a:off x="995475" y="201175"/>
            <a:ext cx="7341600" cy="4557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662" name="Google Shape;1662;p141"/>
          <p:cNvSpPr/>
          <p:nvPr/>
        </p:nvSpPr>
        <p:spPr>
          <a:xfrm>
            <a:off x="1128250" y="276575"/>
            <a:ext cx="7108800" cy="45177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663" name="Google Shape;1663;p141"/>
          <p:cNvSpPr/>
          <p:nvPr/>
        </p:nvSpPr>
        <p:spPr>
          <a:xfrm>
            <a:off x="4407875" y="312925"/>
            <a:ext cx="3729600" cy="4517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664" name="Google Shape;1664;p141"/>
          <p:cNvSpPr/>
          <p:nvPr/>
        </p:nvSpPr>
        <p:spPr>
          <a:xfrm>
            <a:off x="1217200" y="312875"/>
            <a:ext cx="3165000" cy="4517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grpSp>
        <p:nvGrpSpPr>
          <p:cNvPr id="1665" name="Google Shape;1665;p141"/>
          <p:cNvGrpSpPr/>
          <p:nvPr/>
        </p:nvGrpSpPr>
        <p:grpSpPr>
          <a:xfrm>
            <a:off x="1211779" y="312875"/>
            <a:ext cx="3165000" cy="4517700"/>
            <a:chOff x="1211779" y="312875"/>
            <a:chExt cx="3165000" cy="4517700"/>
          </a:xfrm>
        </p:grpSpPr>
        <p:cxnSp>
          <p:nvCxnSpPr>
            <p:cNvPr id="1666" name="Google Shape;1666;p141"/>
            <p:cNvCxnSpPr/>
            <p:nvPr/>
          </p:nvCxnSpPr>
          <p:spPr>
            <a:xfrm>
              <a:off x="3624778" y="312875"/>
              <a:ext cx="0" cy="45177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67" name="Google Shape;1667;p141"/>
            <p:cNvCxnSpPr/>
            <p:nvPr/>
          </p:nvCxnSpPr>
          <p:spPr>
            <a:xfrm>
              <a:off x="4031178" y="312875"/>
              <a:ext cx="0" cy="45177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1668" name="Google Shape;1668;p141"/>
            <p:cNvGrpSpPr/>
            <p:nvPr/>
          </p:nvGrpSpPr>
          <p:grpSpPr>
            <a:xfrm>
              <a:off x="1211779" y="312875"/>
              <a:ext cx="3165000" cy="4517700"/>
              <a:chOff x="462650" y="259175"/>
              <a:chExt cx="3165000" cy="4517700"/>
            </a:xfrm>
          </p:grpSpPr>
          <p:cxnSp>
            <p:nvCxnSpPr>
              <p:cNvPr id="1669" name="Google Shape;1669;p141"/>
              <p:cNvCxnSpPr/>
              <p:nvPr/>
            </p:nvCxnSpPr>
            <p:spPr>
              <a:xfrm>
                <a:off x="843650" y="259175"/>
                <a:ext cx="0" cy="4517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670" name="Google Shape;1670;p141"/>
              <p:cNvCxnSpPr/>
              <p:nvPr/>
            </p:nvCxnSpPr>
            <p:spPr>
              <a:xfrm>
                <a:off x="1250050" y="259175"/>
                <a:ext cx="0" cy="4517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671" name="Google Shape;1671;p141"/>
              <p:cNvCxnSpPr/>
              <p:nvPr/>
            </p:nvCxnSpPr>
            <p:spPr>
              <a:xfrm>
                <a:off x="1656450" y="259175"/>
                <a:ext cx="0" cy="4517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672" name="Google Shape;1672;p141"/>
              <p:cNvCxnSpPr/>
              <p:nvPr/>
            </p:nvCxnSpPr>
            <p:spPr>
              <a:xfrm>
                <a:off x="2062850" y="259175"/>
                <a:ext cx="0" cy="4517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673" name="Google Shape;1673;p141"/>
              <p:cNvCxnSpPr/>
              <p:nvPr/>
            </p:nvCxnSpPr>
            <p:spPr>
              <a:xfrm>
                <a:off x="2469250" y="259175"/>
                <a:ext cx="0" cy="4517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674" name="Google Shape;1674;p141"/>
              <p:cNvCxnSpPr/>
              <p:nvPr/>
            </p:nvCxnSpPr>
            <p:spPr>
              <a:xfrm>
                <a:off x="462650" y="674900"/>
                <a:ext cx="3165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675" name="Google Shape;1675;p141"/>
              <p:cNvCxnSpPr/>
              <p:nvPr/>
            </p:nvCxnSpPr>
            <p:spPr>
              <a:xfrm>
                <a:off x="462650" y="1075858"/>
                <a:ext cx="3165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676" name="Google Shape;1676;p141"/>
              <p:cNvCxnSpPr/>
              <p:nvPr/>
            </p:nvCxnSpPr>
            <p:spPr>
              <a:xfrm>
                <a:off x="462650" y="1476817"/>
                <a:ext cx="3165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677" name="Google Shape;1677;p141"/>
              <p:cNvCxnSpPr/>
              <p:nvPr/>
            </p:nvCxnSpPr>
            <p:spPr>
              <a:xfrm>
                <a:off x="462650" y="1877775"/>
                <a:ext cx="3165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678" name="Google Shape;1678;p141"/>
              <p:cNvCxnSpPr/>
              <p:nvPr/>
            </p:nvCxnSpPr>
            <p:spPr>
              <a:xfrm>
                <a:off x="462650" y="2278733"/>
                <a:ext cx="3165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679" name="Google Shape;1679;p141"/>
              <p:cNvCxnSpPr/>
              <p:nvPr/>
            </p:nvCxnSpPr>
            <p:spPr>
              <a:xfrm>
                <a:off x="462650" y="2679692"/>
                <a:ext cx="3165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680" name="Google Shape;1680;p141"/>
              <p:cNvCxnSpPr/>
              <p:nvPr/>
            </p:nvCxnSpPr>
            <p:spPr>
              <a:xfrm>
                <a:off x="462650" y="3080650"/>
                <a:ext cx="3165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681" name="Google Shape;1681;p141"/>
              <p:cNvCxnSpPr/>
              <p:nvPr/>
            </p:nvCxnSpPr>
            <p:spPr>
              <a:xfrm>
                <a:off x="462650" y="3481608"/>
                <a:ext cx="3165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682" name="Google Shape;1682;p141"/>
              <p:cNvCxnSpPr/>
              <p:nvPr/>
            </p:nvCxnSpPr>
            <p:spPr>
              <a:xfrm>
                <a:off x="462650" y="3882567"/>
                <a:ext cx="3165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683" name="Google Shape;1683;p141"/>
              <p:cNvCxnSpPr/>
              <p:nvPr/>
            </p:nvCxnSpPr>
            <p:spPr>
              <a:xfrm>
                <a:off x="462650" y="4283525"/>
                <a:ext cx="3165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</p:grpSp>
      <p:grpSp>
        <p:nvGrpSpPr>
          <p:cNvPr id="1684" name="Google Shape;1684;p141"/>
          <p:cNvGrpSpPr/>
          <p:nvPr/>
        </p:nvGrpSpPr>
        <p:grpSpPr>
          <a:xfrm>
            <a:off x="4222205" y="390105"/>
            <a:ext cx="366115" cy="4334807"/>
            <a:chOff x="3473077" y="259175"/>
            <a:chExt cx="366115" cy="4334807"/>
          </a:xfrm>
        </p:grpSpPr>
        <p:grpSp>
          <p:nvGrpSpPr>
            <p:cNvPr id="1685" name="Google Shape;1685;p141"/>
            <p:cNvGrpSpPr/>
            <p:nvPr/>
          </p:nvGrpSpPr>
          <p:grpSpPr>
            <a:xfrm rot="10800000">
              <a:off x="3473077" y="259175"/>
              <a:ext cx="184470" cy="4334807"/>
              <a:chOff x="5380497" y="383100"/>
              <a:chExt cx="189628" cy="4456010"/>
            </a:xfrm>
          </p:grpSpPr>
          <p:grpSp>
            <p:nvGrpSpPr>
              <p:cNvPr id="1686" name="Google Shape;1686;p141"/>
              <p:cNvGrpSpPr/>
              <p:nvPr/>
            </p:nvGrpSpPr>
            <p:grpSpPr>
              <a:xfrm>
                <a:off x="5380497" y="383100"/>
                <a:ext cx="189628" cy="981668"/>
                <a:chOff x="5380497" y="383100"/>
                <a:chExt cx="189628" cy="981668"/>
              </a:xfrm>
            </p:grpSpPr>
            <p:grpSp>
              <p:nvGrpSpPr>
                <p:cNvPr id="1687" name="Google Shape;1687;p141"/>
                <p:cNvGrpSpPr/>
                <p:nvPr/>
              </p:nvGrpSpPr>
              <p:grpSpPr>
                <a:xfrm>
                  <a:off x="5380497" y="383100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1688" name="Google Shape;1688;p141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1689" name="Google Shape;1689;p141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  <p:grpSp>
              <p:nvGrpSpPr>
                <p:cNvPr id="1690" name="Google Shape;1690;p141"/>
                <p:cNvGrpSpPr/>
                <p:nvPr/>
              </p:nvGrpSpPr>
              <p:grpSpPr>
                <a:xfrm>
                  <a:off x="5382151" y="822110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1691" name="Google Shape;1691;p141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1692" name="Google Shape;1692;p141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  <p:grpSp>
              <p:nvGrpSpPr>
                <p:cNvPr id="1693" name="Google Shape;1693;p141"/>
                <p:cNvGrpSpPr/>
                <p:nvPr/>
              </p:nvGrpSpPr>
              <p:grpSpPr>
                <a:xfrm>
                  <a:off x="5382151" y="1233968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1694" name="Google Shape;1694;p141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1695" name="Google Shape;1695;p141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</p:grpSp>
          <p:grpSp>
            <p:nvGrpSpPr>
              <p:cNvPr id="1696" name="Google Shape;1696;p141"/>
              <p:cNvGrpSpPr/>
              <p:nvPr/>
            </p:nvGrpSpPr>
            <p:grpSpPr>
              <a:xfrm>
                <a:off x="5380497" y="1678500"/>
                <a:ext cx="189628" cy="981668"/>
                <a:chOff x="5380497" y="383100"/>
                <a:chExt cx="189628" cy="981668"/>
              </a:xfrm>
            </p:grpSpPr>
            <p:grpSp>
              <p:nvGrpSpPr>
                <p:cNvPr id="1697" name="Google Shape;1697;p141"/>
                <p:cNvGrpSpPr/>
                <p:nvPr/>
              </p:nvGrpSpPr>
              <p:grpSpPr>
                <a:xfrm>
                  <a:off x="5380497" y="383100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1698" name="Google Shape;1698;p141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1699" name="Google Shape;1699;p141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  <p:grpSp>
              <p:nvGrpSpPr>
                <p:cNvPr id="1700" name="Google Shape;1700;p141"/>
                <p:cNvGrpSpPr/>
                <p:nvPr/>
              </p:nvGrpSpPr>
              <p:grpSpPr>
                <a:xfrm>
                  <a:off x="5382151" y="822110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1701" name="Google Shape;1701;p141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1702" name="Google Shape;1702;p141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  <p:grpSp>
              <p:nvGrpSpPr>
                <p:cNvPr id="1703" name="Google Shape;1703;p141"/>
                <p:cNvGrpSpPr/>
                <p:nvPr/>
              </p:nvGrpSpPr>
              <p:grpSpPr>
                <a:xfrm>
                  <a:off x="5382151" y="1233968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1704" name="Google Shape;1704;p141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1705" name="Google Shape;1705;p141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</p:grpSp>
          <p:grpSp>
            <p:nvGrpSpPr>
              <p:cNvPr id="1706" name="Google Shape;1706;p141"/>
              <p:cNvGrpSpPr/>
              <p:nvPr/>
            </p:nvGrpSpPr>
            <p:grpSpPr>
              <a:xfrm>
                <a:off x="5380497" y="2973900"/>
                <a:ext cx="189628" cy="981668"/>
                <a:chOff x="5380497" y="383100"/>
                <a:chExt cx="189628" cy="981668"/>
              </a:xfrm>
            </p:grpSpPr>
            <p:grpSp>
              <p:nvGrpSpPr>
                <p:cNvPr id="1707" name="Google Shape;1707;p141"/>
                <p:cNvGrpSpPr/>
                <p:nvPr/>
              </p:nvGrpSpPr>
              <p:grpSpPr>
                <a:xfrm>
                  <a:off x="5380497" y="383100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1708" name="Google Shape;1708;p141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1709" name="Google Shape;1709;p141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  <p:grpSp>
              <p:nvGrpSpPr>
                <p:cNvPr id="1710" name="Google Shape;1710;p141"/>
                <p:cNvGrpSpPr/>
                <p:nvPr/>
              </p:nvGrpSpPr>
              <p:grpSpPr>
                <a:xfrm>
                  <a:off x="5382151" y="822110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1711" name="Google Shape;1711;p141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1712" name="Google Shape;1712;p141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  <p:grpSp>
              <p:nvGrpSpPr>
                <p:cNvPr id="1713" name="Google Shape;1713;p141"/>
                <p:cNvGrpSpPr/>
                <p:nvPr/>
              </p:nvGrpSpPr>
              <p:grpSpPr>
                <a:xfrm>
                  <a:off x="5382151" y="1233968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1714" name="Google Shape;1714;p141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1715" name="Google Shape;1715;p141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</p:grpSp>
          <p:grpSp>
            <p:nvGrpSpPr>
              <p:cNvPr id="1716" name="Google Shape;1716;p141"/>
              <p:cNvGrpSpPr/>
              <p:nvPr/>
            </p:nvGrpSpPr>
            <p:grpSpPr>
              <a:xfrm>
                <a:off x="5380497" y="4269300"/>
                <a:ext cx="189628" cy="569810"/>
                <a:chOff x="5380497" y="383100"/>
                <a:chExt cx="189628" cy="569810"/>
              </a:xfrm>
            </p:grpSpPr>
            <p:grpSp>
              <p:nvGrpSpPr>
                <p:cNvPr id="1717" name="Google Shape;1717;p141"/>
                <p:cNvGrpSpPr/>
                <p:nvPr/>
              </p:nvGrpSpPr>
              <p:grpSpPr>
                <a:xfrm>
                  <a:off x="5380497" y="383100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1718" name="Google Shape;1718;p141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1719" name="Google Shape;1719;p141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  <p:grpSp>
              <p:nvGrpSpPr>
                <p:cNvPr id="1720" name="Google Shape;1720;p141"/>
                <p:cNvGrpSpPr/>
                <p:nvPr/>
              </p:nvGrpSpPr>
              <p:grpSpPr>
                <a:xfrm>
                  <a:off x="5382151" y="822110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1721" name="Google Shape;1721;p141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1722" name="Google Shape;1722;p141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</p:grpSp>
        </p:grpSp>
        <p:grpSp>
          <p:nvGrpSpPr>
            <p:cNvPr id="1723" name="Google Shape;1723;p141"/>
            <p:cNvGrpSpPr/>
            <p:nvPr/>
          </p:nvGrpSpPr>
          <p:grpSpPr>
            <a:xfrm flipH="1" rot="10800000">
              <a:off x="3654721" y="259175"/>
              <a:ext cx="184470" cy="4334807"/>
              <a:chOff x="5380497" y="383100"/>
              <a:chExt cx="189628" cy="4456010"/>
            </a:xfrm>
          </p:grpSpPr>
          <p:grpSp>
            <p:nvGrpSpPr>
              <p:cNvPr id="1724" name="Google Shape;1724;p141"/>
              <p:cNvGrpSpPr/>
              <p:nvPr/>
            </p:nvGrpSpPr>
            <p:grpSpPr>
              <a:xfrm>
                <a:off x="5380497" y="383100"/>
                <a:ext cx="189628" cy="981668"/>
                <a:chOff x="5380497" y="383100"/>
                <a:chExt cx="189628" cy="981668"/>
              </a:xfrm>
            </p:grpSpPr>
            <p:grpSp>
              <p:nvGrpSpPr>
                <p:cNvPr id="1725" name="Google Shape;1725;p141"/>
                <p:cNvGrpSpPr/>
                <p:nvPr/>
              </p:nvGrpSpPr>
              <p:grpSpPr>
                <a:xfrm>
                  <a:off x="5380497" y="383100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1726" name="Google Shape;1726;p141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1727" name="Google Shape;1727;p141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  <p:grpSp>
              <p:nvGrpSpPr>
                <p:cNvPr id="1728" name="Google Shape;1728;p141"/>
                <p:cNvGrpSpPr/>
                <p:nvPr/>
              </p:nvGrpSpPr>
              <p:grpSpPr>
                <a:xfrm>
                  <a:off x="5382151" y="822110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1729" name="Google Shape;1729;p141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1730" name="Google Shape;1730;p141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  <p:grpSp>
              <p:nvGrpSpPr>
                <p:cNvPr id="1731" name="Google Shape;1731;p141"/>
                <p:cNvGrpSpPr/>
                <p:nvPr/>
              </p:nvGrpSpPr>
              <p:grpSpPr>
                <a:xfrm>
                  <a:off x="5382151" y="1233968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1732" name="Google Shape;1732;p141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1733" name="Google Shape;1733;p141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</p:grpSp>
          <p:grpSp>
            <p:nvGrpSpPr>
              <p:cNvPr id="1734" name="Google Shape;1734;p141"/>
              <p:cNvGrpSpPr/>
              <p:nvPr/>
            </p:nvGrpSpPr>
            <p:grpSpPr>
              <a:xfrm>
                <a:off x="5380497" y="1678500"/>
                <a:ext cx="189628" cy="981668"/>
                <a:chOff x="5380497" y="383100"/>
                <a:chExt cx="189628" cy="981668"/>
              </a:xfrm>
            </p:grpSpPr>
            <p:grpSp>
              <p:nvGrpSpPr>
                <p:cNvPr id="1735" name="Google Shape;1735;p141"/>
                <p:cNvGrpSpPr/>
                <p:nvPr/>
              </p:nvGrpSpPr>
              <p:grpSpPr>
                <a:xfrm>
                  <a:off x="5380497" y="383100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1736" name="Google Shape;1736;p141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1737" name="Google Shape;1737;p141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  <p:grpSp>
              <p:nvGrpSpPr>
                <p:cNvPr id="1738" name="Google Shape;1738;p141"/>
                <p:cNvGrpSpPr/>
                <p:nvPr/>
              </p:nvGrpSpPr>
              <p:grpSpPr>
                <a:xfrm>
                  <a:off x="5382151" y="822110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1739" name="Google Shape;1739;p141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1740" name="Google Shape;1740;p141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  <p:grpSp>
              <p:nvGrpSpPr>
                <p:cNvPr id="1741" name="Google Shape;1741;p141"/>
                <p:cNvGrpSpPr/>
                <p:nvPr/>
              </p:nvGrpSpPr>
              <p:grpSpPr>
                <a:xfrm>
                  <a:off x="5382151" y="1233968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1742" name="Google Shape;1742;p141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1743" name="Google Shape;1743;p141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</p:grpSp>
          <p:grpSp>
            <p:nvGrpSpPr>
              <p:cNvPr id="1744" name="Google Shape;1744;p141"/>
              <p:cNvGrpSpPr/>
              <p:nvPr/>
            </p:nvGrpSpPr>
            <p:grpSpPr>
              <a:xfrm>
                <a:off x="5380497" y="2973900"/>
                <a:ext cx="189628" cy="981668"/>
                <a:chOff x="5380497" y="383100"/>
                <a:chExt cx="189628" cy="981668"/>
              </a:xfrm>
            </p:grpSpPr>
            <p:grpSp>
              <p:nvGrpSpPr>
                <p:cNvPr id="1745" name="Google Shape;1745;p141"/>
                <p:cNvGrpSpPr/>
                <p:nvPr/>
              </p:nvGrpSpPr>
              <p:grpSpPr>
                <a:xfrm>
                  <a:off x="5380497" y="383100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1746" name="Google Shape;1746;p141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1747" name="Google Shape;1747;p141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  <p:grpSp>
              <p:nvGrpSpPr>
                <p:cNvPr id="1748" name="Google Shape;1748;p141"/>
                <p:cNvGrpSpPr/>
                <p:nvPr/>
              </p:nvGrpSpPr>
              <p:grpSpPr>
                <a:xfrm>
                  <a:off x="5382151" y="822110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1749" name="Google Shape;1749;p141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1750" name="Google Shape;1750;p141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  <p:grpSp>
              <p:nvGrpSpPr>
                <p:cNvPr id="1751" name="Google Shape;1751;p141"/>
                <p:cNvGrpSpPr/>
                <p:nvPr/>
              </p:nvGrpSpPr>
              <p:grpSpPr>
                <a:xfrm>
                  <a:off x="5382151" y="1233968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1752" name="Google Shape;1752;p141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1753" name="Google Shape;1753;p141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</p:grpSp>
          <p:grpSp>
            <p:nvGrpSpPr>
              <p:cNvPr id="1754" name="Google Shape;1754;p141"/>
              <p:cNvGrpSpPr/>
              <p:nvPr/>
            </p:nvGrpSpPr>
            <p:grpSpPr>
              <a:xfrm>
                <a:off x="5380497" y="4269300"/>
                <a:ext cx="189628" cy="569810"/>
                <a:chOff x="5380497" y="383100"/>
                <a:chExt cx="189628" cy="569810"/>
              </a:xfrm>
            </p:grpSpPr>
            <p:grpSp>
              <p:nvGrpSpPr>
                <p:cNvPr id="1755" name="Google Shape;1755;p141"/>
                <p:cNvGrpSpPr/>
                <p:nvPr/>
              </p:nvGrpSpPr>
              <p:grpSpPr>
                <a:xfrm>
                  <a:off x="5380497" y="383100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1756" name="Google Shape;1756;p141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1757" name="Google Shape;1757;p141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  <p:grpSp>
              <p:nvGrpSpPr>
                <p:cNvPr id="1758" name="Google Shape;1758;p141"/>
                <p:cNvGrpSpPr/>
                <p:nvPr/>
              </p:nvGrpSpPr>
              <p:grpSpPr>
                <a:xfrm>
                  <a:off x="5382151" y="822110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1759" name="Google Shape;1759;p141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1760" name="Google Shape;1760;p141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</p:grpSp>
        </p:grpSp>
      </p:grpSp>
      <p:sp>
        <p:nvSpPr>
          <p:cNvPr id="1761" name="Google Shape;1761;p141"/>
          <p:cNvSpPr txBox="1"/>
          <p:nvPr>
            <p:ph idx="1" type="body"/>
          </p:nvPr>
        </p:nvSpPr>
        <p:spPr>
          <a:xfrm rot="-199678">
            <a:off x="1297246" y="1801757"/>
            <a:ext cx="2123982" cy="2187983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762" name="Google Shape;1762;p141"/>
          <p:cNvSpPr txBox="1"/>
          <p:nvPr>
            <p:ph type="title"/>
          </p:nvPr>
        </p:nvSpPr>
        <p:spPr>
          <a:xfrm rot="-197254">
            <a:off x="1212945" y="1184617"/>
            <a:ext cx="2123895" cy="49582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763" name="Google Shape;1763;p141"/>
          <p:cNvSpPr txBox="1"/>
          <p:nvPr>
            <p:ph idx="2" type="title"/>
          </p:nvPr>
        </p:nvSpPr>
        <p:spPr>
          <a:xfrm>
            <a:off x="6254525" y="1962475"/>
            <a:ext cx="1636200" cy="35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b="0" sz="1200"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sz="1200">
                <a:latin typeface="Manrope ExtraBold"/>
                <a:ea typeface="Manrope ExtraBold"/>
                <a:cs typeface="Manrope ExtraBold"/>
                <a:sym typeface="Manrope Extra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sz="1200">
                <a:latin typeface="Manrope ExtraBold"/>
                <a:ea typeface="Manrope ExtraBold"/>
                <a:cs typeface="Manrope ExtraBold"/>
                <a:sym typeface="Manrope Extra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sz="1200">
                <a:latin typeface="Manrope ExtraBold"/>
                <a:ea typeface="Manrope ExtraBold"/>
                <a:cs typeface="Manrope ExtraBold"/>
                <a:sym typeface="Manrope Extra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sz="1200">
                <a:latin typeface="Manrope ExtraBold"/>
                <a:ea typeface="Manrope ExtraBold"/>
                <a:cs typeface="Manrope ExtraBold"/>
                <a:sym typeface="Manrope Extra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sz="1200">
                <a:latin typeface="Manrope ExtraBold"/>
                <a:ea typeface="Manrope ExtraBold"/>
                <a:cs typeface="Manrope ExtraBold"/>
                <a:sym typeface="Manrope Extra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sz="1200">
                <a:latin typeface="Manrope ExtraBold"/>
                <a:ea typeface="Manrope ExtraBold"/>
                <a:cs typeface="Manrope ExtraBold"/>
                <a:sym typeface="Manrope Extra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sz="1200">
                <a:latin typeface="Manrope ExtraBold"/>
                <a:ea typeface="Manrope ExtraBold"/>
                <a:cs typeface="Manrope ExtraBold"/>
                <a:sym typeface="Manrope Extra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sz="1200">
                <a:latin typeface="Manrope ExtraBold"/>
                <a:ea typeface="Manrope ExtraBold"/>
                <a:cs typeface="Manrope ExtraBold"/>
                <a:sym typeface="Manrope ExtraBold"/>
              </a:defRPr>
            </a:lvl9pPr>
          </a:lstStyle>
          <a:p/>
        </p:txBody>
      </p:sp>
      <p:sp>
        <p:nvSpPr>
          <p:cNvPr id="1764" name="Google Shape;1764;p141"/>
          <p:cNvSpPr txBox="1"/>
          <p:nvPr>
            <p:ph idx="3" type="body"/>
          </p:nvPr>
        </p:nvSpPr>
        <p:spPr>
          <a:xfrm>
            <a:off x="6254350" y="2353130"/>
            <a:ext cx="1636200" cy="778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765" name="Google Shape;1765;p141"/>
          <p:cNvSpPr txBox="1"/>
          <p:nvPr>
            <p:ph idx="4" type="title"/>
          </p:nvPr>
        </p:nvSpPr>
        <p:spPr>
          <a:xfrm>
            <a:off x="6254525" y="3292150"/>
            <a:ext cx="1636200" cy="357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b="0" sz="1200"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sz="1200">
                <a:latin typeface="Manrope ExtraBold"/>
                <a:ea typeface="Manrope ExtraBold"/>
                <a:cs typeface="Manrope ExtraBold"/>
                <a:sym typeface="Manrope Extra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sz="1200">
                <a:latin typeface="Manrope ExtraBold"/>
                <a:ea typeface="Manrope ExtraBold"/>
                <a:cs typeface="Manrope ExtraBold"/>
                <a:sym typeface="Manrope Extra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sz="1200">
                <a:latin typeface="Manrope ExtraBold"/>
                <a:ea typeface="Manrope ExtraBold"/>
                <a:cs typeface="Manrope ExtraBold"/>
                <a:sym typeface="Manrope Extra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sz="1200">
                <a:latin typeface="Manrope ExtraBold"/>
                <a:ea typeface="Manrope ExtraBold"/>
                <a:cs typeface="Manrope ExtraBold"/>
                <a:sym typeface="Manrope Extra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sz="1200">
                <a:latin typeface="Manrope ExtraBold"/>
                <a:ea typeface="Manrope ExtraBold"/>
                <a:cs typeface="Manrope ExtraBold"/>
                <a:sym typeface="Manrope Extra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sz="1200">
                <a:latin typeface="Manrope ExtraBold"/>
                <a:ea typeface="Manrope ExtraBold"/>
                <a:cs typeface="Manrope ExtraBold"/>
                <a:sym typeface="Manrope Extra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sz="1200">
                <a:latin typeface="Manrope ExtraBold"/>
                <a:ea typeface="Manrope ExtraBold"/>
                <a:cs typeface="Manrope ExtraBold"/>
                <a:sym typeface="Manrope Extra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sz="1200">
                <a:latin typeface="Manrope ExtraBold"/>
                <a:ea typeface="Manrope ExtraBold"/>
                <a:cs typeface="Manrope ExtraBold"/>
                <a:sym typeface="Manrope ExtraBold"/>
              </a:defRPr>
            </a:lvl9pPr>
          </a:lstStyle>
          <a:p/>
        </p:txBody>
      </p:sp>
      <p:sp>
        <p:nvSpPr>
          <p:cNvPr id="1766" name="Google Shape;1766;p141"/>
          <p:cNvSpPr txBox="1"/>
          <p:nvPr>
            <p:ph idx="5" type="body"/>
          </p:nvPr>
        </p:nvSpPr>
        <p:spPr>
          <a:xfrm>
            <a:off x="6254350" y="3682816"/>
            <a:ext cx="1636200" cy="778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767" name="Google Shape;1767;p141"/>
          <p:cNvSpPr txBox="1"/>
          <p:nvPr>
            <p:ph idx="6" type="title"/>
          </p:nvPr>
        </p:nvSpPr>
        <p:spPr>
          <a:xfrm>
            <a:off x="4844275" y="2277100"/>
            <a:ext cx="1363200" cy="43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 b="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/>
            </a:lvl9pPr>
          </a:lstStyle>
          <a:p/>
        </p:txBody>
      </p:sp>
      <p:sp>
        <p:nvSpPr>
          <p:cNvPr id="1768" name="Google Shape;1768;p141"/>
          <p:cNvSpPr txBox="1"/>
          <p:nvPr>
            <p:ph idx="7" type="subTitle"/>
          </p:nvPr>
        </p:nvSpPr>
        <p:spPr>
          <a:xfrm>
            <a:off x="4844325" y="2702150"/>
            <a:ext cx="1363200" cy="26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ctr"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>
              <a:spcBef>
                <a:spcPts val="800"/>
              </a:spcBef>
              <a:spcAft>
                <a:spcPts val="80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769" name="Google Shape;1769;p141"/>
          <p:cNvSpPr txBox="1"/>
          <p:nvPr>
            <p:ph idx="8" type="title"/>
          </p:nvPr>
        </p:nvSpPr>
        <p:spPr>
          <a:xfrm>
            <a:off x="4844275" y="3581862"/>
            <a:ext cx="1363200" cy="43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 b="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/>
            </a:lvl9pPr>
          </a:lstStyle>
          <a:p/>
        </p:txBody>
      </p:sp>
      <p:sp>
        <p:nvSpPr>
          <p:cNvPr id="1770" name="Google Shape;1770;p141"/>
          <p:cNvSpPr txBox="1"/>
          <p:nvPr>
            <p:ph idx="9" type="subTitle"/>
          </p:nvPr>
        </p:nvSpPr>
        <p:spPr>
          <a:xfrm>
            <a:off x="4844325" y="4006913"/>
            <a:ext cx="1363200" cy="26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ctr"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>
              <a:spcBef>
                <a:spcPts val="800"/>
              </a:spcBef>
              <a:spcAft>
                <a:spcPts val="80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771" name="Google Shape;1771;p141"/>
          <p:cNvSpPr txBox="1"/>
          <p:nvPr>
            <p:ph idx="13" type="body"/>
          </p:nvPr>
        </p:nvSpPr>
        <p:spPr>
          <a:xfrm>
            <a:off x="4831275" y="508775"/>
            <a:ext cx="3005100" cy="125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arterly Goal">
  <p:cSld name="CUSTOM_1_1_3_1_2">
    <p:spTree>
      <p:nvGrpSpPr>
        <p:cNvPr id="1772" name="Shape 1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73" name="Google Shape;1773;p142"/>
          <p:cNvGrpSpPr/>
          <p:nvPr/>
        </p:nvGrpSpPr>
        <p:grpSpPr>
          <a:xfrm>
            <a:off x="392964" y="576950"/>
            <a:ext cx="8764835" cy="4114800"/>
            <a:chOff x="374175" y="576950"/>
            <a:chExt cx="8783280" cy="4114800"/>
          </a:xfrm>
        </p:grpSpPr>
        <p:cxnSp>
          <p:nvCxnSpPr>
            <p:cNvPr id="1774" name="Google Shape;1774;p142"/>
            <p:cNvCxnSpPr/>
            <p:nvPr/>
          </p:nvCxnSpPr>
          <p:spPr>
            <a:xfrm>
              <a:off x="374175" y="5769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75" name="Google Shape;1775;p142"/>
            <p:cNvCxnSpPr/>
            <p:nvPr/>
          </p:nvCxnSpPr>
          <p:spPr>
            <a:xfrm>
              <a:off x="380655" y="11103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76" name="Google Shape;1776;p142"/>
            <p:cNvCxnSpPr/>
            <p:nvPr/>
          </p:nvCxnSpPr>
          <p:spPr>
            <a:xfrm>
              <a:off x="380655" y="16437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77" name="Google Shape;1777;p142"/>
            <p:cNvCxnSpPr/>
            <p:nvPr/>
          </p:nvCxnSpPr>
          <p:spPr>
            <a:xfrm>
              <a:off x="380655" y="21009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78" name="Google Shape;1778;p142"/>
            <p:cNvCxnSpPr/>
            <p:nvPr/>
          </p:nvCxnSpPr>
          <p:spPr>
            <a:xfrm>
              <a:off x="380655" y="26343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79" name="Google Shape;1779;p142"/>
            <p:cNvCxnSpPr/>
            <p:nvPr/>
          </p:nvCxnSpPr>
          <p:spPr>
            <a:xfrm>
              <a:off x="380655" y="31677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80" name="Google Shape;1780;p142"/>
            <p:cNvCxnSpPr/>
            <p:nvPr/>
          </p:nvCxnSpPr>
          <p:spPr>
            <a:xfrm>
              <a:off x="380655" y="36249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81" name="Google Shape;1781;p142"/>
            <p:cNvCxnSpPr/>
            <p:nvPr/>
          </p:nvCxnSpPr>
          <p:spPr>
            <a:xfrm>
              <a:off x="380655" y="41583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82" name="Google Shape;1782;p142"/>
            <p:cNvCxnSpPr/>
            <p:nvPr/>
          </p:nvCxnSpPr>
          <p:spPr>
            <a:xfrm>
              <a:off x="380655" y="46917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783" name="Google Shape;1783;p142"/>
          <p:cNvSpPr txBox="1"/>
          <p:nvPr>
            <p:ph idx="1" type="subTitle"/>
          </p:nvPr>
        </p:nvSpPr>
        <p:spPr>
          <a:xfrm>
            <a:off x="3063300" y="413950"/>
            <a:ext cx="2445000" cy="91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Arial"/>
              <a:buNone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84" name="Google Shape;1784;p142"/>
          <p:cNvSpPr txBox="1"/>
          <p:nvPr>
            <p:ph type="title"/>
          </p:nvPr>
        </p:nvSpPr>
        <p:spPr>
          <a:xfrm>
            <a:off x="513300" y="419950"/>
            <a:ext cx="2641500" cy="101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1785" name="Google Shape;1785;p142"/>
          <p:cNvSpPr txBox="1"/>
          <p:nvPr>
            <p:ph idx="2" type="title"/>
          </p:nvPr>
        </p:nvSpPr>
        <p:spPr>
          <a:xfrm>
            <a:off x="1060026" y="1816375"/>
            <a:ext cx="2181900" cy="23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sz="10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1786" name="Google Shape;1786;p142"/>
          <p:cNvSpPr txBox="1"/>
          <p:nvPr>
            <p:ph idx="3" type="body"/>
          </p:nvPr>
        </p:nvSpPr>
        <p:spPr>
          <a:xfrm>
            <a:off x="1059900" y="2124925"/>
            <a:ext cx="2181900" cy="3633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1787" name="Google Shape;1787;p142"/>
          <p:cNvSpPr txBox="1"/>
          <p:nvPr>
            <p:ph idx="4" type="title"/>
          </p:nvPr>
        </p:nvSpPr>
        <p:spPr>
          <a:xfrm rot="132356">
            <a:off x="955546" y="2826529"/>
            <a:ext cx="2182317" cy="236571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sz="10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1788" name="Google Shape;1788;p142"/>
          <p:cNvSpPr txBox="1"/>
          <p:nvPr>
            <p:ph idx="5" type="body"/>
          </p:nvPr>
        </p:nvSpPr>
        <p:spPr>
          <a:xfrm rot="132356">
            <a:off x="941064" y="3134798"/>
            <a:ext cx="2182317" cy="363274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1789" name="Google Shape;1789;p142"/>
          <p:cNvSpPr txBox="1"/>
          <p:nvPr>
            <p:ph idx="6" type="title"/>
          </p:nvPr>
        </p:nvSpPr>
        <p:spPr>
          <a:xfrm>
            <a:off x="980676" y="3873125"/>
            <a:ext cx="2181900" cy="23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sz="10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1790" name="Google Shape;1790;p142"/>
          <p:cNvSpPr txBox="1"/>
          <p:nvPr>
            <p:ph idx="7" type="body"/>
          </p:nvPr>
        </p:nvSpPr>
        <p:spPr>
          <a:xfrm>
            <a:off x="980550" y="4181675"/>
            <a:ext cx="2181900" cy="3633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1791" name="Google Shape;1791;p142"/>
          <p:cNvSpPr txBox="1"/>
          <p:nvPr>
            <p:ph idx="8" type="title"/>
          </p:nvPr>
        </p:nvSpPr>
        <p:spPr>
          <a:xfrm rot="126099">
            <a:off x="4508764" y="2120094"/>
            <a:ext cx="1766989" cy="23626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sz="10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1792" name="Google Shape;1792;p142"/>
          <p:cNvSpPr txBox="1"/>
          <p:nvPr>
            <p:ph idx="9" type="body"/>
          </p:nvPr>
        </p:nvSpPr>
        <p:spPr>
          <a:xfrm rot="125772">
            <a:off x="4492678" y="2428187"/>
            <a:ext cx="1763380" cy="499236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1793" name="Google Shape;1793;p142"/>
          <p:cNvSpPr txBox="1"/>
          <p:nvPr>
            <p:ph idx="13" type="title"/>
          </p:nvPr>
        </p:nvSpPr>
        <p:spPr>
          <a:xfrm>
            <a:off x="7140350" y="2580150"/>
            <a:ext cx="1377000" cy="394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sz="10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1794" name="Google Shape;1794;p142"/>
          <p:cNvSpPr txBox="1"/>
          <p:nvPr>
            <p:ph idx="14" type="body"/>
          </p:nvPr>
        </p:nvSpPr>
        <p:spPr>
          <a:xfrm>
            <a:off x="7142825" y="3047175"/>
            <a:ext cx="1377000" cy="8277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1795" name="Google Shape;1795;p142"/>
          <p:cNvSpPr txBox="1"/>
          <p:nvPr>
            <p:ph idx="15" type="title"/>
          </p:nvPr>
        </p:nvSpPr>
        <p:spPr>
          <a:xfrm>
            <a:off x="4505150" y="3400100"/>
            <a:ext cx="1725000" cy="23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sz="10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1796" name="Google Shape;1796;p142"/>
          <p:cNvSpPr txBox="1"/>
          <p:nvPr>
            <p:ph idx="16" type="body"/>
          </p:nvPr>
        </p:nvSpPr>
        <p:spPr>
          <a:xfrm>
            <a:off x="4505025" y="3708650"/>
            <a:ext cx="1725000" cy="5271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Background Title">
  <p:cSld name="CUSTOM_1_1_1_1_1_2">
    <p:bg>
      <p:bgPr>
        <a:solidFill>
          <a:schemeClr val="accent3"/>
        </a:solidFill>
      </p:bgPr>
    </p:bg>
    <p:spTree>
      <p:nvGrpSpPr>
        <p:cNvPr id="1797" name="Shape 1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8" name="Google Shape;1798;p143"/>
          <p:cNvSpPr/>
          <p:nvPr/>
        </p:nvSpPr>
        <p:spPr>
          <a:xfrm rot="10800000">
            <a:off x="7960900" y="-13950"/>
            <a:ext cx="1192200" cy="11982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799" name="Google Shape;1799;p143"/>
          <p:cNvSpPr/>
          <p:nvPr/>
        </p:nvSpPr>
        <p:spPr>
          <a:xfrm>
            <a:off x="7735575" y="-10150"/>
            <a:ext cx="1428750" cy="1320800"/>
          </a:xfrm>
          <a:custGeom>
            <a:rect b="b" l="l" r="r" t="t"/>
            <a:pathLst>
              <a:path extrusionOk="0" h="52832" w="57150">
                <a:moveTo>
                  <a:pt x="4572" y="0"/>
                </a:moveTo>
                <a:lnTo>
                  <a:pt x="0" y="51308"/>
                </a:lnTo>
                <a:lnTo>
                  <a:pt x="57150" y="52832"/>
                </a:lnTo>
                <a:lnTo>
                  <a:pt x="57150" y="47752"/>
                </a:lnTo>
                <a:lnTo>
                  <a:pt x="914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sp>
        <p:nvSpPr>
          <p:cNvPr id="1800" name="Google Shape;1800;p143"/>
          <p:cNvSpPr txBox="1"/>
          <p:nvPr>
            <p:ph type="title"/>
          </p:nvPr>
        </p:nvSpPr>
        <p:spPr>
          <a:xfrm>
            <a:off x="508875" y="1998400"/>
            <a:ext cx="6149700" cy="184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b="0" sz="6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9pPr>
          </a:lstStyle>
          <a:p/>
        </p:txBody>
      </p:sp>
      <p:sp>
        <p:nvSpPr>
          <p:cNvPr id="1801" name="Google Shape;1801;p143"/>
          <p:cNvSpPr txBox="1"/>
          <p:nvPr>
            <p:ph idx="1" type="body"/>
          </p:nvPr>
        </p:nvSpPr>
        <p:spPr>
          <a:xfrm>
            <a:off x="508950" y="3845575"/>
            <a:ext cx="4499700" cy="86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1802" name="Google Shape;1802;p143"/>
          <p:cNvSpPr txBox="1"/>
          <p:nvPr>
            <p:ph idx="2" type="subTitle"/>
          </p:nvPr>
        </p:nvSpPr>
        <p:spPr>
          <a:xfrm rot="-252596">
            <a:off x="5199023" y="3875031"/>
            <a:ext cx="1487514" cy="689167"/>
          </a:xfrm>
          <a:prstGeom prst="rect">
            <a:avLst/>
          </a:prstGeom>
        </p:spPr>
        <p:txBody>
          <a:bodyPr anchorCtr="0" anchor="ctr" bIns="91425" lIns="182875" spcFirstLastPara="1" rIns="18287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1pPr>
            <a:lvl2pPr lvl="1" algn="ctr">
              <a:spcBef>
                <a:spcPts val="800"/>
              </a:spcBef>
              <a:spcAft>
                <a:spcPts val="0"/>
              </a:spcAft>
              <a:buSzPts val="1000"/>
              <a:buNone/>
              <a:defRPr b="1" sz="1000"/>
            </a:lvl2pPr>
            <a:lvl3pPr lvl="2" algn="ctr">
              <a:spcBef>
                <a:spcPts val="800"/>
              </a:spcBef>
              <a:spcAft>
                <a:spcPts val="0"/>
              </a:spcAft>
              <a:buSzPts val="1000"/>
              <a:buNone/>
              <a:defRPr b="1" sz="1000"/>
            </a:lvl3pPr>
            <a:lvl4pPr lvl="3" algn="ctr">
              <a:spcBef>
                <a:spcPts val="800"/>
              </a:spcBef>
              <a:spcAft>
                <a:spcPts val="0"/>
              </a:spcAft>
              <a:buSzPts val="1000"/>
              <a:buNone/>
              <a:defRPr b="1" sz="1000"/>
            </a:lvl4pPr>
            <a:lvl5pPr lvl="4" algn="ctr">
              <a:spcBef>
                <a:spcPts val="800"/>
              </a:spcBef>
              <a:spcAft>
                <a:spcPts val="0"/>
              </a:spcAft>
              <a:buSzPts val="1000"/>
              <a:buNone/>
              <a:defRPr b="1" sz="1000"/>
            </a:lvl5pPr>
            <a:lvl6pPr lvl="5" algn="ctr">
              <a:spcBef>
                <a:spcPts val="800"/>
              </a:spcBef>
              <a:spcAft>
                <a:spcPts val="0"/>
              </a:spcAft>
              <a:buSzPts val="1000"/>
              <a:buNone/>
              <a:defRPr b="1" sz="1000"/>
            </a:lvl6pPr>
            <a:lvl7pPr lvl="6" algn="ctr">
              <a:spcBef>
                <a:spcPts val="800"/>
              </a:spcBef>
              <a:spcAft>
                <a:spcPts val="0"/>
              </a:spcAft>
              <a:buSzPts val="1000"/>
              <a:buNone/>
              <a:defRPr b="1" sz="1000"/>
            </a:lvl7pPr>
            <a:lvl8pPr lvl="7" algn="ctr">
              <a:spcBef>
                <a:spcPts val="800"/>
              </a:spcBef>
              <a:spcAft>
                <a:spcPts val="0"/>
              </a:spcAft>
              <a:buSzPts val="1000"/>
              <a:buNone/>
              <a:defRPr b="1" sz="1000"/>
            </a:lvl8pPr>
            <a:lvl9pPr lvl="8" algn="ctr">
              <a:spcBef>
                <a:spcPts val="800"/>
              </a:spcBef>
              <a:spcAft>
                <a:spcPts val="800"/>
              </a:spcAft>
              <a:buSzPts val="1000"/>
              <a:buNone/>
              <a:defRPr b="1" sz="1000"/>
            </a:lvl9pPr>
          </a:lstStyle>
          <a:p/>
        </p:txBody>
      </p:sp>
    </p:spTree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Notes with dark background">
  <p:cSld name="CUSTOM_1_1_1_4">
    <p:bg>
      <p:bgPr>
        <a:solidFill>
          <a:schemeClr val="lt1"/>
        </a:solidFill>
      </p:bgPr>
    </p:bg>
    <p:spTree>
      <p:nvGrpSpPr>
        <p:cNvPr id="1803" name="Shape 1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4" name="Google Shape;1804;p144"/>
          <p:cNvSpPr/>
          <p:nvPr/>
        </p:nvSpPr>
        <p:spPr>
          <a:xfrm>
            <a:off x="835200" y="149400"/>
            <a:ext cx="158400" cy="158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805" name="Google Shape;1805;p144"/>
          <p:cNvSpPr/>
          <p:nvPr/>
        </p:nvSpPr>
        <p:spPr>
          <a:xfrm>
            <a:off x="3273600" y="149400"/>
            <a:ext cx="158400" cy="158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806" name="Google Shape;1806;p144"/>
          <p:cNvSpPr/>
          <p:nvPr/>
        </p:nvSpPr>
        <p:spPr>
          <a:xfrm>
            <a:off x="5712000" y="149400"/>
            <a:ext cx="158400" cy="158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807" name="Google Shape;1807;p144"/>
          <p:cNvSpPr/>
          <p:nvPr/>
        </p:nvSpPr>
        <p:spPr>
          <a:xfrm>
            <a:off x="8150400" y="149400"/>
            <a:ext cx="158400" cy="158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cxnSp>
        <p:nvCxnSpPr>
          <p:cNvPr id="1808" name="Google Shape;1808;p144"/>
          <p:cNvCxnSpPr/>
          <p:nvPr/>
        </p:nvCxnSpPr>
        <p:spPr>
          <a:xfrm>
            <a:off x="0" y="457191"/>
            <a:ext cx="9140400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09" name="Google Shape;1809;p144"/>
          <p:cNvCxnSpPr/>
          <p:nvPr/>
        </p:nvCxnSpPr>
        <p:spPr>
          <a:xfrm>
            <a:off x="0" y="524791"/>
            <a:ext cx="9140400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10" name="Google Shape;1810;p144"/>
          <p:cNvSpPr txBox="1"/>
          <p:nvPr>
            <p:ph type="title"/>
          </p:nvPr>
        </p:nvSpPr>
        <p:spPr>
          <a:xfrm>
            <a:off x="2563250" y="1900525"/>
            <a:ext cx="1767000" cy="1174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1000">
                <a:solidFill>
                  <a:schemeClr val="dk1"/>
                </a:solidFill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11" name="Google Shape;1811;p144"/>
          <p:cNvSpPr txBox="1"/>
          <p:nvPr>
            <p:ph idx="2" type="title"/>
          </p:nvPr>
        </p:nvSpPr>
        <p:spPr>
          <a:xfrm rot="-261567">
            <a:off x="710939" y="1685986"/>
            <a:ext cx="1847044" cy="1173986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12" name="Google Shape;1812;p144"/>
          <p:cNvSpPr txBox="1"/>
          <p:nvPr>
            <p:ph idx="3" type="title"/>
          </p:nvPr>
        </p:nvSpPr>
        <p:spPr>
          <a:xfrm rot="520">
            <a:off x="4330173" y="1683025"/>
            <a:ext cx="1981500" cy="13107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13" name="Google Shape;1813;p144"/>
          <p:cNvSpPr txBox="1"/>
          <p:nvPr>
            <p:ph idx="4" type="title"/>
          </p:nvPr>
        </p:nvSpPr>
        <p:spPr>
          <a:xfrm rot="158281">
            <a:off x="6392594" y="1886282"/>
            <a:ext cx="1981500" cy="1310588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14" name="Google Shape;1814;p144"/>
          <p:cNvSpPr txBox="1"/>
          <p:nvPr>
            <p:ph idx="5" type="title"/>
          </p:nvPr>
        </p:nvSpPr>
        <p:spPr>
          <a:xfrm rot="-204021">
            <a:off x="3560217" y="3689616"/>
            <a:ext cx="1608432" cy="681005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nrope"/>
              <a:buNone/>
              <a:defRPr sz="12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nrope"/>
              <a:buNone/>
              <a:defRPr b="1" sz="12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nrope"/>
              <a:buNone/>
              <a:defRPr b="1" sz="12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nrope"/>
              <a:buNone/>
              <a:defRPr b="1" sz="12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nrope"/>
              <a:buNone/>
              <a:defRPr b="1" sz="12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nrope"/>
              <a:buNone/>
              <a:defRPr b="1" sz="12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nrope"/>
              <a:buNone/>
              <a:defRPr b="1" sz="12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nrope"/>
              <a:buNone/>
              <a:defRPr b="1" sz="12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nrope"/>
              <a:buNone/>
              <a:defRPr b="1" sz="12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and Subtitle - Alt 1">
  <p:cSld name="CUSTOM_1_1_3_1_3">
    <p:spTree>
      <p:nvGrpSpPr>
        <p:cNvPr id="1815" name="Shape 18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16" name="Google Shape;1816;p145"/>
          <p:cNvGrpSpPr/>
          <p:nvPr/>
        </p:nvGrpSpPr>
        <p:grpSpPr>
          <a:xfrm>
            <a:off x="392964" y="576950"/>
            <a:ext cx="8764835" cy="4114800"/>
            <a:chOff x="374175" y="576950"/>
            <a:chExt cx="8783280" cy="4114800"/>
          </a:xfrm>
        </p:grpSpPr>
        <p:cxnSp>
          <p:nvCxnSpPr>
            <p:cNvPr id="1817" name="Google Shape;1817;p145"/>
            <p:cNvCxnSpPr/>
            <p:nvPr/>
          </p:nvCxnSpPr>
          <p:spPr>
            <a:xfrm>
              <a:off x="374175" y="5769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818" name="Google Shape;1818;p145"/>
            <p:cNvCxnSpPr/>
            <p:nvPr/>
          </p:nvCxnSpPr>
          <p:spPr>
            <a:xfrm>
              <a:off x="380655" y="11103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819" name="Google Shape;1819;p145"/>
            <p:cNvCxnSpPr/>
            <p:nvPr/>
          </p:nvCxnSpPr>
          <p:spPr>
            <a:xfrm>
              <a:off x="380655" y="16437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820" name="Google Shape;1820;p145"/>
            <p:cNvCxnSpPr/>
            <p:nvPr/>
          </p:nvCxnSpPr>
          <p:spPr>
            <a:xfrm>
              <a:off x="380655" y="21009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821" name="Google Shape;1821;p145"/>
            <p:cNvCxnSpPr/>
            <p:nvPr/>
          </p:nvCxnSpPr>
          <p:spPr>
            <a:xfrm>
              <a:off x="380655" y="26343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822" name="Google Shape;1822;p145"/>
            <p:cNvCxnSpPr/>
            <p:nvPr/>
          </p:nvCxnSpPr>
          <p:spPr>
            <a:xfrm>
              <a:off x="380655" y="31677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823" name="Google Shape;1823;p145"/>
            <p:cNvCxnSpPr/>
            <p:nvPr/>
          </p:nvCxnSpPr>
          <p:spPr>
            <a:xfrm>
              <a:off x="380655" y="36249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824" name="Google Shape;1824;p145"/>
            <p:cNvCxnSpPr/>
            <p:nvPr/>
          </p:nvCxnSpPr>
          <p:spPr>
            <a:xfrm>
              <a:off x="380655" y="41583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825" name="Google Shape;1825;p145"/>
            <p:cNvCxnSpPr/>
            <p:nvPr/>
          </p:nvCxnSpPr>
          <p:spPr>
            <a:xfrm>
              <a:off x="380655" y="46917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cxnSp>
        <p:nvCxnSpPr>
          <p:cNvPr id="1826" name="Google Shape;1826;p145"/>
          <p:cNvCxnSpPr/>
          <p:nvPr/>
        </p:nvCxnSpPr>
        <p:spPr>
          <a:xfrm>
            <a:off x="392950" y="-20266"/>
            <a:ext cx="0" cy="51657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827" name="Google Shape;1827;p145"/>
          <p:cNvGrpSpPr/>
          <p:nvPr/>
        </p:nvGrpSpPr>
        <p:grpSpPr>
          <a:xfrm>
            <a:off x="114421" y="175123"/>
            <a:ext cx="134104" cy="4750255"/>
            <a:chOff x="114421" y="175123"/>
            <a:chExt cx="134104" cy="4750255"/>
          </a:xfrm>
        </p:grpSpPr>
        <p:grpSp>
          <p:nvGrpSpPr>
            <p:cNvPr id="1828" name="Google Shape;1828;p145"/>
            <p:cNvGrpSpPr/>
            <p:nvPr/>
          </p:nvGrpSpPr>
          <p:grpSpPr>
            <a:xfrm>
              <a:off x="114421" y="175123"/>
              <a:ext cx="134104" cy="4334807"/>
              <a:chOff x="5432271" y="383100"/>
              <a:chExt cx="137854" cy="4456010"/>
            </a:xfrm>
          </p:grpSpPr>
          <p:grpSp>
            <p:nvGrpSpPr>
              <p:cNvPr id="1829" name="Google Shape;1829;p145"/>
              <p:cNvGrpSpPr/>
              <p:nvPr/>
            </p:nvGrpSpPr>
            <p:grpSpPr>
              <a:xfrm>
                <a:off x="5432271" y="383100"/>
                <a:ext cx="137854" cy="981668"/>
                <a:chOff x="5432271" y="383100"/>
                <a:chExt cx="137854" cy="981668"/>
              </a:xfrm>
            </p:grpSpPr>
            <p:sp>
              <p:nvSpPr>
                <p:cNvPr id="1830" name="Google Shape;1830;p145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831" name="Google Shape;1831;p145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832" name="Google Shape;1832;p145"/>
                <p:cNvSpPr/>
                <p:nvPr/>
              </p:nvSpPr>
              <p:spPr>
                <a:xfrm>
                  <a:off x="5433925" y="1233968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1833" name="Google Shape;1833;p145"/>
              <p:cNvGrpSpPr/>
              <p:nvPr/>
            </p:nvGrpSpPr>
            <p:grpSpPr>
              <a:xfrm>
                <a:off x="5432271" y="1678500"/>
                <a:ext cx="137854" cy="981668"/>
                <a:chOff x="5432271" y="383100"/>
                <a:chExt cx="137854" cy="981668"/>
              </a:xfrm>
            </p:grpSpPr>
            <p:sp>
              <p:nvSpPr>
                <p:cNvPr id="1834" name="Google Shape;1834;p145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835" name="Google Shape;1835;p145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836" name="Google Shape;1836;p145"/>
                <p:cNvSpPr/>
                <p:nvPr/>
              </p:nvSpPr>
              <p:spPr>
                <a:xfrm>
                  <a:off x="5433925" y="1233968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1837" name="Google Shape;1837;p145"/>
              <p:cNvGrpSpPr/>
              <p:nvPr/>
            </p:nvGrpSpPr>
            <p:grpSpPr>
              <a:xfrm>
                <a:off x="5432271" y="2973900"/>
                <a:ext cx="137854" cy="981668"/>
                <a:chOff x="5432271" y="383100"/>
                <a:chExt cx="137854" cy="981668"/>
              </a:xfrm>
            </p:grpSpPr>
            <p:sp>
              <p:nvSpPr>
                <p:cNvPr id="1838" name="Google Shape;1838;p145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839" name="Google Shape;1839;p145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840" name="Google Shape;1840;p145"/>
                <p:cNvSpPr/>
                <p:nvPr/>
              </p:nvSpPr>
              <p:spPr>
                <a:xfrm>
                  <a:off x="5433925" y="1233968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1841" name="Google Shape;1841;p145"/>
              <p:cNvGrpSpPr/>
              <p:nvPr/>
            </p:nvGrpSpPr>
            <p:grpSpPr>
              <a:xfrm>
                <a:off x="5432271" y="4269300"/>
                <a:ext cx="137854" cy="569810"/>
                <a:chOff x="5432271" y="383100"/>
                <a:chExt cx="137854" cy="569810"/>
              </a:xfrm>
            </p:grpSpPr>
            <p:sp>
              <p:nvSpPr>
                <p:cNvPr id="1842" name="Google Shape;1842;p145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843" name="Google Shape;1843;p145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  <p:sp>
          <p:nvSpPr>
            <p:cNvPr id="1844" name="Google Shape;1844;p145"/>
            <p:cNvSpPr/>
            <p:nvPr/>
          </p:nvSpPr>
          <p:spPr>
            <a:xfrm>
              <a:off x="115150" y="4798178"/>
              <a:ext cx="132600" cy="127200"/>
            </a:xfrm>
            <a:prstGeom prst="ellipse">
              <a:avLst/>
            </a:pr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</p:grpSp>
      <p:sp>
        <p:nvSpPr>
          <p:cNvPr id="1845" name="Google Shape;1845;p145"/>
          <p:cNvSpPr txBox="1"/>
          <p:nvPr>
            <p:ph idx="1" type="subTitle"/>
          </p:nvPr>
        </p:nvSpPr>
        <p:spPr>
          <a:xfrm>
            <a:off x="3063300" y="413950"/>
            <a:ext cx="2445000" cy="91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Arial"/>
              <a:buNone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46" name="Google Shape;1846;p145"/>
          <p:cNvSpPr txBox="1"/>
          <p:nvPr>
            <p:ph type="title"/>
          </p:nvPr>
        </p:nvSpPr>
        <p:spPr>
          <a:xfrm>
            <a:off x="513300" y="419950"/>
            <a:ext cx="2641500" cy="101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47" name="Google Shape;1847;p145"/>
          <p:cNvSpPr txBox="1"/>
          <p:nvPr>
            <p:ph idx="2" type="subTitle"/>
          </p:nvPr>
        </p:nvSpPr>
        <p:spPr>
          <a:xfrm>
            <a:off x="1541800" y="1729550"/>
            <a:ext cx="7863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1200"/>
              <a:buNone/>
              <a:defRPr/>
            </a:lvl9pPr>
          </a:lstStyle>
          <a:p/>
        </p:txBody>
      </p:sp>
      <p:sp>
        <p:nvSpPr>
          <p:cNvPr id="1848" name="Google Shape;1848;p145"/>
          <p:cNvSpPr txBox="1"/>
          <p:nvPr>
            <p:ph idx="3" type="subTitle"/>
          </p:nvPr>
        </p:nvSpPr>
        <p:spPr>
          <a:xfrm>
            <a:off x="3423025" y="1729550"/>
            <a:ext cx="7863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1200"/>
              <a:buNone/>
              <a:defRPr/>
            </a:lvl9pPr>
          </a:lstStyle>
          <a:p/>
        </p:txBody>
      </p:sp>
      <p:sp>
        <p:nvSpPr>
          <p:cNvPr id="1849" name="Google Shape;1849;p145"/>
          <p:cNvSpPr txBox="1"/>
          <p:nvPr>
            <p:ph idx="4" type="subTitle"/>
          </p:nvPr>
        </p:nvSpPr>
        <p:spPr>
          <a:xfrm>
            <a:off x="5307725" y="1729550"/>
            <a:ext cx="7863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1200"/>
              <a:buNone/>
              <a:defRPr/>
            </a:lvl9pPr>
          </a:lstStyle>
          <a:p/>
        </p:txBody>
      </p:sp>
      <p:sp>
        <p:nvSpPr>
          <p:cNvPr id="1850" name="Google Shape;1850;p145"/>
          <p:cNvSpPr txBox="1"/>
          <p:nvPr>
            <p:ph idx="5" type="subTitle"/>
          </p:nvPr>
        </p:nvSpPr>
        <p:spPr>
          <a:xfrm>
            <a:off x="7170900" y="1729575"/>
            <a:ext cx="7863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1200"/>
              <a:buNone/>
              <a:defRPr/>
            </a:lvl9pPr>
          </a:lstStyle>
          <a:p/>
        </p:txBody>
      </p:sp>
      <p:sp>
        <p:nvSpPr>
          <p:cNvPr id="1851" name="Google Shape;1851;p145"/>
          <p:cNvSpPr txBox="1"/>
          <p:nvPr>
            <p:ph idx="6" type="body"/>
          </p:nvPr>
        </p:nvSpPr>
        <p:spPr>
          <a:xfrm>
            <a:off x="1304475" y="3171988"/>
            <a:ext cx="1371600" cy="69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 algn="ctr">
              <a:spcBef>
                <a:spcPts val="800"/>
              </a:spcBef>
              <a:spcAft>
                <a:spcPts val="80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1852" name="Google Shape;1852;p145"/>
          <p:cNvSpPr txBox="1"/>
          <p:nvPr>
            <p:ph idx="7" type="body"/>
          </p:nvPr>
        </p:nvSpPr>
        <p:spPr>
          <a:xfrm>
            <a:off x="3130375" y="3171988"/>
            <a:ext cx="1371600" cy="69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 algn="ctr">
              <a:spcBef>
                <a:spcPts val="800"/>
              </a:spcBef>
              <a:spcAft>
                <a:spcPts val="80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1853" name="Google Shape;1853;p145"/>
          <p:cNvSpPr txBox="1"/>
          <p:nvPr>
            <p:ph idx="8" type="body"/>
          </p:nvPr>
        </p:nvSpPr>
        <p:spPr>
          <a:xfrm>
            <a:off x="4980275" y="3171988"/>
            <a:ext cx="1371600" cy="69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 algn="ctr">
              <a:spcBef>
                <a:spcPts val="800"/>
              </a:spcBef>
              <a:spcAft>
                <a:spcPts val="80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1854" name="Google Shape;1854;p145"/>
          <p:cNvSpPr txBox="1"/>
          <p:nvPr>
            <p:ph idx="9" type="body"/>
          </p:nvPr>
        </p:nvSpPr>
        <p:spPr>
          <a:xfrm>
            <a:off x="6878250" y="3171988"/>
            <a:ext cx="1371600" cy="69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 algn="ctr">
              <a:spcBef>
                <a:spcPts val="800"/>
              </a:spcBef>
              <a:spcAft>
                <a:spcPts val="80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1855" name="Shape 1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6" name="Google Shape;1856;p14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857" name="Google Shape;1857;p14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1858" name="Shape 1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9" name="Google Shape;1859;p14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1860" name="Shape 1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1" name="Google Shape;1861;p1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862" name="Google Shape;1862;p14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1863" name="Shape 1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4" name="Google Shape;1864;p1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865" name="Google Shape;1865;p149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866" name="Google Shape;1866;p149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1867" name="Shape 1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8" name="Google Shape;1868;p1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1869" name="Shape 1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0" name="Google Shape;1870;p151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871" name="Google Shape;1871;p151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1872" name="Shape 1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3" name="Google Shape;1873;p152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1874" name="Shape 1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5" name="Google Shape;1875;p153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876" name="Google Shape;1876;p153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877" name="Google Shape;1877;p153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1878" name="Shape 18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9" name="Google Shape;1879;p154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1880" name="Shape 1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1" name="Google Shape;1881;p155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882" name="Google Shape;1882;p155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1883" name="Shape 188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1884" name="Shape 1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5" name="Google Shape;1885;p157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886" name="Google Shape;1886;p157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887" name="Google Shape;1887;p157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888" name="Google Shape;1888;p157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889" name="Google Shape;1889;p157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890" name="Google Shape;1890;p157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891" name="Google Shape;1891;p157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1892" name="Shape 1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3" name="Google Shape;1893;p15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894" name="Google Shape;1894;p158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895" name="Google Shape;1895;p158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1896" name="Shape 18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7" name="Google Shape;1897;p159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898" name="Google Shape;1898;p159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899" name="Google Shape;1899;p159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900" name="Google Shape;1900;p159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901" name="Google Shape;1901;p159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1902" name="Shape 19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3" name="Google Shape;1903;p160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904" name="Google Shape;1904;p160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905" name="Google Shape;1905;p160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906" name="Google Shape;1906;p160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907" name="Google Shape;1907;p160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908" name="Google Shape;1908;p160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909" name="Google Shape;1909;p160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1910" name="Shape 1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1" name="Google Shape;1911;p16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912" name="Google Shape;1912;p161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1913" name="Shape 1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4" name="Google Shape;1914;p162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915" name="Google Shape;1915;p162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1916" name="Google Shape;1916;p162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1917" name="Google Shape;1917;p162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918" name="Google Shape;1918;p16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919" name="Google Shape;1919;p162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20" name="Google Shape;1920;p162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1921" name="Shape 1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2" name="Google Shape;1922;p163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923" name="Google Shape;1923;p163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924" name="Google Shape;1924;p163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925" name="Google Shape;1925;p163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926" name="Google Shape;1926;p163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927" name="Google Shape;1927;p163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928" name="Google Shape;1928;p16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929" name="Google Shape;1929;p163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30" name="Google Shape;1930;p163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31" name="Google Shape;1931;p163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1932" name="Shape 19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3" name="Google Shape;1933;p164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1934" name="Shape 19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5" name="Google Shape;1935;p165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936" name="Google Shape;1936;p165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937" name="Google Shape;1937;p165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938" name="Google Shape;1938;p165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939" name="Google Shape;1939;p165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940" name="Google Shape;1940;p165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941" name="Google Shape;1941;p165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942" name="Google Shape;1942;p165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943" name="Google Shape;1943;p165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944" name="Google Shape;1944;p165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Layouts/slideLayout1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blank">
  <p:cSld name="BLANK">
    <p:spTree>
      <p:nvGrpSpPr>
        <p:cNvPr id="1949" name="Shape 19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0" name="Google Shape;1950;p167"/>
          <p:cNvSpPr/>
          <p:nvPr/>
        </p:nvSpPr>
        <p:spPr>
          <a:xfrm>
            <a:off x="810500" y="0"/>
            <a:ext cx="609900" cy="1020600"/>
          </a:xfrm>
          <a:prstGeom prst="snip2DiagRect">
            <a:avLst>
              <a:gd fmla="val 0" name="adj1"/>
              <a:gd fmla="val 48289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951" name="Google Shape;1951;p167"/>
          <p:cNvSpPr/>
          <p:nvPr/>
        </p:nvSpPr>
        <p:spPr>
          <a:xfrm>
            <a:off x="810500" y="2040871"/>
            <a:ext cx="6099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952" name="Google Shape;1952;p167"/>
          <p:cNvSpPr/>
          <p:nvPr/>
        </p:nvSpPr>
        <p:spPr>
          <a:xfrm>
            <a:off x="3" y="3061484"/>
            <a:ext cx="8124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953" name="Google Shape;1953;p167"/>
          <p:cNvSpPr/>
          <p:nvPr/>
        </p:nvSpPr>
        <p:spPr>
          <a:xfrm>
            <a:off x="810500" y="1020429"/>
            <a:ext cx="609900" cy="1020600"/>
          </a:xfrm>
          <a:prstGeom prst="snip2DiagRect">
            <a:avLst>
              <a:gd fmla="val 0" name="adj1"/>
              <a:gd fmla="val 48289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954" name="Google Shape;1954;p167"/>
          <p:cNvSpPr/>
          <p:nvPr/>
        </p:nvSpPr>
        <p:spPr>
          <a:xfrm>
            <a:off x="-1" y="0"/>
            <a:ext cx="812400" cy="1020600"/>
          </a:xfrm>
          <a:prstGeom prst="snip2DiagRect">
            <a:avLst>
              <a:gd fmla="val 0" name="adj1"/>
              <a:gd fmla="val 48289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955" name="Google Shape;1955;p167"/>
          <p:cNvSpPr/>
          <p:nvPr/>
        </p:nvSpPr>
        <p:spPr>
          <a:xfrm>
            <a:off x="810505" y="3061475"/>
            <a:ext cx="609900" cy="1042800"/>
          </a:xfrm>
          <a:prstGeom prst="snip2DiagRect">
            <a:avLst>
              <a:gd fmla="val 0" name="adj1"/>
              <a:gd fmla="val 3967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956" name="Google Shape;1956;p167"/>
          <p:cNvSpPr/>
          <p:nvPr/>
        </p:nvSpPr>
        <p:spPr>
          <a:xfrm>
            <a:off x="-1" y="2040871"/>
            <a:ext cx="8124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957" name="Google Shape;1957;p167"/>
          <p:cNvSpPr/>
          <p:nvPr/>
        </p:nvSpPr>
        <p:spPr>
          <a:xfrm>
            <a:off x="-1" y="1020418"/>
            <a:ext cx="8124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958" name="Google Shape;1958;p167"/>
          <p:cNvSpPr/>
          <p:nvPr/>
        </p:nvSpPr>
        <p:spPr>
          <a:xfrm>
            <a:off x="3" y="4100578"/>
            <a:ext cx="8124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959" name="Google Shape;1959;p167"/>
          <p:cNvSpPr/>
          <p:nvPr/>
        </p:nvSpPr>
        <p:spPr>
          <a:xfrm>
            <a:off x="810502" y="4100581"/>
            <a:ext cx="6099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960" name="Google Shape;1960;p167"/>
          <p:cNvSpPr/>
          <p:nvPr/>
        </p:nvSpPr>
        <p:spPr>
          <a:xfrm>
            <a:off x="1420399" y="0"/>
            <a:ext cx="4320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961" name="Google Shape;1961;p167"/>
          <p:cNvSpPr/>
          <p:nvPr/>
        </p:nvSpPr>
        <p:spPr>
          <a:xfrm>
            <a:off x="1420399" y="2040871"/>
            <a:ext cx="432000" cy="1020600"/>
          </a:xfrm>
          <a:prstGeom prst="snip2DiagRect">
            <a:avLst>
              <a:gd fmla="val 0" name="adj1"/>
              <a:gd fmla="val 3967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962" name="Google Shape;1962;p167"/>
          <p:cNvSpPr/>
          <p:nvPr/>
        </p:nvSpPr>
        <p:spPr>
          <a:xfrm>
            <a:off x="1420399" y="1020429"/>
            <a:ext cx="432000" cy="1020600"/>
          </a:xfrm>
          <a:prstGeom prst="snip2DiagRect">
            <a:avLst>
              <a:gd fmla="val 0" name="adj1"/>
              <a:gd fmla="val 48289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963" name="Google Shape;1963;p167"/>
          <p:cNvSpPr/>
          <p:nvPr/>
        </p:nvSpPr>
        <p:spPr>
          <a:xfrm>
            <a:off x="1420401" y="3061475"/>
            <a:ext cx="4320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964" name="Google Shape;1964;p167"/>
          <p:cNvSpPr/>
          <p:nvPr/>
        </p:nvSpPr>
        <p:spPr>
          <a:xfrm>
            <a:off x="1420400" y="4100581"/>
            <a:ext cx="4320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965" name="Google Shape;1965;p167"/>
          <p:cNvSpPr txBox="1"/>
          <p:nvPr>
            <p:ph type="title"/>
          </p:nvPr>
        </p:nvSpPr>
        <p:spPr>
          <a:xfrm>
            <a:off x="3154650" y="3235981"/>
            <a:ext cx="5760900" cy="5877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4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966" name="Google Shape;1966;p167"/>
          <p:cNvSpPr txBox="1"/>
          <p:nvPr>
            <p:ph idx="1" type="subTitle"/>
          </p:nvPr>
        </p:nvSpPr>
        <p:spPr>
          <a:xfrm>
            <a:off x="3154650" y="3875775"/>
            <a:ext cx="5760900" cy="5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">
  <p:cSld name="BLANK_3">
    <p:bg>
      <p:bgPr>
        <a:solidFill>
          <a:schemeClr val="accent5"/>
        </a:solidFill>
      </p:bgPr>
    </p:bg>
    <p:spTree>
      <p:nvGrpSpPr>
        <p:cNvPr id="1967" name="Shape 19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8" name="Google Shape;1968;p168"/>
          <p:cNvSpPr/>
          <p:nvPr/>
        </p:nvSpPr>
        <p:spPr>
          <a:xfrm>
            <a:off x="810500" y="0"/>
            <a:ext cx="609900" cy="1020600"/>
          </a:xfrm>
          <a:prstGeom prst="snip2DiagRect">
            <a:avLst>
              <a:gd fmla="val 0" name="adj1"/>
              <a:gd fmla="val 48289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969" name="Google Shape;1969;p168"/>
          <p:cNvSpPr/>
          <p:nvPr/>
        </p:nvSpPr>
        <p:spPr>
          <a:xfrm>
            <a:off x="810500" y="2040871"/>
            <a:ext cx="6099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970" name="Google Shape;1970;p168"/>
          <p:cNvSpPr/>
          <p:nvPr/>
        </p:nvSpPr>
        <p:spPr>
          <a:xfrm>
            <a:off x="3" y="3061484"/>
            <a:ext cx="8124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971" name="Google Shape;1971;p168"/>
          <p:cNvSpPr/>
          <p:nvPr/>
        </p:nvSpPr>
        <p:spPr>
          <a:xfrm>
            <a:off x="810500" y="1020429"/>
            <a:ext cx="609900" cy="1020600"/>
          </a:xfrm>
          <a:prstGeom prst="snip2DiagRect">
            <a:avLst>
              <a:gd fmla="val 0" name="adj1"/>
              <a:gd fmla="val 48289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972" name="Google Shape;1972;p168"/>
          <p:cNvSpPr/>
          <p:nvPr/>
        </p:nvSpPr>
        <p:spPr>
          <a:xfrm>
            <a:off x="-1" y="0"/>
            <a:ext cx="812400" cy="1020600"/>
          </a:xfrm>
          <a:prstGeom prst="snip2DiagRect">
            <a:avLst>
              <a:gd fmla="val 0" name="adj1"/>
              <a:gd fmla="val 48289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973" name="Google Shape;1973;p168"/>
          <p:cNvSpPr/>
          <p:nvPr/>
        </p:nvSpPr>
        <p:spPr>
          <a:xfrm>
            <a:off x="810505" y="3061475"/>
            <a:ext cx="609900" cy="1042800"/>
          </a:xfrm>
          <a:prstGeom prst="snip2DiagRect">
            <a:avLst>
              <a:gd fmla="val 0" name="adj1"/>
              <a:gd fmla="val 3967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974" name="Google Shape;1974;p168"/>
          <p:cNvSpPr/>
          <p:nvPr/>
        </p:nvSpPr>
        <p:spPr>
          <a:xfrm>
            <a:off x="-1" y="2040871"/>
            <a:ext cx="8124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975" name="Google Shape;1975;p168"/>
          <p:cNvSpPr/>
          <p:nvPr/>
        </p:nvSpPr>
        <p:spPr>
          <a:xfrm>
            <a:off x="-1" y="1020418"/>
            <a:ext cx="8124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976" name="Google Shape;1976;p168"/>
          <p:cNvSpPr/>
          <p:nvPr/>
        </p:nvSpPr>
        <p:spPr>
          <a:xfrm>
            <a:off x="3" y="4100578"/>
            <a:ext cx="8124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977" name="Google Shape;1977;p168"/>
          <p:cNvSpPr/>
          <p:nvPr/>
        </p:nvSpPr>
        <p:spPr>
          <a:xfrm>
            <a:off x="810502" y="4100581"/>
            <a:ext cx="6099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978" name="Google Shape;1978;p168"/>
          <p:cNvSpPr/>
          <p:nvPr/>
        </p:nvSpPr>
        <p:spPr>
          <a:xfrm>
            <a:off x="1420399" y="0"/>
            <a:ext cx="4320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979" name="Google Shape;1979;p168"/>
          <p:cNvSpPr/>
          <p:nvPr/>
        </p:nvSpPr>
        <p:spPr>
          <a:xfrm>
            <a:off x="1420399" y="2040871"/>
            <a:ext cx="432000" cy="1020600"/>
          </a:xfrm>
          <a:prstGeom prst="snip2DiagRect">
            <a:avLst>
              <a:gd fmla="val 0" name="adj1"/>
              <a:gd fmla="val 3967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980" name="Google Shape;1980;p168"/>
          <p:cNvSpPr/>
          <p:nvPr/>
        </p:nvSpPr>
        <p:spPr>
          <a:xfrm>
            <a:off x="1420399" y="1020429"/>
            <a:ext cx="432000" cy="1020600"/>
          </a:xfrm>
          <a:prstGeom prst="snip2DiagRect">
            <a:avLst>
              <a:gd fmla="val 0" name="adj1"/>
              <a:gd fmla="val 48289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981" name="Google Shape;1981;p168"/>
          <p:cNvSpPr/>
          <p:nvPr/>
        </p:nvSpPr>
        <p:spPr>
          <a:xfrm>
            <a:off x="1420401" y="3061475"/>
            <a:ext cx="4320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982" name="Google Shape;1982;p168"/>
          <p:cNvSpPr/>
          <p:nvPr/>
        </p:nvSpPr>
        <p:spPr>
          <a:xfrm>
            <a:off x="1420400" y="4100581"/>
            <a:ext cx="4320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983" name="Google Shape;1983;p168"/>
          <p:cNvSpPr txBox="1"/>
          <p:nvPr>
            <p:ph type="title"/>
          </p:nvPr>
        </p:nvSpPr>
        <p:spPr>
          <a:xfrm>
            <a:off x="3154650" y="467500"/>
            <a:ext cx="5760900" cy="5877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4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984" name="Google Shape;1984;p168"/>
          <p:cNvSpPr txBox="1"/>
          <p:nvPr>
            <p:ph idx="1" type="subTitle"/>
          </p:nvPr>
        </p:nvSpPr>
        <p:spPr>
          <a:xfrm>
            <a:off x="3154650" y="1107294"/>
            <a:ext cx="5760900" cy="5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85" name="Google Shape;1985;p168"/>
          <p:cNvSpPr/>
          <p:nvPr>
            <p:ph idx="2" type="pic"/>
          </p:nvPr>
        </p:nvSpPr>
        <p:spPr>
          <a:xfrm>
            <a:off x="3154650" y="3875225"/>
            <a:ext cx="618600" cy="808500"/>
          </a:xfrm>
          <a:prstGeom prst="snip2DiagRect">
            <a:avLst>
              <a:gd fmla="val 0" name="adj1"/>
              <a:gd fmla="val 34473" name="adj2"/>
            </a:avLst>
          </a:prstGeom>
          <a:noFill/>
          <a:ln>
            <a:noFill/>
          </a:ln>
        </p:spPr>
      </p:sp>
      <p:sp>
        <p:nvSpPr>
          <p:cNvPr id="1986" name="Google Shape;1986;p168"/>
          <p:cNvSpPr txBox="1"/>
          <p:nvPr>
            <p:ph idx="3" type="subTitle"/>
          </p:nvPr>
        </p:nvSpPr>
        <p:spPr>
          <a:xfrm>
            <a:off x="3859150" y="4072916"/>
            <a:ext cx="2621700" cy="173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Red Hat Display"/>
              <a:buNone/>
              <a:defRPr sz="9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987" name="Google Shape;1987;p168"/>
          <p:cNvSpPr txBox="1"/>
          <p:nvPr>
            <p:ph idx="4" type="subTitle"/>
          </p:nvPr>
        </p:nvSpPr>
        <p:spPr>
          <a:xfrm>
            <a:off x="3859150" y="4321400"/>
            <a:ext cx="1061400" cy="17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988" name="Google Shape;1988;p168"/>
          <p:cNvSpPr txBox="1"/>
          <p:nvPr>
            <p:ph idx="5" type="subTitle"/>
          </p:nvPr>
        </p:nvSpPr>
        <p:spPr>
          <a:xfrm>
            <a:off x="5055800" y="4321400"/>
            <a:ext cx="1061400" cy="17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989" name="Google Shape;1989;p168"/>
          <p:cNvSpPr txBox="1"/>
          <p:nvPr>
            <p:ph idx="6" type="subTitle"/>
          </p:nvPr>
        </p:nvSpPr>
        <p:spPr>
          <a:xfrm>
            <a:off x="6252450" y="4321400"/>
            <a:ext cx="1061400" cy="17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9pPr>
          </a:lstStyle>
          <a:p/>
        </p:txBody>
      </p:sp>
    </p:spTree>
  </p:cSld>
  <p:clrMapOvr>
    <a:masterClrMapping/>
  </p:clrMapOvr>
</p:sldLayout>
</file>

<file path=ppt/slideLayouts/slideLayout1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>
  <p:cSld name="BLANK_2">
    <p:spTree>
      <p:nvGrpSpPr>
        <p:cNvPr id="1990" name="Shape 19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1" name="Google Shape;1991;p169"/>
          <p:cNvSpPr/>
          <p:nvPr/>
        </p:nvSpPr>
        <p:spPr>
          <a:xfrm>
            <a:off x="7291578" y="4100578"/>
            <a:ext cx="8124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992" name="Google Shape;1992;p169"/>
          <p:cNvSpPr/>
          <p:nvPr/>
        </p:nvSpPr>
        <p:spPr>
          <a:xfrm>
            <a:off x="8102077" y="4100581"/>
            <a:ext cx="6099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993" name="Google Shape;1993;p169"/>
          <p:cNvSpPr/>
          <p:nvPr/>
        </p:nvSpPr>
        <p:spPr>
          <a:xfrm>
            <a:off x="8677575" y="4100576"/>
            <a:ext cx="4665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994" name="Google Shape;1994;p169"/>
          <p:cNvSpPr/>
          <p:nvPr/>
        </p:nvSpPr>
        <p:spPr>
          <a:xfrm>
            <a:off x="5206068" y="0"/>
            <a:ext cx="12411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995" name="Google Shape;1995;p169"/>
          <p:cNvSpPr/>
          <p:nvPr/>
        </p:nvSpPr>
        <p:spPr>
          <a:xfrm>
            <a:off x="6447262" y="0"/>
            <a:ext cx="8442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996" name="Google Shape;1996;p169"/>
          <p:cNvSpPr/>
          <p:nvPr/>
        </p:nvSpPr>
        <p:spPr>
          <a:xfrm>
            <a:off x="8102075" y="0"/>
            <a:ext cx="609900" cy="1020600"/>
          </a:xfrm>
          <a:prstGeom prst="snip2DiagRect">
            <a:avLst>
              <a:gd fmla="val 0" name="adj1"/>
              <a:gd fmla="val 48289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997" name="Google Shape;1997;p169"/>
          <p:cNvSpPr/>
          <p:nvPr/>
        </p:nvSpPr>
        <p:spPr>
          <a:xfrm>
            <a:off x="8102075" y="2040871"/>
            <a:ext cx="6099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998" name="Google Shape;1998;p169"/>
          <p:cNvSpPr/>
          <p:nvPr/>
        </p:nvSpPr>
        <p:spPr>
          <a:xfrm>
            <a:off x="7291578" y="3061484"/>
            <a:ext cx="8124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999" name="Google Shape;1999;p169"/>
          <p:cNvSpPr/>
          <p:nvPr/>
        </p:nvSpPr>
        <p:spPr>
          <a:xfrm>
            <a:off x="5206074" y="1020431"/>
            <a:ext cx="12411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000" name="Google Shape;2000;p169"/>
          <p:cNvSpPr/>
          <p:nvPr/>
        </p:nvSpPr>
        <p:spPr>
          <a:xfrm>
            <a:off x="4028275" y="0"/>
            <a:ext cx="11778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001" name="Google Shape;2001;p169"/>
          <p:cNvSpPr/>
          <p:nvPr/>
        </p:nvSpPr>
        <p:spPr>
          <a:xfrm>
            <a:off x="4028281" y="1020428"/>
            <a:ext cx="11778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002" name="Google Shape;2002;p169"/>
          <p:cNvSpPr/>
          <p:nvPr/>
        </p:nvSpPr>
        <p:spPr>
          <a:xfrm>
            <a:off x="5206074" y="2040861"/>
            <a:ext cx="12411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003" name="Google Shape;2003;p169"/>
          <p:cNvSpPr/>
          <p:nvPr/>
        </p:nvSpPr>
        <p:spPr>
          <a:xfrm>
            <a:off x="8102075" y="1020429"/>
            <a:ext cx="609900" cy="1020600"/>
          </a:xfrm>
          <a:prstGeom prst="snip2DiagRect">
            <a:avLst>
              <a:gd fmla="val 0" name="adj1"/>
              <a:gd fmla="val 48289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004" name="Google Shape;2004;p169"/>
          <p:cNvSpPr/>
          <p:nvPr/>
        </p:nvSpPr>
        <p:spPr>
          <a:xfrm>
            <a:off x="7291574" y="0"/>
            <a:ext cx="812400" cy="1020600"/>
          </a:xfrm>
          <a:prstGeom prst="snip2DiagRect">
            <a:avLst>
              <a:gd fmla="val 0" name="adj1"/>
              <a:gd fmla="val 48289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005" name="Google Shape;2005;p169"/>
          <p:cNvSpPr/>
          <p:nvPr/>
        </p:nvSpPr>
        <p:spPr>
          <a:xfrm>
            <a:off x="8102080" y="3061475"/>
            <a:ext cx="609900" cy="1042800"/>
          </a:xfrm>
          <a:prstGeom prst="snip2DiagRect">
            <a:avLst>
              <a:gd fmla="val 0" name="adj1"/>
              <a:gd fmla="val 3967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006" name="Google Shape;2006;p169"/>
          <p:cNvSpPr/>
          <p:nvPr/>
        </p:nvSpPr>
        <p:spPr>
          <a:xfrm>
            <a:off x="7291574" y="2040871"/>
            <a:ext cx="8124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007" name="Google Shape;2007;p169"/>
          <p:cNvSpPr/>
          <p:nvPr/>
        </p:nvSpPr>
        <p:spPr>
          <a:xfrm>
            <a:off x="7291574" y="1020418"/>
            <a:ext cx="8124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008" name="Google Shape;2008;p169"/>
          <p:cNvSpPr/>
          <p:nvPr/>
        </p:nvSpPr>
        <p:spPr>
          <a:xfrm>
            <a:off x="6447262" y="1020429"/>
            <a:ext cx="8442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009" name="Google Shape;2009;p169"/>
          <p:cNvSpPr/>
          <p:nvPr/>
        </p:nvSpPr>
        <p:spPr>
          <a:xfrm>
            <a:off x="6447262" y="2040858"/>
            <a:ext cx="8442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010" name="Google Shape;2010;p169"/>
          <p:cNvSpPr/>
          <p:nvPr/>
        </p:nvSpPr>
        <p:spPr>
          <a:xfrm>
            <a:off x="6447275" y="3061486"/>
            <a:ext cx="8442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011" name="Google Shape;2011;p169"/>
          <p:cNvSpPr/>
          <p:nvPr/>
        </p:nvSpPr>
        <p:spPr>
          <a:xfrm>
            <a:off x="8677575" y="0"/>
            <a:ext cx="4665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012" name="Google Shape;2012;p169"/>
          <p:cNvSpPr/>
          <p:nvPr/>
        </p:nvSpPr>
        <p:spPr>
          <a:xfrm>
            <a:off x="8677575" y="2040869"/>
            <a:ext cx="466500" cy="1020600"/>
          </a:xfrm>
          <a:prstGeom prst="snip2DiagRect">
            <a:avLst>
              <a:gd fmla="val 0" name="adj1"/>
              <a:gd fmla="val 3967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013" name="Google Shape;2013;p169"/>
          <p:cNvSpPr/>
          <p:nvPr/>
        </p:nvSpPr>
        <p:spPr>
          <a:xfrm>
            <a:off x="8677575" y="1020428"/>
            <a:ext cx="466500" cy="1020600"/>
          </a:xfrm>
          <a:prstGeom prst="snip2DiagRect">
            <a:avLst>
              <a:gd fmla="val 0" name="adj1"/>
              <a:gd fmla="val 48289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014" name="Google Shape;2014;p169"/>
          <p:cNvSpPr/>
          <p:nvPr/>
        </p:nvSpPr>
        <p:spPr>
          <a:xfrm>
            <a:off x="8677577" y="3061472"/>
            <a:ext cx="4665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015" name="Google Shape;2015;p169"/>
          <p:cNvSpPr txBox="1"/>
          <p:nvPr>
            <p:ph type="title"/>
          </p:nvPr>
        </p:nvSpPr>
        <p:spPr>
          <a:xfrm>
            <a:off x="259050" y="3670842"/>
            <a:ext cx="5760900" cy="5877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5600">
                <a:solidFill>
                  <a:schemeClr val="lt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section header">
  <p:cSld name="BLANK_1">
    <p:bg>
      <p:bgPr>
        <a:solidFill>
          <a:schemeClr val="accent5"/>
        </a:solidFill>
      </p:bgPr>
    </p:bg>
    <p:spTree>
      <p:nvGrpSpPr>
        <p:cNvPr id="2016" name="Shape 20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17" name="Google Shape;2017;p170"/>
          <p:cNvGrpSpPr/>
          <p:nvPr/>
        </p:nvGrpSpPr>
        <p:grpSpPr>
          <a:xfrm>
            <a:off x="4895291" y="1377627"/>
            <a:ext cx="4091726" cy="3670806"/>
            <a:chOff x="5223565" y="1672200"/>
            <a:chExt cx="3763198" cy="3376074"/>
          </a:xfrm>
        </p:grpSpPr>
        <p:sp>
          <p:nvSpPr>
            <p:cNvPr id="2018" name="Google Shape;2018;p170"/>
            <p:cNvSpPr/>
            <p:nvPr/>
          </p:nvSpPr>
          <p:spPr>
            <a:xfrm>
              <a:off x="8597363" y="4658874"/>
              <a:ext cx="389400" cy="389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019" name="Google Shape;2019;p170"/>
            <p:cNvSpPr/>
            <p:nvPr/>
          </p:nvSpPr>
          <p:spPr>
            <a:xfrm>
              <a:off x="8221477" y="4674761"/>
              <a:ext cx="364500" cy="364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020" name="Google Shape;2020;p170"/>
            <p:cNvSpPr/>
            <p:nvPr/>
          </p:nvSpPr>
          <p:spPr>
            <a:xfrm>
              <a:off x="7827856" y="4668751"/>
              <a:ext cx="364500" cy="364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021" name="Google Shape;2021;p170"/>
            <p:cNvSpPr/>
            <p:nvPr/>
          </p:nvSpPr>
          <p:spPr>
            <a:xfrm>
              <a:off x="7434256" y="4656732"/>
              <a:ext cx="364500" cy="364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022" name="Google Shape;2022;p170"/>
            <p:cNvSpPr/>
            <p:nvPr/>
          </p:nvSpPr>
          <p:spPr>
            <a:xfrm>
              <a:off x="7061685" y="4674751"/>
              <a:ext cx="328500" cy="328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023" name="Google Shape;2023;p170"/>
            <p:cNvSpPr/>
            <p:nvPr/>
          </p:nvSpPr>
          <p:spPr>
            <a:xfrm>
              <a:off x="6674992" y="4683725"/>
              <a:ext cx="310500" cy="31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024" name="Google Shape;2024;p170"/>
            <p:cNvSpPr/>
            <p:nvPr/>
          </p:nvSpPr>
          <p:spPr>
            <a:xfrm>
              <a:off x="6302724" y="4703118"/>
              <a:ext cx="266100" cy="266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025" name="Google Shape;2025;p170"/>
            <p:cNvSpPr/>
            <p:nvPr/>
          </p:nvSpPr>
          <p:spPr>
            <a:xfrm>
              <a:off x="5931636" y="4719313"/>
              <a:ext cx="233700" cy="233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026" name="Google Shape;2026;p170"/>
            <p:cNvSpPr/>
            <p:nvPr/>
          </p:nvSpPr>
          <p:spPr>
            <a:xfrm>
              <a:off x="5574999" y="4754125"/>
              <a:ext cx="164100" cy="164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027" name="Google Shape;2027;p170"/>
            <p:cNvSpPr/>
            <p:nvPr/>
          </p:nvSpPr>
          <p:spPr>
            <a:xfrm>
              <a:off x="5223565" y="4792075"/>
              <a:ext cx="88200" cy="8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028" name="Google Shape;2028;p170"/>
            <p:cNvSpPr/>
            <p:nvPr/>
          </p:nvSpPr>
          <p:spPr>
            <a:xfrm>
              <a:off x="5233309" y="4405993"/>
              <a:ext cx="65100" cy="65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029" name="Google Shape;2029;p170"/>
            <p:cNvSpPr/>
            <p:nvPr/>
          </p:nvSpPr>
          <p:spPr>
            <a:xfrm>
              <a:off x="5255991" y="4031074"/>
              <a:ext cx="32400" cy="3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030" name="Google Shape;2030;p170"/>
            <p:cNvSpPr/>
            <p:nvPr/>
          </p:nvSpPr>
          <p:spPr>
            <a:xfrm>
              <a:off x="5577744" y="4359245"/>
              <a:ext cx="164100" cy="164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031" name="Google Shape;2031;p170"/>
            <p:cNvSpPr/>
            <p:nvPr/>
          </p:nvSpPr>
          <p:spPr>
            <a:xfrm>
              <a:off x="5597859" y="3989773"/>
              <a:ext cx="128400" cy="128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032" name="Google Shape;2032;p170"/>
            <p:cNvSpPr/>
            <p:nvPr/>
          </p:nvSpPr>
          <p:spPr>
            <a:xfrm>
              <a:off x="5617892" y="3617917"/>
              <a:ext cx="88200" cy="88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033" name="Google Shape;2033;p170"/>
            <p:cNvSpPr/>
            <p:nvPr/>
          </p:nvSpPr>
          <p:spPr>
            <a:xfrm>
              <a:off x="5640242" y="3256822"/>
              <a:ext cx="43500" cy="43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034" name="Google Shape;2034;p170"/>
            <p:cNvSpPr/>
            <p:nvPr/>
          </p:nvSpPr>
          <p:spPr>
            <a:xfrm>
              <a:off x="5947917" y="4337666"/>
              <a:ext cx="210300" cy="210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035" name="Google Shape;2035;p170"/>
            <p:cNvSpPr/>
            <p:nvPr/>
          </p:nvSpPr>
          <p:spPr>
            <a:xfrm>
              <a:off x="5947917" y="3948966"/>
              <a:ext cx="210300" cy="210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036" name="Google Shape;2036;p170"/>
            <p:cNvSpPr/>
            <p:nvPr/>
          </p:nvSpPr>
          <p:spPr>
            <a:xfrm>
              <a:off x="5971017" y="3583374"/>
              <a:ext cx="164100" cy="164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037" name="Google Shape;2037;p170"/>
            <p:cNvSpPr/>
            <p:nvPr/>
          </p:nvSpPr>
          <p:spPr>
            <a:xfrm>
              <a:off x="6000412" y="3213736"/>
              <a:ext cx="120600" cy="120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038" name="Google Shape;2038;p170"/>
            <p:cNvSpPr/>
            <p:nvPr/>
          </p:nvSpPr>
          <p:spPr>
            <a:xfrm>
              <a:off x="6028158" y="2848212"/>
              <a:ext cx="65100" cy="65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039" name="Google Shape;2039;p170"/>
            <p:cNvSpPr/>
            <p:nvPr/>
          </p:nvSpPr>
          <p:spPr>
            <a:xfrm>
              <a:off x="6310165" y="4307974"/>
              <a:ext cx="266100" cy="266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040" name="Google Shape;2040;p170"/>
            <p:cNvSpPr/>
            <p:nvPr/>
          </p:nvSpPr>
          <p:spPr>
            <a:xfrm>
              <a:off x="6317617" y="3928525"/>
              <a:ext cx="251100" cy="251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041" name="Google Shape;2041;p170"/>
            <p:cNvSpPr/>
            <p:nvPr/>
          </p:nvSpPr>
          <p:spPr>
            <a:xfrm>
              <a:off x="6338017" y="3557025"/>
              <a:ext cx="210300" cy="210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042" name="Google Shape;2042;p170"/>
            <p:cNvSpPr/>
            <p:nvPr/>
          </p:nvSpPr>
          <p:spPr>
            <a:xfrm>
              <a:off x="6353659" y="3174152"/>
              <a:ext cx="190800" cy="1908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043" name="Google Shape;2043;p170"/>
            <p:cNvSpPr/>
            <p:nvPr/>
          </p:nvSpPr>
          <p:spPr>
            <a:xfrm>
              <a:off x="6378718" y="2811048"/>
              <a:ext cx="140700" cy="140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044" name="Google Shape;2044;p170"/>
            <p:cNvSpPr/>
            <p:nvPr/>
          </p:nvSpPr>
          <p:spPr>
            <a:xfrm>
              <a:off x="6742842" y="2786001"/>
              <a:ext cx="190800" cy="1908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045" name="Google Shape;2045;p170"/>
            <p:cNvSpPr/>
            <p:nvPr/>
          </p:nvSpPr>
          <p:spPr>
            <a:xfrm>
              <a:off x="6416508" y="2460862"/>
              <a:ext cx="65100" cy="65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046" name="Google Shape;2046;p170"/>
            <p:cNvSpPr/>
            <p:nvPr/>
          </p:nvSpPr>
          <p:spPr>
            <a:xfrm>
              <a:off x="6767893" y="2423048"/>
              <a:ext cx="140700" cy="140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047" name="Google Shape;2047;p170"/>
            <p:cNvSpPr/>
            <p:nvPr/>
          </p:nvSpPr>
          <p:spPr>
            <a:xfrm>
              <a:off x="6818658" y="2063849"/>
              <a:ext cx="65100" cy="65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048" name="Google Shape;2048;p170"/>
            <p:cNvSpPr/>
            <p:nvPr/>
          </p:nvSpPr>
          <p:spPr>
            <a:xfrm>
              <a:off x="6725510" y="3161725"/>
              <a:ext cx="233700" cy="233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049" name="Google Shape;2049;p170"/>
            <p:cNvSpPr/>
            <p:nvPr/>
          </p:nvSpPr>
          <p:spPr>
            <a:xfrm>
              <a:off x="6703814" y="3536492"/>
              <a:ext cx="266100" cy="266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050" name="Google Shape;2050;p170"/>
            <p:cNvSpPr/>
            <p:nvPr/>
          </p:nvSpPr>
          <p:spPr>
            <a:xfrm>
              <a:off x="6693510" y="3918330"/>
              <a:ext cx="281700" cy="281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051" name="Google Shape;2051;p170"/>
            <p:cNvSpPr/>
            <p:nvPr/>
          </p:nvSpPr>
          <p:spPr>
            <a:xfrm>
              <a:off x="6683243" y="4298575"/>
              <a:ext cx="302100" cy="302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052" name="Google Shape;2052;p170"/>
            <p:cNvSpPr/>
            <p:nvPr/>
          </p:nvSpPr>
          <p:spPr>
            <a:xfrm>
              <a:off x="7061692" y="4285375"/>
              <a:ext cx="328500" cy="328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053" name="Google Shape;2053;p170"/>
            <p:cNvSpPr/>
            <p:nvPr/>
          </p:nvSpPr>
          <p:spPr>
            <a:xfrm>
              <a:off x="7070692" y="3905000"/>
              <a:ext cx="310500" cy="31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054" name="Google Shape;2054;p170"/>
            <p:cNvSpPr/>
            <p:nvPr/>
          </p:nvSpPr>
          <p:spPr>
            <a:xfrm>
              <a:off x="7085092" y="3528700"/>
              <a:ext cx="281700" cy="281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055" name="Google Shape;2055;p170"/>
            <p:cNvSpPr/>
            <p:nvPr/>
          </p:nvSpPr>
          <p:spPr>
            <a:xfrm>
              <a:off x="7103018" y="3150325"/>
              <a:ext cx="256500" cy="256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056" name="Google Shape;2056;p170"/>
            <p:cNvSpPr/>
            <p:nvPr/>
          </p:nvSpPr>
          <p:spPr>
            <a:xfrm>
              <a:off x="7124313" y="2779308"/>
              <a:ext cx="220500" cy="22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057" name="Google Shape;2057;p170"/>
            <p:cNvSpPr/>
            <p:nvPr/>
          </p:nvSpPr>
          <p:spPr>
            <a:xfrm>
              <a:off x="7146044" y="2409955"/>
              <a:ext cx="174000" cy="174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058" name="Google Shape;2058;p170"/>
            <p:cNvSpPr/>
            <p:nvPr/>
          </p:nvSpPr>
          <p:spPr>
            <a:xfrm>
              <a:off x="7186793" y="2052175"/>
              <a:ext cx="108000" cy="108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059" name="Google Shape;2059;p170"/>
            <p:cNvSpPr/>
            <p:nvPr/>
          </p:nvSpPr>
          <p:spPr>
            <a:xfrm>
              <a:off x="7976817" y="1672200"/>
              <a:ext cx="88200" cy="8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060" name="Google Shape;2060;p170"/>
            <p:cNvSpPr/>
            <p:nvPr/>
          </p:nvSpPr>
          <p:spPr>
            <a:xfrm>
              <a:off x="8371192" y="1672200"/>
              <a:ext cx="88200" cy="8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061" name="Google Shape;2061;p170"/>
            <p:cNvSpPr/>
            <p:nvPr/>
          </p:nvSpPr>
          <p:spPr>
            <a:xfrm>
              <a:off x="8764889" y="1672200"/>
              <a:ext cx="88200" cy="8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062" name="Google Shape;2062;p170"/>
            <p:cNvSpPr/>
            <p:nvPr/>
          </p:nvSpPr>
          <p:spPr>
            <a:xfrm>
              <a:off x="7441492" y="4274600"/>
              <a:ext cx="350100" cy="350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063" name="Google Shape;2063;p170"/>
            <p:cNvSpPr/>
            <p:nvPr/>
          </p:nvSpPr>
          <p:spPr>
            <a:xfrm>
              <a:off x="7452292" y="3896000"/>
              <a:ext cx="328500" cy="328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064" name="Google Shape;2064;p170"/>
            <p:cNvSpPr/>
            <p:nvPr/>
          </p:nvSpPr>
          <p:spPr>
            <a:xfrm>
              <a:off x="7470292" y="3510175"/>
              <a:ext cx="310500" cy="31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065" name="Google Shape;2065;p170"/>
            <p:cNvSpPr/>
            <p:nvPr/>
          </p:nvSpPr>
          <p:spPr>
            <a:xfrm>
              <a:off x="7484692" y="3137725"/>
              <a:ext cx="281700" cy="281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066" name="Google Shape;2066;p170"/>
            <p:cNvSpPr/>
            <p:nvPr/>
          </p:nvSpPr>
          <p:spPr>
            <a:xfrm>
              <a:off x="7497293" y="2761300"/>
              <a:ext cx="256500" cy="256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067" name="Google Shape;2067;p170"/>
            <p:cNvSpPr/>
            <p:nvPr/>
          </p:nvSpPr>
          <p:spPr>
            <a:xfrm>
              <a:off x="7515288" y="2386708"/>
              <a:ext cx="220500" cy="22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068" name="Google Shape;2068;p170"/>
            <p:cNvSpPr/>
            <p:nvPr/>
          </p:nvSpPr>
          <p:spPr>
            <a:xfrm>
              <a:off x="7564468" y="2035826"/>
              <a:ext cx="140700" cy="140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069" name="Google Shape;2069;p170"/>
            <p:cNvSpPr/>
            <p:nvPr/>
          </p:nvSpPr>
          <p:spPr>
            <a:xfrm>
              <a:off x="7828801" y="4272511"/>
              <a:ext cx="364500" cy="364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070" name="Google Shape;2070;p170"/>
            <p:cNvSpPr/>
            <p:nvPr/>
          </p:nvSpPr>
          <p:spPr>
            <a:xfrm>
              <a:off x="7835067" y="3890650"/>
              <a:ext cx="350100" cy="350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071" name="Google Shape;2071;p170"/>
            <p:cNvSpPr/>
            <p:nvPr/>
          </p:nvSpPr>
          <p:spPr>
            <a:xfrm>
              <a:off x="7850970" y="3509478"/>
              <a:ext cx="328500" cy="328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072" name="Google Shape;2072;p170"/>
            <p:cNvSpPr/>
            <p:nvPr/>
          </p:nvSpPr>
          <p:spPr>
            <a:xfrm>
              <a:off x="7859967" y="3123325"/>
              <a:ext cx="310500" cy="31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073" name="Google Shape;2073;p170"/>
            <p:cNvSpPr/>
            <p:nvPr/>
          </p:nvSpPr>
          <p:spPr>
            <a:xfrm>
              <a:off x="7886401" y="2761299"/>
              <a:ext cx="256500" cy="256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074" name="Google Shape;2074;p170"/>
            <p:cNvSpPr/>
            <p:nvPr/>
          </p:nvSpPr>
          <p:spPr>
            <a:xfrm>
              <a:off x="7904067" y="2376550"/>
              <a:ext cx="233700" cy="233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075" name="Google Shape;2075;p170"/>
            <p:cNvSpPr/>
            <p:nvPr/>
          </p:nvSpPr>
          <p:spPr>
            <a:xfrm>
              <a:off x="7944867" y="2030125"/>
              <a:ext cx="152100" cy="152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076" name="Google Shape;2076;p170"/>
            <p:cNvSpPr/>
            <p:nvPr/>
          </p:nvSpPr>
          <p:spPr>
            <a:xfrm>
              <a:off x="8330538" y="2030125"/>
              <a:ext cx="164100" cy="164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077" name="Google Shape;2077;p170"/>
            <p:cNvSpPr/>
            <p:nvPr/>
          </p:nvSpPr>
          <p:spPr>
            <a:xfrm>
              <a:off x="8717639" y="2025398"/>
              <a:ext cx="174000" cy="174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078" name="Google Shape;2078;p170"/>
            <p:cNvSpPr/>
            <p:nvPr/>
          </p:nvSpPr>
          <p:spPr>
            <a:xfrm>
              <a:off x="8298197" y="2383915"/>
              <a:ext cx="233700" cy="233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079" name="Google Shape;2079;p170"/>
            <p:cNvSpPr/>
            <p:nvPr/>
          </p:nvSpPr>
          <p:spPr>
            <a:xfrm>
              <a:off x="8691644" y="2383915"/>
              <a:ext cx="233700" cy="233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080" name="Google Shape;2080;p170"/>
            <p:cNvSpPr/>
            <p:nvPr/>
          </p:nvSpPr>
          <p:spPr>
            <a:xfrm>
              <a:off x="8273879" y="2760682"/>
              <a:ext cx="266100" cy="266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081" name="Google Shape;2081;p170"/>
            <p:cNvSpPr/>
            <p:nvPr/>
          </p:nvSpPr>
          <p:spPr>
            <a:xfrm>
              <a:off x="8662489" y="2760682"/>
              <a:ext cx="266100" cy="266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082" name="Google Shape;2082;p170"/>
            <p:cNvSpPr/>
            <p:nvPr/>
          </p:nvSpPr>
          <p:spPr>
            <a:xfrm>
              <a:off x="8248467" y="3123325"/>
              <a:ext cx="310500" cy="31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083" name="Google Shape;2083;p170"/>
            <p:cNvSpPr/>
            <p:nvPr/>
          </p:nvSpPr>
          <p:spPr>
            <a:xfrm>
              <a:off x="8649389" y="3123325"/>
              <a:ext cx="310500" cy="31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084" name="Google Shape;2084;p170"/>
            <p:cNvSpPr/>
            <p:nvPr/>
          </p:nvSpPr>
          <p:spPr>
            <a:xfrm>
              <a:off x="8228667" y="3498675"/>
              <a:ext cx="350100" cy="350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085" name="Google Shape;2085;p170"/>
            <p:cNvSpPr/>
            <p:nvPr/>
          </p:nvSpPr>
          <p:spPr>
            <a:xfrm>
              <a:off x="8620488" y="3498675"/>
              <a:ext cx="350100" cy="350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086" name="Google Shape;2086;p170"/>
            <p:cNvSpPr/>
            <p:nvPr/>
          </p:nvSpPr>
          <p:spPr>
            <a:xfrm>
              <a:off x="8225203" y="3890650"/>
              <a:ext cx="350100" cy="350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087" name="Google Shape;2087;p170"/>
            <p:cNvSpPr/>
            <p:nvPr/>
          </p:nvSpPr>
          <p:spPr>
            <a:xfrm>
              <a:off x="8616393" y="3890650"/>
              <a:ext cx="350100" cy="350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088" name="Google Shape;2088;p170"/>
            <p:cNvSpPr/>
            <p:nvPr/>
          </p:nvSpPr>
          <p:spPr>
            <a:xfrm>
              <a:off x="8217728" y="4274243"/>
              <a:ext cx="364500" cy="364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089" name="Google Shape;2089;p170"/>
            <p:cNvSpPr/>
            <p:nvPr/>
          </p:nvSpPr>
          <p:spPr>
            <a:xfrm>
              <a:off x="8605974" y="4274243"/>
              <a:ext cx="364500" cy="364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</p:grpSp>
      <p:grpSp>
        <p:nvGrpSpPr>
          <p:cNvPr id="2090" name="Google Shape;2090;p170"/>
          <p:cNvGrpSpPr/>
          <p:nvPr/>
        </p:nvGrpSpPr>
        <p:grpSpPr>
          <a:xfrm>
            <a:off x="142078" y="79823"/>
            <a:ext cx="2140834" cy="1767927"/>
            <a:chOff x="142083" y="79814"/>
            <a:chExt cx="1831025" cy="1512212"/>
          </a:xfrm>
        </p:grpSpPr>
        <p:sp>
          <p:nvSpPr>
            <p:cNvPr id="2091" name="Google Shape;2091;p170"/>
            <p:cNvSpPr/>
            <p:nvPr/>
          </p:nvSpPr>
          <p:spPr>
            <a:xfrm>
              <a:off x="142083" y="79814"/>
              <a:ext cx="256500" cy="256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092" name="Google Shape;2092;p170"/>
            <p:cNvSpPr/>
            <p:nvPr/>
          </p:nvSpPr>
          <p:spPr>
            <a:xfrm>
              <a:off x="487858" y="87214"/>
              <a:ext cx="233700" cy="233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093" name="Google Shape;2093;p170"/>
            <p:cNvSpPr/>
            <p:nvPr/>
          </p:nvSpPr>
          <p:spPr>
            <a:xfrm>
              <a:off x="839135" y="87214"/>
              <a:ext cx="210300" cy="210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094" name="Google Shape;2094;p170"/>
            <p:cNvSpPr/>
            <p:nvPr/>
          </p:nvSpPr>
          <p:spPr>
            <a:xfrm>
              <a:off x="1191033" y="105414"/>
              <a:ext cx="174000" cy="174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095" name="Google Shape;2095;p170"/>
            <p:cNvSpPr/>
            <p:nvPr/>
          </p:nvSpPr>
          <p:spPr>
            <a:xfrm>
              <a:off x="1537808" y="115439"/>
              <a:ext cx="140700" cy="14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096" name="Google Shape;2096;p170"/>
            <p:cNvSpPr/>
            <p:nvPr/>
          </p:nvSpPr>
          <p:spPr>
            <a:xfrm>
              <a:off x="1908008" y="148714"/>
              <a:ext cx="65100" cy="65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097" name="Google Shape;2097;p170"/>
            <p:cNvSpPr/>
            <p:nvPr/>
          </p:nvSpPr>
          <p:spPr>
            <a:xfrm>
              <a:off x="164883" y="422639"/>
              <a:ext cx="233700" cy="233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098" name="Google Shape;2098;p170"/>
            <p:cNvSpPr/>
            <p:nvPr/>
          </p:nvSpPr>
          <p:spPr>
            <a:xfrm>
              <a:off x="506960" y="427888"/>
              <a:ext cx="210300" cy="210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099" name="Google Shape;2099;p170"/>
            <p:cNvSpPr/>
            <p:nvPr/>
          </p:nvSpPr>
          <p:spPr>
            <a:xfrm>
              <a:off x="854387" y="436714"/>
              <a:ext cx="179700" cy="179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100" name="Google Shape;2100;p170"/>
            <p:cNvSpPr/>
            <p:nvPr/>
          </p:nvSpPr>
          <p:spPr>
            <a:xfrm>
              <a:off x="1202034" y="450389"/>
              <a:ext cx="1521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101" name="Google Shape;2101;p170"/>
            <p:cNvSpPr/>
            <p:nvPr/>
          </p:nvSpPr>
          <p:spPr>
            <a:xfrm>
              <a:off x="1558407" y="470039"/>
              <a:ext cx="97800" cy="978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102" name="Google Shape;2102;p170"/>
            <p:cNvSpPr/>
            <p:nvPr/>
          </p:nvSpPr>
          <p:spPr>
            <a:xfrm>
              <a:off x="1924408" y="499814"/>
              <a:ext cx="32400" cy="3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103" name="Google Shape;2103;p170"/>
            <p:cNvSpPr/>
            <p:nvPr/>
          </p:nvSpPr>
          <p:spPr>
            <a:xfrm>
              <a:off x="529964" y="775614"/>
              <a:ext cx="179700" cy="179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104" name="Google Shape;2104;p170"/>
            <p:cNvSpPr/>
            <p:nvPr/>
          </p:nvSpPr>
          <p:spPr>
            <a:xfrm>
              <a:off x="185718" y="765448"/>
              <a:ext cx="210300" cy="210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105" name="Google Shape;2105;p170"/>
            <p:cNvSpPr/>
            <p:nvPr/>
          </p:nvSpPr>
          <p:spPr>
            <a:xfrm>
              <a:off x="873448" y="784049"/>
              <a:ext cx="1521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106" name="Google Shape;2106;p170"/>
            <p:cNvSpPr/>
            <p:nvPr/>
          </p:nvSpPr>
          <p:spPr>
            <a:xfrm>
              <a:off x="1230921" y="804501"/>
              <a:ext cx="108000" cy="108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107" name="Google Shape;2107;p170"/>
            <p:cNvSpPr/>
            <p:nvPr/>
          </p:nvSpPr>
          <p:spPr>
            <a:xfrm>
              <a:off x="1577346" y="824201"/>
              <a:ext cx="65100" cy="65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108" name="Google Shape;2108;p170"/>
            <p:cNvSpPr/>
            <p:nvPr/>
          </p:nvSpPr>
          <p:spPr>
            <a:xfrm>
              <a:off x="551148" y="1122149"/>
              <a:ext cx="1521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109" name="Google Shape;2109;p170"/>
            <p:cNvSpPr/>
            <p:nvPr/>
          </p:nvSpPr>
          <p:spPr>
            <a:xfrm>
              <a:off x="201014" y="1115389"/>
              <a:ext cx="179700" cy="179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110" name="Google Shape;2110;p170"/>
            <p:cNvSpPr/>
            <p:nvPr/>
          </p:nvSpPr>
          <p:spPr>
            <a:xfrm>
              <a:off x="900639" y="1144351"/>
              <a:ext cx="108000" cy="108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111" name="Google Shape;2111;p170"/>
            <p:cNvSpPr/>
            <p:nvPr/>
          </p:nvSpPr>
          <p:spPr>
            <a:xfrm>
              <a:off x="1258496" y="1160976"/>
              <a:ext cx="65100" cy="65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112" name="Google Shape;2112;p170"/>
            <p:cNvSpPr/>
            <p:nvPr/>
          </p:nvSpPr>
          <p:spPr>
            <a:xfrm>
              <a:off x="240458" y="1484026"/>
              <a:ext cx="108000" cy="108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113" name="Google Shape;2113;p170"/>
            <p:cNvSpPr/>
            <p:nvPr/>
          </p:nvSpPr>
          <p:spPr>
            <a:xfrm>
              <a:off x="583108" y="1486121"/>
              <a:ext cx="88200" cy="8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114" name="Google Shape;2114;p170"/>
            <p:cNvSpPr/>
            <p:nvPr/>
          </p:nvSpPr>
          <p:spPr>
            <a:xfrm>
              <a:off x="937805" y="1508513"/>
              <a:ext cx="43500" cy="43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</p:grpSp>
      <p:sp>
        <p:nvSpPr>
          <p:cNvPr id="2115" name="Google Shape;2115;p170"/>
          <p:cNvSpPr txBox="1"/>
          <p:nvPr>
            <p:ph type="title"/>
          </p:nvPr>
        </p:nvSpPr>
        <p:spPr>
          <a:xfrm>
            <a:off x="228600" y="2160392"/>
            <a:ext cx="5760900" cy="5877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4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116" name="Google Shape;2116;p170"/>
          <p:cNvSpPr txBox="1"/>
          <p:nvPr>
            <p:ph idx="1" type="subTitle"/>
          </p:nvPr>
        </p:nvSpPr>
        <p:spPr>
          <a:xfrm>
            <a:off x="228600" y="2800192"/>
            <a:ext cx="4916700" cy="5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et the team 1">
  <p:cSld name="CUSTOM">
    <p:spTree>
      <p:nvGrpSpPr>
        <p:cNvPr id="2117" name="Shape 2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8" name="Google Shape;2118;p171"/>
          <p:cNvSpPr txBox="1"/>
          <p:nvPr>
            <p:ph type="title"/>
          </p:nvPr>
        </p:nvSpPr>
        <p:spPr>
          <a:xfrm>
            <a:off x="228600" y="420017"/>
            <a:ext cx="64803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2119" name="Google Shape;2119;p171"/>
          <p:cNvSpPr/>
          <p:nvPr>
            <p:ph idx="2" type="pic"/>
          </p:nvPr>
        </p:nvSpPr>
        <p:spPr>
          <a:xfrm>
            <a:off x="228425" y="1804150"/>
            <a:ext cx="1444500" cy="1451400"/>
          </a:xfrm>
          <a:prstGeom prst="rect">
            <a:avLst/>
          </a:prstGeom>
          <a:noFill/>
          <a:ln>
            <a:noFill/>
          </a:ln>
        </p:spPr>
      </p:sp>
      <p:sp>
        <p:nvSpPr>
          <p:cNvPr id="2120" name="Google Shape;2120;p171"/>
          <p:cNvSpPr/>
          <p:nvPr>
            <p:ph idx="3" type="pic"/>
          </p:nvPr>
        </p:nvSpPr>
        <p:spPr>
          <a:xfrm>
            <a:off x="2036775" y="1804150"/>
            <a:ext cx="1444500" cy="1451400"/>
          </a:xfrm>
          <a:prstGeom prst="rect">
            <a:avLst/>
          </a:prstGeom>
          <a:noFill/>
          <a:ln>
            <a:noFill/>
          </a:ln>
        </p:spPr>
      </p:sp>
      <p:sp>
        <p:nvSpPr>
          <p:cNvPr id="2121" name="Google Shape;2121;p171"/>
          <p:cNvSpPr/>
          <p:nvPr>
            <p:ph idx="4" type="pic"/>
          </p:nvPr>
        </p:nvSpPr>
        <p:spPr>
          <a:xfrm>
            <a:off x="3844088" y="1804150"/>
            <a:ext cx="1444500" cy="1451400"/>
          </a:xfrm>
          <a:prstGeom prst="rect">
            <a:avLst/>
          </a:prstGeom>
          <a:noFill/>
          <a:ln>
            <a:noFill/>
          </a:ln>
        </p:spPr>
      </p:sp>
      <p:sp>
        <p:nvSpPr>
          <p:cNvPr id="2122" name="Google Shape;2122;p171"/>
          <p:cNvSpPr/>
          <p:nvPr>
            <p:ph idx="5" type="pic"/>
          </p:nvPr>
        </p:nvSpPr>
        <p:spPr>
          <a:xfrm>
            <a:off x="5655513" y="1804150"/>
            <a:ext cx="1444500" cy="1451400"/>
          </a:xfrm>
          <a:prstGeom prst="rect">
            <a:avLst/>
          </a:prstGeom>
          <a:noFill/>
          <a:ln>
            <a:noFill/>
          </a:ln>
        </p:spPr>
      </p:sp>
      <p:sp>
        <p:nvSpPr>
          <p:cNvPr id="2123" name="Google Shape;2123;p171"/>
          <p:cNvSpPr/>
          <p:nvPr>
            <p:ph idx="6" type="pic"/>
          </p:nvPr>
        </p:nvSpPr>
        <p:spPr>
          <a:xfrm>
            <a:off x="7470863" y="1804150"/>
            <a:ext cx="1444500" cy="1451400"/>
          </a:xfrm>
          <a:prstGeom prst="rect">
            <a:avLst/>
          </a:prstGeom>
          <a:noFill/>
          <a:ln>
            <a:noFill/>
          </a:ln>
        </p:spPr>
      </p:sp>
      <p:sp>
        <p:nvSpPr>
          <p:cNvPr id="2124" name="Google Shape;2124;p171"/>
          <p:cNvSpPr txBox="1"/>
          <p:nvPr>
            <p:ph idx="1" type="subTitle"/>
          </p:nvPr>
        </p:nvSpPr>
        <p:spPr>
          <a:xfrm>
            <a:off x="326700" y="3482650"/>
            <a:ext cx="12054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"/>
              <a:buNone/>
              <a:defRPr b="1"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125" name="Google Shape;2125;p171"/>
          <p:cNvSpPr txBox="1"/>
          <p:nvPr>
            <p:ph idx="7" type="subTitle"/>
          </p:nvPr>
        </p:nvSpPr>
        <p:spPr>
          <a:xfrm>
            <a:off x="326700" y="3803650"/>
            <a:ext cx="1272600" cy="233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2126" name="Google Shape;2126;p171"/>
          <p:cNvSpPr txBox="1"/>
          <p:nvPr>
            <p:ph idx="8" type="subTitle"/>
          </p:nvPr>
        </p:nvSpPr>
        <p:spPr>
          <a:xfrm>
            <a:off x="2131863" y="3482650"/>
            <a:ext cx="12054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b="1"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127" name="Google Shape;2127;p171"/>
          <p:cNvSpPr txBox="1"/>
          <p:nvPr>
            <p:ph idx="9" type="subTitle"/>
          </p:nvPr>
        </p:nvSpPr>
        <p:spPr>
          <a:xfrm>
            <a:off x="2131863" y="3803650"/>
            <a:ext cx="1272600" cy="233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2128" name="Google Shape;2128;p171"/>
          <p:cNvSpPr txBox="1"/>
          <p:nvPr>
            <p:ph idx="13" type="subTitle"/>
          </p:nvPr>
        </p:nvSpPr>
        <p:spPr>
          <a:xfrm>
            <a:off x="3945850" y="3482650"/>
            <a:ext cx="12054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"/>
              <a:buNone/>
              <a:defRPr b="1"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129" name="Google Shape;2129;p171"/>
          <p:cNvSpPr txBox="1"/>
          <p:nvPr>
            <p:ph idx="14" type="subTitle"/>
          </p:nvPr>
        </p:nvSpPr>
        <p:spPr>
          <a:xfrm>
            <a:off x="3945850" y="3803650"/>
            <a:ext cx="1272600" cy="233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2130" name="Google Shape;2130;p171"/>
          <p:cNvSpPr txBox="1"/>
          <p:nvPr>
            <p:ph idx="15" type="subTitle"/>
          </p:nvPr>
        </p:nvSpPr>
        <p:spPr>
          <a:xfrm>
            <a:off x="5753462" y="3482650"/>
            <a:ext cx="12054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"/>
              <a:buNone/>
              <a:defRPr b="1"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131" name="Google Shape;2131;p171"/>
          <p:cNvSpPr txBox="1"/>
          <p:nvPr>
            <p:ph idx="16" type="subTitle"/>
          </p:nvPr>
        </p:nvSpPr>
        <p:spPr>
          <a:xfrm>
            <a:off x="5753462" y="3803650"/>
            <a:ext cx="1272600" cy="233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2132" name="Google Shape;2132;p171"/>
          <p:cNvSpPr txBox="1"/>
          <p:nvPr>
            <p:ph idx="17" type="subTitle"/>
          </p:nvPr>
        </p:nvSpPr>
        <p:spPr>
          <a:xfrm>
            <a:off x="7569712" y="3482650"/>
            <a:ext cx="12054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"/>
              <a:buNone/>
              <a:defRPr b="1"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133" name="Google Shape;2133;p171"/>
          <p:cNvSpPr txBox="1"/>
          <p:nvPr>
            <p:ph idx="18" type="subTitle"/>
          </p:nvPr>
        </p:nvSpPr>
        <p:spPr>
          <a:xfrm>
            <a:off x="7569712" y="3803650"/>
            <a:ext cx="1272600" cy="233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et the team 2">
  <p:cSld name="CUSTOM_1">
    <p:spTree>
      <p:nvGrpSpPr>
        <p:cNvPr id="2134" name="Shape 2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5" name="Google Shape;2135;p172"/>
          <p:cNvSpPr txBox="1"/>
          <p:nvPr>
            <p:ph type="title"/>
          </p:nvPr>
        </p:nvSpPr>
        <p:spPr>
          <a:xfrm>
            <a:off x="228600" y="420017"/>
            <a:ext cx="64803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2136" name="Google Shape;2136;p172"/>
          <p:cNvSpPr/>
          <p:nvPr/>
        </p:nvSpPr>
        <p:spPr>
          <a:xfrm>
            <a:off x="4898537" y="6100"/>
            <a:ext cx="1059000" cy="950700"/>
          </a:xfrm>
          <a:prstGeom prst="snip2DiagRect">
            <a:avLst>
              <a:gd fmla="val 0" name="adj1"/>
              <a:gd fmla="val 50000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137" name="Google Shape;2137;p172"/>
          <p:cNvSpPr/>
          <p:nvPr/>
        </p:nvSpPr>
        <p:spPr>
          <a:xfrm>
            <a:off x="5962868" y="6100"/>
            <a:ext cx="2115000" cy="950700"/>
          </a:xfrm>
          <a:prstGeom prst="snip2DiagRect">
            <a:avLst>
              <a:gd fmla="val 0" name="adj1"/>
              <a:gd fmla="val 50000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138" name="Google Shape;2138;p172"/>
          <p:cNvSpPr/>
          <p:nvPr/>
        </p:nvSpPr>
        <p:spPr>
          <a:xfrm>
            <a:off x="8077928" y="6100"/>
            <a:ext cx="1059000" cy="950700"/>
          </a:xfrm>
          <a:prstGeom prst="snip2DiagRect">
            <a:avLst>
              <a:gd fmla="val 0" name="adj1"/>
              <a:gd fmla="val 50000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139" name="Google Shape;2139;p172"/>
          <p:cNvSpPr/>
          <p:nvPr/>
        </p:nvSpPr>
        <p:spPr>
          <a:xfrm>
            <a:off x="3063300" y="6100"/>
            <a:ext cx="1835400" cy="950700"/>
          </a:xfrm>
          <a:prstGeom prst="snip2DiagRect">
            <a:avLst>
              <a:gd fmla="val 0" name="adj1"/>
              <a:gd fmla="val 50000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140" name="Google Shape;2140;p172"/>
          <p:cNvSpPr/>
          <p:nvPr>
            <p:ph idx="2" type="pic"/>
          </p:nvPr>
        </p:nvSpPr>
        <p:spPr>
          <a:xfrm>
            <a:off x="228425" y="1992125"/>
            <a:ext cx="1444500" cy="1451400"/>
          </a:xfrm>
          <a:prstGeom prst="rect">
            <a:avLst/>
          </a:prstGeom>
          <a:noFill/>
          <a:ln>
            <a:noFill/>
          </a:ln>
        </p:spPr>
      </p:sp>
      <p:sp>
        <p:nvSpPr>
          <p:cNvPr id="2141" name="Google Shape;2141;p172"/>
          <p:cNvSpPr/>
          <p:nvPr>
            <p:ph idx="3" type="pic"/>
          </p:nvPr>
        </p:nvSpPr>
        <p:spPr>
          <a:xfrm>
            <a:off x="2039088" y="1992125"/>
            <a:ext cx="1444500" cy="1451400"/>
          </a:xfrm>
          <a:prstGeom prst="rect">
            <a:avLst/>
          </a:prstGeom>
          <a:noFill/>
          <a:ln>
            <a:noFill/>
          </a:ln>
        </p:spPr>
      </p:sp>
      <p:sp>
        <p:nvSpPr>
          <p:cNvPr id="2142" name="Google Shape;2142;p172"/>
          <p:cNvSpPr/>
          <p:nvPr>
            <p:ph idx="4" type="pic"/>
          </p:nvPr>
        </p:nvSpPr>
        <p:spPr>
          <a:xfrm>
            <a:off x="3849663" y="1992125"/>
            <a:ext cx="1444500" cy="1451400"/>
          </a:xfrm>
          <a:prstGeom prst="rect">
            <a:avLst/>
          </a:prstGeom>
          <a:noFill/>
          <a:ln>
            <a:noFill/>
          </a:ln>
        </p:spPr>
      </p:sp>
      <p:sp>
        <p:nvSpPr>
          <p:cNvPr id="2143" name="Google Shape;2143;p172"/>
          <p:cNvSpPr/>
          <p:nvPr>
            <p:ph idx="5" type="pic"/>
          </p:nvPr>
        </p:nvSpPr>
        <p:spPr>
          <a:xfrm>
            <a:off x="5660238" y="1992125"/>
            <a:ext cx="1444500" cy="1451400"/>
          </a:xfrm>
          <a:prstGeom prst="rect">
            <a:avLst/>
          </a:prstGeom>
          <a:noFill/>
          <a:ln>
            <a:noFill/>
          </a:ln>
        </p:spPr>
      </p:sp>
      <p:sp>
        <p:nvSpPr>
          <p:cNvPr id="2144" name="Google Shape;2144;p172"/>
          <p:cNvSpPr/>
          <p:nvPr>
            <p:ph idx="6" type="pic"/>
          </p:nvPr>
        </p:nvSpPr>
        <p:spPr>
          <a:xfrm>
            <a:off x="7470738" y="1992125"/>
            <a:ext cx="1444500" cy="1451400"/>
          </a:xfrm>
          <a:prstGeom prst="rect">
            <a:avLst/>
          </a:prstGeom>
          <a:noFill/>
          <a:ln>
            <a:noFill/>
          </a:ln>
        </p:spPr>
      </p:sp>
      <p:sp>
        <p:nvSpPr>
          <p:cNvPr id="2145" name="Google Shape;2145;p172"/>
          <p:cNvSpPr txBox="1"/>
          <p:nvPr>
            <p:ph idx="1" type="subTitle"/>
          </p:nvPr>
        </p:nvSpPr>
        <p:spPr>
          <a:xfrm>
            <a:off x="326700" y="1279442"/>
            <a:ext cx="12054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"/>
              <a:buNone/>
              <a:defRPr b="1"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146" name="Google Shape;2146;p172"/>
          <p:cNvSpPr txBox="1"/>
          <p:nvPr>
            <p:ph idx="7" type="subTitle"/>
          </p:nvPr>
        </p:nvSpPr>
        <p:spPr>
          <a:xfrm>
            <a:off x="326700" y="1600442"/>
            <a:ext cx="1272600" cy="233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2147" name="Google Shape;2147;p172"/>
          <p:cNvSpPr txBox="1"/>
          <p:nvPr>
            <p:ph idx="8" type="subTitle"/>
          </p:nvPr>
        </p:nvSpPr>
        <p:spPr>
          <a:xfrm>
            <a:off x="2125163" y="1279442"/>
            <a:ext cx="12054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b="1"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148" name="Google Shape;2148;p172"/>
          <p:cNvSpPr txBox="1"/>
          <p:nvPr>
            <p:ph idx="9" type="subTitle"/>
          </p:nvPr>
        </p:nvSpPr>
        <p:spPr>
          <a:xfrm>
            <a:off x="2125163" y="1600442"/>
            <a:ext cx="1272600" cy="233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2149" name="Google Shape;2149;p172"/>
          <p:cNvSpPr txBox="1"/>
          <p:nvPr>
            <p:ph idx="13" type="subTitle"/>
          </p:nvPr>
        </p:nvSpPr>
        <p:spPr>
          <a:xfrm>
            <a:off x="3935663" y="1279442"/>
            <a:ext cx="12054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"/>
              <a:buNone/>
              <a:defRPr b="1"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150" name="Google Shape;2150;p172"/>
          <p:cNvSpPr txBox="1"/>
          <p:nvPr>
            <p:ph idx="14" type="subTitle"/>
          </p:nvPr>
        </p:nvSpPr>
        <p:spPr>
          <a:xfrm>
            <a:off x="3935663" y="1600442"/>
            <a:ext cx="1272600" cy="233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2151" name="Google Shape;2151;p172"/>
          <p:cNvSpPr txBox="1"/>
          <p:nvPr>
            <p:ph idx="15" type="subTitle"/>
          </p:nvPr>
        </p:nvSpPr>
        <p:spPr>
          <a:xfrm>
            <a:off x="5746188" y="1279442"/>
            <a:ext cx="12054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"/>
              <a:buNone/>
              <a:defRPr b="1"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152" name="Google Shape;2152;p172"/>
          <p:cNvSpPr txBox="1"/>
          <p:nvPr>
            <p:ph idx="16" type="subTitle"/>
          </p:nvPr>
        </p:nvSpPr>
        <p:spPr>
          <a:xfrm>
            <a:off x="5746188" y="1600442"/>
            <a:ext cx="1272600" cy="233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2153" name="Google Shape;2153;p172"/>
          <p:cNvSpPr txBox="1"/>
          <p:nvPr>
            <p:ph idx="17" type="subTitle"/>
          </p:nvPr>
        </p:nvSpPr>
        <p:spPr>
          <a:xfrm>
            <a:off x="7556713" y="1279442"/>
            <a:ext cx="12054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"/>
              <a:buNone/>
              <a:defRPr b="1"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154" name="Google Shape;2154;p172"/>
          <p:cNvSpPr txBox="1"/>
          <p:nvPr>
            <p:ph idx="18" type="subTitle"/>
          </p:nvPr>
        </p:nvSpPr>
        <p:spPr>
          <a:xfrm>
            <a:off x="7556713" y="1600442"/>
            <a:ext cx="1272600" cy="233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2155" name="Google Shape;2155;p172"/>
          <p:cNvSpPr txBox="1"/>
          <p:nvPr>
            <p:ph idx="19" type="body"/>
          </p:nvPr>
        </p:nvSpPr>
        <p:spPr>
          <a:xfrm>
            <a:off x="228675" y="3618600"/>
            <a:ext cx="1444500" cy="1065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9pPr>
          </a:lstStyle>
          <a:p/>
        </p:txBody>
      </p:sp>
      <p:sp>
        <p:nvSpPr>
          <p:cNvPr id="2156" name="Google Shape;2156;p172"/>
          <p:cNvSpPr txBox="1"/>
          <p:nvPr>
            <p:ph idx="20" type="body"/>
          </p:nvPr>
        </p:nvSpPr>
        <p:spPr>
          <a:xfrm>
            <a:off x="2039100" y="3618600"/>
            <a:ext cx="1444500" cy="1065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9pPr>
          </a:lstStyle>
          <a:p/>
        </p:txBody>
      </p:sp>
      <p:sp>
        <p:nvSpPr>
          <p:cNvPr id="2157" name="Google Shape;2157;p172"/>
          <p:cNvSpPr txBox="1"/>
          <p:nvPr>
            <p:ph idx="21" type="body"/>
          </p:nvPr>
        </p:nvSpPr>
        <p:spPr>
          <a:xfrm>
            <a:off x="3849525" y="3618600"/>
            <a:ext cx="1444500" cy="1065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279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2158" name="Google Shape;2158;p172"/>
          <p:cNvSpPr txBox="1"/>
          <p:nvPr>
            <p:ph idx="22" type="body"/>
          </p:nvPr>
        </p:nvSpPr>
        <p:spPr>
          <a:xfrm>
            <a:off x="5659950" y="3618600"/>
            <a:ext cx="1444500" cy="1065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9pPr>
          </a:lstStyle>
          <a:p/>
        </p:txBody>
      </p:sp>
      <p:sp>
        <p:nvSpPr>
          <p:cNvPr id="2159" name="Google Shape;2159;p172"/>
          <p:cNvSpPr txBox="1"/>
          <p:nvPr>
            <p:ph idx="23" type="body"/>
          </p:nvPr>
        </p:nvSpPr>
        <p:spPr>
          <a:xfrm>
            <a:off x="7470375" y="3618600"/>
            <a:ext cx="1444500" cy="1065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1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BLANK_1_1_1_1">
    <p:spTree>
      <p:nvGrpSpPr>
        <p:cNvPr id="2160" name="Shape 2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1" name="Google Shape;2161;p173"/>
          <p:cNvSpPr txBox="1"/>
          <p:nvPr>
            <p:ph type="title"/>
          </p:nvPr>
        </p:nvSpPr>
        <p:spPr>
          <a:xfrm>
            <a:off x="228600" y="420017"/>
            <a:ext cx="64803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ve blocks">
  <p:cSld name="BLANK_1_1_1_1_3">
    <p:spTree>
      <p:nvGrpSpPr>
        <p:cNvPr id="2162" name="Shape 2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3" name="Google Shape;2163;p174"/>
          <p:cNvSpPr txBox="1"/>
          <p:nvPr>
            <p:ph idx="1" type="subTitle"/>
          </p:nvPr>
        </p:nvSpPr>
        <p:spPr>
          <a:xfrm>
            <a:off x="424600" y="1730976"/>
            <a:ext cx="2484300" cy="19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b="1"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164" name="Google Shape;2164;p174"/>
          <p:cNvSpPr txBox="1"/>
          <p:nvPr>
            <p:ph idx="2" type="body"/>
          </p:nvPr>
        </p:nvSpPr>
        <p:spPr>
          <a:xfrm>
            <a:off x="424600" y="1984850"/>
            <a:ext cx="2466300" cy="959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9pPr>
          </a:lstStyle>
          <a:p/>
        </p:txBody>
      </p:sp>
      <p:sp>
        <p:nvSpPr>
          <p:cNvPr id="2165" name="Google Shape;2165;p174"/>
          <p:cNvSpPr txBox="1"/>
          <p:nvPr>
            <p:ph idx="3" type="subTitle"/>
          </p:nvPr>
        </p:nvSpPr>
        <p:spPr>
          <a:xfrm>
            <a:off x="3329688" y="1730976"/>
            <a:ext cx="2484300" cy="19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b="1"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166" name="Google Shape;2166;p174"/>
          <p:cNvSpPr txBox="1"/>
          <p:nvPr>
            <p:ph idx="4" type="body"/>
          </p:nvPr>
        </p:nvSpPr>
        <p:spPr>
          <a:xfrm>
            <a:off x="3329688" y="1984850"/>
            <a:ext cx="2466300" cy="959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9pPr>
          </a:lstStyle>
          <a:p/>
        </p:txBody>
      </p:sp>
      <p:sp>
        <p:nvSpPr>
          <p:cNvPr id="2167" name="Google Shape;2167;p174"/>
          <p:cNvSpPr txBox="1"/>
          <p:nvPr>
            <p:ph idx="5" type="subTitle"/>
          </p:nvPr>
        </p:nvSpPr>
        <p:spPr>
          <a:xfrm>
            <a:off x="6237091" y="1730976"/>
            <a:ext cx="2484300" cy="19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b="1"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168" name="Google Shape;2168;p174"/>
          <p:cNvSpPr txBox="1"/>
          <p:nvPr>
            <p:ph idx="6" type="body"/>
          </p:nvPr>
        </p:nvSpPr>
        <p:spPr>
          <a:xfrm>
            <a:off x="6237091" y="1984850"/>
            <a:ext cx="2466300" cy="959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9pPr>
          </a:lstStyle>
          <a:p/>
        </p:txBody>
      </p:sp>
      <p:sp>
        <p:nvSpPr>
          <p:cNvPr id="2169" name="Google Shape;2169;p174"/>
          <p:cNvSpPr txBox="1"/>
          <p:nvPr>
            <p:ph type="title"/>
          </p:nvPr>
        </p:nvSpPr>
        <p:spPr>
          <a:xfrm>
            <a:off x="228600" y="420025"/>
            <a:ext cx="48177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2170" name="Google Shape;2170;p174"/>
          <p:cNvSpPr txBox="1"/>
          <p:nvPr>
            <p:ph idx="7" type="subTitle"/>
          </p:nvPr>
        </p:nvSpPr>
        <p:spPr>
          <a:xfrm>
            <a:off x="424600" y="3474395"/>
            <a:ext cx="2484300" cy="19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b="1"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171" name="Google Shape;2171;p174"/>
          <p:cNvSpPr txBox="1"/>
          <p:nvPr>
            <p:ph idx="8" type="body"/>
          </p:nvPr>
        </p:nvSpPr>
        <p:spPr>
          <a:xfrm>
            <a:off x="424600" y="3724325"/>
            <a:ext cx="3718800" cy="41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9pPr>
          </a:lstStyle>
          <a:p/>
        </p:txBody>
      </p:sp>
      <p:sp>
        <p:nvSpPr>
          <p:cNvPr id="2172" name="Google Shape;2172;p174"/>
          <p:cNvSpPr txBox="1"/>
          <p:nvPr>
            <p:ph idx="9" type="subTitle"/>
          </p:nvPr>
        </p:nvSpPr>
        <p:spPr>
          <a:xfrm>
            <a:off x="4815675" y="3474395"/>
            <a:ext cx="2484300" cy="19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b="1"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173" name="Google Shape;2173;p174"/>
          <p:cNvSpPr txBox="1"/>
          <p:nvPr>
            <p:ph idx="13" type="body"/>
          </p:nvPr>
        </p:nvSpPr>
        <p:spPr>
          <a:xfrm>
            <a:off x="4815675" y="3724325"/>
            <a:ext cx="3718800" cy="41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eatures">
  <p:cSld name="BLANK_1_1_1_1_2">
    <p:spTree>
      <p:nvGrpSpPr>
        <p:cNvPr id="2174" name="Shape 2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5" name="Google Shape;2175;p175"/>
          <p:cNvSpPr txBox="1"/>
          <p:nvPr>
            <p:ph type="title"/>
          </p:nvPr>
        </p:nvSpPr>
        <p:spPr>
          <a:xfrm>
            <a:off x="228600" y="420017"/>
            <a:ext cx="64803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2176" name="Google Shape;2176;p175"/>
          <p:cNvSpPr/>
          <p:nvPr>
            <p:ph idx="2" type="pic"/>
          </p:nvPr>
        </p:nvSpPr>
        <p:spPr>
          <a:xfrm>
            <a:off x="1446025" y="1291825"/>
            <a:ext cx="1232400" cy="1283100"/>
          </a:xfrm>
          <a:prstGeom prst="snip1Rect">
            <a:avLst>
              <a:gd fmla="val 44296" name="adj"/>
            </a:avLst>
          </a:prstGeom>
          <a:noFill/>
          <a:ln>
            <a:noFill/>
          </a:ln>
        </p:spPr>
      </p:sp>
      <p:sp>
        <p:nvSpPr>
          <p:cNvPr id="2177" name="Google Shape;2177;p175"/>
          <p:cNvSpPr/>
          <p:nvPr>
            <p:ph idx="3" type="pic"/>
          </p:nvPr>
        </p:nvSpPr>
        <p:spPr>
          <a:xfrm>
            <a:off x="6526650" y="1291825"/>
            <a:ext cx="1232400" cy="1283100"/>
          </a:xfrm>
          <a:prstGeom prst="snip1Rect">
            <a:avLst>
              <a:gd fmla="val 44296" name="adj"/>
            </a:avLst>
          </a:prstGeom>
          <a:noFill/>
          <a:ln>
            <a:noFill/>
          </a:ln>
        </p:spPr>
      </p:sp>
      <p:sp>
        <p:nvSpPr>
          <p:cNvPr id="2178" name="Google Shape;2178;p175"/>
          <p:cNvSpPr/>
          <p:nvPr>
            <p:ph idx="4" type="pic"/>
          </p:nvPr>
        </p:nvSpPr>
        <p:spPr>
          <a:xfrm>
            <a:off x="3982125" y="2570200"/>
            <a:ext cx="1232400" cy="1292100"/>
          </a:xfrm>
          <a:prstGeom prst="snip1Rect">
            <a:avLst>
              <a:gd fmla="val 44296" name="adj"/>
            </a:avLst>
          </a:prstGeom>
          <a:noFill/>
          <a:ln>
            <a:noFill/>
          </a:ln>
        </p:spPr>
      </p:sp>
      <p:sp>
        <p:nvSpPr>
          <p:cNvPr id="2179" name="Google Shape;2179;p175"/>
          <p:cNvSpPr txBox="1"/>
          <p:nvPr>
            <p:ph idx="1" type="subTitle"/>
          </p:nvPr>
        </p:nvSpPr>
        <p:spPr>
          <a:xfrm>
            <a:off x="228477" y="2667425"/>
            <a:ext cx="19473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2180" name="Google Shape;2180;p175"/>
          <p:cNvSpPr txBox="1"/>
          <p:nvPr>
            <p:ph idx="5" type="subTitle"/>
          </p:nvPr>
        </p:nvSpPr>
        <p:spPr>
          <a:xfrm>
            <a:off x="228475" y="3167625"/>
            <a:ext cx="2195100" cy="690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9pPr>
          </a:lstStyle>
          <a:p/>
        </p:txBody>
      </p:sp>
      <p:sp>
        <p:nvSpPr>
          <p:cNvPr id="2181" name="Google Shape;2181;p175"/>
          <p:cNvSpPr txBox="1"/>
          <p:nvPr>
            <p:ph idx="6" type="subTitle"/>
          </p:nvPr>
        </p:nvSpPr>
        <p:spPr>
          <a:xfrm>
            <a:off x="2833342" y="3971788"/>
            <a:ext cx="19473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82" name="Google Shape;2182;p175"/>
          <p:cNvSpPr txBox="1"/>
          <p:nvPr>
            <p:ph idx="7" type="subTitle"/>
          </p:nvPr>
        </p:nvSpPr>
        <p:spPr>
          <a:xfrm>
            <a:off x="2833350" y="4471996"/>
            <a:ext cx="2195100" cy="440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9pPr>
          </a:lstStyle>
          <a:p/>
        </p:txBody>
      </p:sp>
      <p:sp>
        <p:nvSpPr>
          <p:cNvPr id="2183" name="Google Shape;2183;p175"/>
          <p:cNvSpPr txBox="1"/>
          <p:nvPr>
            <p:ph idx="8" type="subTitle"/>
          </p:nvPr>
        </p:nvSpPr>
        <p:spPr>
          <a:xfrm>
            <a:off x="5382242" y="2686145"/>
            <a:ext cx="19473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2184" name="Google Shape;2184;p175"/>
          <p:cNvSpPr txBox="1"/>
          <p:nvPr>
            <p:ph idx="9" type="subTitle"/>
          </p:nvPr>
        </p:nvSpPr>
        <p:spPr>
          <a:xfrm>
            <a:off x="5382250" y="3186352"/>
            <a:ext cx="2195100" cy="440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9pPr>
          </a:lstStyle>
          <a:p/>
        </p:txBody>
      </p:sp>
      <p:sp>
        <p:nvSpPr>
          <p:cNvPr id="2185" name="Google Shape;2185;p175"/>
          <p:cNvSpPr txBox="1"/>
          <p:nvPr>
            <p:ph idx="13" type="subTitle"/>
          </p:nvPr>
        </p:nvSpPr>
        <p:spPr>
          <a:xfrm>
            <a:off x="2418550" y="2576525"/>
            <a:ext cx="256500" cy="27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ed Hat Display Medium"/>
              <a:buNone/>
              <a:defRPr sz="50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86" name="Google Shape;2186;p175"/>
          <p:cNvSpPr txBox="1"/>
          <p:nvPr>
            <p:ph idx="14" type="subTitle"/>
          </p:nvPr>
        </p:nvSpPr>
        <p:spPr>
          <a:xfrm>
            <a:off x="4958025" y="3866186"/>
            <a:ext cx="256500" cy="27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ed Hat Display Medium"/>
              <a:buNone/>
              <a:defRPr sz="50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87" name="Google Shape;2187;p175"/>
          <p:cNvSpPr txBox="1"/>
          <p:nvPr>
            <p:ph idx="15" type="subTitle"/>
          </p:nvPr>
        </p:nvSpPr>
        <p:spPr>
          <a:xfrm>
            <a:off x="7502550" y="2578054"/>
            <a:ext cx="256500" cy="27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ed Hat Display Medium"/>
              <a:buNone/>
              <a:defRPr sz="50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cards">
  <p:cSld name="CUSTOM_2">
    <p:spTree>
      <p:nvGrpSpPr>
        <p:cNvPr id="2188" name="Shape 2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89" name="Google Shape;2189;p176"/>
          <p:cNvPicPr preferRelativeResize="0"/>
          <p:nvPr/>
        </p:nvPicPr>
        <p:blipFill rotWithShape="1">
          <a:blip r:embed="rId2">
            <a:alphaModFix/>
          </a:blip>
          <a:srcRect b="7467" l="0" r="17931" t="6703"/>
          <a:stretch/>
        </p:blipFill>
        <p:spPr>
          <a:xfrm>
            <a:off x="5425450" y="0"/>
            <a:ext cx="3718549" cy="4097924"/>
          </a:xfrm>
          <a:prstGeom prst="rect">
            <a:avLst/>
          </a:prstGeom>
          <a:noFill/>
          <a:ln>
            <a:noFill/>
          </a:ln>
        </p:spPr>
      </p:pic>
      <p:sp>
        <p:nvSpPr>
          <p:cNvPr id="2190" name="Google Shape;2190;p176"/>
          <p:cNvSpPr txBox="1"/>
          <p:nvPr>
            <p:ph type="title"/>
          </p:nvPr>
        </p:nvSpPr>
        <p:spPr>
          <a:xfrm>
            <a:off x="228600" y="420017"/>
            <a:ext cx="64803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2191" name="Google Shape;2191;p176"/>
          <p:cNvSpPr txBox="1"/>
          <p:nvPr>
            <p:ph idx="1" type="subTitle"/>
          </p:nvPr>
        </p:nvSpPr>
        <p:spPr>
          <a:xfrm>
            <a:off x="540525" y="1771575"/>
            <a:ext cx="23250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2192" name="Google Shape;2192;p176"/>
          <p:cNvSpPr txBox="1"/>
          <p:nvPr>
            <p:ph idx="2" type="subTitle"/>
          </p:nvPr>
        </p:nvSpPr>
        <p:spPr>
          <a:xfrm>
            <a:off x="540525" y="2628017"/>
            <a:ext cx="21990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2193" name="Google Shape;2193;p176"/>
          <p:cNvSpPr txBox="1"/>
          <p:nvPr>
            <p:ph idx="3" type="subTitle"/>
          </p:nvPr>
        </p:nvSpPr>
        <p:spPr>
          <a:xfrm>
            <a:off x="3466575" y="1771575"/>
            <a:ext cx="23250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Red Hat Display"/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d Hat Display"/>
              <a:buNone/>
              <a:defRPr sz="12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d Hat Display"/>
              <a:buNone/>
              <a:defRPr sz="12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d Hat Display"/>
              <a:buNone/>
              <a:defRPr sz="12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d Hat Display"/>
              <a:buNone/>
              <a:defRPr sz="12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d Hat Display"/>
              <a:buNone/>
              <a:defRPr sz="12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d Hat Display"/>
              <a:buNone/>
              <a:defRPr sz="12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d Hat Display"/>
              <a:buNone/>
              <a:defRPr sz="12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2194" name="Google Shape;2194;p176"/>
          <p:cNvSpPr txBox="1"/>
          <p:nvPr>
            <p:ph idx="4" type="subTitle"/>
          </p:nvPr>
        </p:nvSpPr>
        <p:spPr>
          <a:xfrm>
            <a:off x="3466575" y="2628017"/>
            <a:ext cx="21990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2195" name="Google Shape;2195;p176"/>
          <p:cNvSpPr txBox="1"/>
          <p:nvPr>
            <p:ph idx="5" type="subTitle"/>
          </p:nvPr>
        </p:nvSpPr>
        <p:spPr>
          <a:xfrm>
            <a:off x="6392625" y="1771575"/>
            <a:ext cx="23250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2196" name="Google Shape;2196;p176"/>
          <p:cNvSpPr txBox="1"/>
          <p:nvPr>
            <p:ph idx="6" type="subTitle"/>
          </p:nvPr>
        </p:nvSpPr>
        <p:spPr>
          <a:xfrm>
            <a:off x="6392625" y="2628017"/>
            <a:ext cx="21990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w/ 3 ideas">
  <p:cSld name="CUSTOM_3">
    <p:spTree>
      <p:nvGrpSpPr>
        <p:cNvPr id="2197" name="Shape 2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8" name="Google Shape;2198;p177"/>
          <p:cNvPicPr preferRelativeResize="0"/>
          <p:nvPr/>
        </p:nvPicPr>
        <p:blipFill rotWithShape="1">
          <a:blip r:embed="rId2">
            <a:alphaModFix/>
          </a:blip>
          <a:srcRect b="15068" l="14900" r="18070" t="15235"/>
          <a:stretch/>
        </p:blipFill>
        <p:spPr>
          <a:xfrm>
            <a:off x="2750850" y="1538351"/>
            <a:ext cx="1791900" cy="2175997"/>
          </a:xfrm>
          <a:prstGeom prst="rect">
            <a:avLst/>
          </a:prstGeom>
          <a:noFill/>
          <a:ln>
            <a:noFill/>
          </a:ln>
        </p:spPr>
      </p:pic>
      <p:sp>
        <p:nvSpPr>
          <p:cNvPr id="2199" name="Google Shape;2199;p177"/>
          <p:cNvSpPr/>
          <p:nvPr/>
        </p:nvSpPr>
        <p:spPr>
          <a:xfrm rot="10800000">
            <a:off x="2020350" y="3151875"/>
            <a:ext cx="2509500" cy="1216800"/>
          </a:xfrm>
          <a:prstGeom prst="roundRect">
            <a:avLst>
              <a:gd fmla="val 0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7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200" name="Google Shape;2200;p177"/>
          <p:cNvSpPr txBox="1"/>
          <p:nvPr>
            <p:ph type="title"/>
          </p:nvPr>
        </p:nvSpPr>
        <p:spPr>
          <a:xfrm>
            <a:off x="228600" y="420025"/>
            <a:ext cx="42963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2201" name="Google Shape;2201;p177"/>
          <p:cNvSpPr/>
          <p:nvPr>
            <p:ph idx="2" type="pic"/>
          </p:nvPr>
        </p:nvSpPr>
        <p:spPr>
          <a:xfrm>
            <a:off x="228425" y="2450950"/>
            <a:ext cx="1791900" cy="1917600"/>
          </a:xfrm>
          <a:prstGeom prst="rect">
            <a:avLst/>
          </a:prstGeom>
          <a:noFill/>
          <a:ln>
            <a:noFill/>
          </a:ln>
        </p:spPr>
      </p:sp>
      <p:sp>
        <p:nvSpPr>
          <p:cNvPr id="2202" name="Google Shape;2202;p177"/>
          <p:cNvSpPr txBox="1"/>
          <p:nvPr>
            <p:ph idx="1" type="subTitle"/>
          </p:nvPr>
        </p:nvSpPr>
        <p:spPr>
          <a:xfrm>
            <a:off x="2150204" y="3212736"/>
            <a:ext cx="16365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b="1"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203" name="Google Shape;2203;p177"/>
          <p:cNvSpPr txBox="1"/>
          <p:nvPr>
            <p:ph idx="3" type="subTitle"/>
          </p:nvPr>
        </p:nvSpPr>
        <p:spPr>
          <a:xfrm>
            <a:off x="2150200" y="3668125"/>
            <a:ext cx="22611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9pPr>
          </a:lstStyle>
          <a:p/>
        </p:txBody>
      </p:sp>
      <p:sp>
        <p:nvSpPr>
          <p:cNvPr id="2204" name="Google Shape;2204;p177"/>
          <p:cNvSpPr txBox="1"/>
          <p:nvPr>
            <p:ph idx="4" type="subTitle"/>
          </p:nvPr>
        </p:nvSpPr>
        <p:spPr>
          <a:xfrm>
            <a:off x="6122828" y="399200"/>
            <a:ext cx="27927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2205" name="Google Shape;2205;p177"/>
          <p:cNvSpPr txBox="1"/>
          <p:nvPr>
            <p:ph idx="5" type="subTitle"/>
          </p:nvPr>
        </p:nvSpPr>
        <p:spPr>
          <a:xfrm>
            <a:off x="6122827" y="837400"/>
            <a:ext cx="27927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9pPr>
          </a:lstStyle>
          <a:p/>
        </p:txBody>
      </p:sp>
      <p:sp>
        <p:nvSpPr>
          <p:cNvPr id="2206" name="Google Shape;2206;p177"/>
          <p:cNvSpPr txBox="1"/>
          <p:nvPr>
            <p:ph idx="6" type="subTitle"/>
          </p:nvPr>
        </p:nvSpPr>
        <p:spPr>
          <a:xfrm>
            <a:off x="6122828" y="1964891"/>
            <a:ext cx="27927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2207" name="Google Shape;2207;p177"/>
          <p:cNvSpPr txBox="1"/>
          <p:nvPr>
            <p:ph idx="7" type="subTitle"/>
          </p:nvPr>
        </p:nvSpPr>
        <p:spPr>
          <a:xfrm>
            <a:off x="6122827" y="2403091"/>
            <a:ext cx="27927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9pPr>
          </a:lstStyle>
          <a:p/>
        </p:txBody>
      </p:sp>
      <p:sp>
        <p:nvSpPr>
          <p:cNvPr id="2208" name="Google Shape;2208;p177"/>
          <p:cNvSpPr txBox="1"/>
          <p:nvPr>
            <p:ph idx="8" type="subTitle"/>
          </p:nvPr>
        </p:nvSpPr>
        <p:spPr>
          <a:xfrm>
            <a:off x="6122828" y="3532866"/>
            <a:ext cx="27927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2209" name="Google Shape;2209;p177"/>
          <p:cNvSpPr txBox="1"/>
          <p:nvPr>
            <p:ph idx="9" type="subTitle"/>
          </p:nvPr>
        </p:nvSpPr>
        <p:spPr>
          <a:xfrm>
            <a:off x="6122827" y="3971066"/>
            <a:ext cx="27927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1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ideas">
  <p:cSld name="CUSTOM_4">
    <p:spTree>
      <p:nvGrpSpPr>
        <p:cNvPr id="2210" name="Shape 2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1" name="Google Shape;2211;p178"/>
          <p:cNvSpPr txBox="1"/>
          <p:nvPr>
            <p:ph idx="1" type="subTitle"/>
          </p:nvPr>
        </p:nvSpPr>
        <p:spPr>
          <a:xfrm>
            <a:off x="4590850" y="2481900"/>
            <a:ext cx="1222800" cy="3705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Red Hat Display Medium"/>
              <a:buNone/>
              <a:defRPr sz="10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12" name="Google Shape;2212;p178"/>
          <p:cNvSpPr txBox="1"/>
          <p:nvPr>
            <p:ph idx="2" type="subTitle"/>
          </p:nvPr>
        </p:nvSpPr>
        <p:spPr>
          <a:xfrm>
            <a:off x="4590850" y="3812700"/>
            <a:ext cx="1222800" cy="370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Medium"/>
              <a:buNone/>
              <a:defRPr sz="10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2213" name="Google Shape;2213;p178"/>
          <p:cNvSpPr txBox="1"/>
          <p:nvPr>
            <p:ph idx="3" type="subTitle"/>
          </p:nvPr>
        </p:nvSpPr>
        <p:spPr>
          <a:xfrm>
            <a:off x="4590850" y="1151100"/>
            <a:ext cx="1222800" cy="370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Medium"/>
              <a:buNone/>
              <a:defRPr sz="10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2214" name="Google Shape;2214;p178"/>
          <p:cNvSpPr txBox="1"/>
          <p:nvPr>
            <p:ph type="title"/>
          </p:nvPr>
        </p:nvSpPr>
        <p:spPr>
          <a:xfrm>
            <a:off x="228600" y="420025"/>
            <a:ext cx="29262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2215" name="Google Shape;2215;p178"/>
          <p:cNvSpPr/>
          <p:nvPr/>
        </p:nvSpPr>
        <p:spPr>
          <a:xfrm>
            <a:off x="3849550" y="1151100"/>
            <a:ext cx="741300" cy="1330800"/>
          </a:xfrm>
          <a:prstGeom prst="snip2DiagRect">
            <a:avLst>
              <a:gd fmla="val 0" name="adj1"/>
              <a:gd fmla="val 39159" name="adj2"/>
            </a:avLst>
          </a:prstGeom>
          <a:solidFill>
            <a:schemeClr val="dk1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Red Hat Display SemiBold"/>
              <a:ea typeface="Red Hat Display SemiBold"/>
              <a:cs typeface="Red Hat Display SemiBold"/>
              <a:sym typeface="Red Hat Display SemiBold"/>
            </a:endParaRPr>
          </a:p>
        </p:txBody>
      </p:sp>
      <p:sp>
        <p:nvSpPr>
          <p:cNvPr id="2216" name="Google Shape;2216;p178"/>
          <p:cNvSpPr/>
          <p:nvPr/>
        </p:nvSpPr>
        <p:spPr>
          <a:xfrm>
            <a:off x="3849550" y="2481900"/>
            <a:ext cx="741300" cy="1330800"/>
          </a:xfrm>
          <a:prstGeom prst="snip2DiagRect">
            <a:avLst>
              <a:gd fmla="val 0" name="adj1"/>
              <a:gd fmla="val 39159" name="adj2"/>
            </a:avLst>
          </a:prstGeom>
          <a:solidFill>
            <a:schemeClr val="dk1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Red Hat Display SemiBold"/>
              <a:ea typeface="Red Hat Display SemiBold"/>
              <a:cs typeface="Red Hat Display SemiBold"/>
              <a:sym typeface="Red Hat Display SemiBold"/>
            </a:endParaRPr>
          </a:p>
        </p:txBody>
      </p:sp>
      <p:sp>
        <p:nvSpPr>
          <p:cNvPr id="2217" name="Google Shape;2217;p178"/>
          <p:cNvSpPr/>
          <p:nvPr/>
        </p:nvSpPr>
        <p:spPr>
          <a:xfrm>
            <a:off x="3849550" y="-179700"/>
            <a:ext cx="741300" cy="1330800"/>
          </a:xfrm>
          <a:prstGeom prst="snip2DiagRect">
            <a:avLst>
              <a:gd fmla="val 0" name="adj1"/>
              <a:gd fmla="val 39159" name="adj2"/>
            </a:avLst>
          </a:prstGeom>
          <a:solidFill>
            <a:schemeClr val="dk1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Red Hat Display SemiBold"/>
              <a:ea typeface="Red Hat Display SemiBold"/>
              <a:cs typeface="Red Hat Display SemiBold"/>
              <a:sym typeface="Red Hat Display SemiBold"/>
            </a:endParaRPr>
          </a:p>
        </p:txBody>
      </p:sp>
      <p:sp>
        <p:nvSpPr>
          <p:cNvPr id="2218" name="Google Shape;2218;p178"/>
          <p:cNvSpPr/>
          <p:nvPr/>
        </p:nvSpPr>
        <p:spPr>
          <a:xfrm>
            <a:off x="3849550" y="3812700"/>
            <a:ext cx="741300" cy="1330800"/>
          </a:xfrm>
          <a:prstGeom prst="snip2DiagRect">
            <a:avLst>
              <a:gd fmla="val 0" name="adj1"/>
              <a:gd fmla="val 39159" name="adj2"/>
            </a:avLst>
          </a:prstGeom>
          <a:solidFill>
            <a:schemeClr val="dk1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Red Hat Display SemiBold"/>
              <a:ea typeface="Red Hat Display SemiBold"/>
              <a:cs typeface="Red Hat Display SemiBold"/>
              <a:sym typeface="Red Hat Display SemiBold"/>
            </a:endParaRPr>
          </a:p>
        </p:txBody>
      </p:sp>
      <p:sp>
        <p:nvSpPr>
          <p:cNvPr id="2219" name="Google Shape;2219;p178"/>
          <p:cNvSpPr txBox="1"/>
          <p:nvPr>
            <p:ph idx="4" type="subTitle"/>
          </p:nvPr>
        </p:nvSpPr>
        <p:spPr>
          <a:xfrm>
            <a:off x="6080700" y="1199945"/>
            <a:ext cx="28347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9pPr>
          </a:lstStyle>
          <a:p/>
        </p:txBody>
      </p:sp>
      <p:sp>
        <p:nvSpPr>
          <p:cNvPr id="2220" name="Google Shape;2220;p178"/>
          <p:cNvSpPr txBox="1"/>
          <p:nvPr>
            <p:ph idx="5" type="subTitle"/>
          </p:nvPr>
        </p:nvSpPr>
        <p:spPr>
          <a:xfrm>
            <a:off x="6080700" y="2530745"/>
            <a:ext cx="28347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9pPr>
          </a:lstStyle>
          <a:p/>
        </p:txBody>
      </p:sp>
      <p:sp>
        <p:nvSpPr>
          <p:cNvPr id="2221" name="Google Shape;2221;p178"/>
          <p:cNvSpPr txBox="1"/>
          <p:nvPr>
            <p:ph idx="6" type="subTitle"/>
          </p:nvPr>
        </p:nvSpPr>
        <p:spPr>
          <a:xfrm>
            <a:off x="6080700" y="3861545"/>
            <a:ext cx="28347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1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columns w/ text">
  <p:cSld name="CUSTOM_5">
    <p:spTree>
      <p:nvGrpSpPr>
        <p:cNvPr id="2222" name="Shape 2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3" name="Google Shape;2223;p179"/>
          <p:cNvSpPr txBox="1"/>
          <p:nvPr>
            <p:ph type="title"/>
          </p:nvPr>
        </p:nvSpPr>
        <p:spPr>
          <a:xfrm>
            <a:off x="609600" y="724825"/>
            <a:ext cx="40158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2224" name="Google Shape;2224;p179"/>
          <p:cNvSpPr txBox="1"/>
          <p:nvPr>
            <p:ph idx="1" type="subTitle"/>
          </p:nvPr>
        </p:nvSpPr>
        <p:spPr>
          <a:xfrm>
            <a:off x="229525" y="1803875"/>
            <a:ext cx="1776300" cy="29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225" name="Google Shape;2225;p179"/>
          <p:cNvSpPr txBox="1"/>
          <p:nvPr>
            <p:ph idx="2" type="subTitle"/>
          </p:nvPr>
        </p:nvSpPr>
        <p:spPr>
          <a:xfrm>
            <a:off x="2427475" y="1803875"/>
            <a:ext cx="1776300" cy="29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226" name="Google Shape;2226;p179"/>
          <p:cNvSpPr txBox="1"/>
          <p:nvPr>
            <p:ph idx="3" type="subTitle"/>
          </p:nvPr>
        </p:nvSpPr>
        <p:spPr>
          <a:xfrm>
            <a:off x="4622700" y="1803875"/>
            <a:ext cx="1776300" cy="290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227" name="Google Shape;2227;p179"/>
          <p:cNvSpPr txBox="1"/>
          <p:nvPr>
            <p:ph idx="4" type="subTitle"/>
          </p:nvPr>
        </p:nvSpPr>
        <p:spPr>
          <a:xfrm>
            <a:off x="6813656" y="1803875"/>
            <a:ext cx="1776300" cy="29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228" name="Google Shape;2228;p179"/>
          <p:cNvSpPr txBox="1"/>
          <p:nvPr>
            <p:ph idx="5" type="body"/>
          </p:nvPr>
        </p:nvSpPr>
        <p:spPr>
          <a:xfrm>
            <a:off x="561325" y="2353450"/>
            <a:ext cx="1566600" cy="1821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9pPr>
          </a:lstStyle>
          <a:p/>
        </p:txBody>
      </p:sp>
      <p:sp>
        <p:nvSpPr>
          <p:cNvPr id="2229" name="Google Shape;2229;p179"/>
          <p:cNvSpPr txBox="1"/>
          <p:nvPr>
            <p:ph idx="6" type="body"/>
          </p:nvPr>
        </p:nvSpPr>
        <p:spPr>
          <a:xfrm>
            <a:off x="2757388" y="2353450"/>
            <a:ext cx="1566600" cy="1821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9pPr>
          </a:lstStyle>
          <a:p/>
        </p:txBody>
      </p:sp>
      <p:sp>
        <p:nvSpPr>
          <p:cNvPr id="2230" name="Google Shape;2230;p179"/>
          <p:cNvSpPr txBox="1"/>
          <p:nvPr>
            <p:ph idx="7" type="body"/>
          </p:nvPr>
        </p:nvSpPr>
        <p:spPr>
          <a:xfrm>
            <a:off x="4958413" y="2353450"/>
            <a:ext cx="1566600" cy="1821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Font typeface="Red Hat Display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Font typeface="Red Hat Display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Font typeface="Red Hat Display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Font typeface="Red Hat Display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Font typeface="Red Hat Display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Font typeface="Red Hat Display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Font typeface="Red Hat Display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Font typeface="Red Hat Display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Font typeface="Red Hat Display"/>
              <a:buChar char="■"/>
              <a:defRPr sz="800"/>
            </a:lvl9pPr>
          </a:lstStyle>
          <a:p/>
        </p:txBody>
      </p:sp>
      <p:sp>
        <p:nvSpPr>
          <p:cNvPr id="2231" name="Google Shape;2231;p179"/>
          <p:cNvSpPr txBox="1"/>
          <p:nvPr>
            <p:ph idx="8" type="body"/>
          </p:nvPr>
        </p:nvSpPr>
        <p:spPr>
          <a:xfrm>
            <a:off x="7146863" y="2353450"/>
            <a:ext cx="1566600" cy="1821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9pPr>
          </a:lstStyle>
          <a:p/>
        </p:txBody>
      </p:sp>
      <p:sp>
        <p:nvSpPr>
          <p:cNvPr id="2232" name="Google Shape;2232;p179"/>
          <p:cNvSpPr txBox="1"/>
          <p:nvPr>
            <p:ph idx="9" type="subTitle"/>
          </p:nvPr>
        </p:nvSpPr>
        <p:spPr>
          <a:xfrm>
            <a:off x="609600" y="457200"/>
            <a:ext cx="4015800" cy="264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Red Hat Display"/>
              <a:buNone/>
              <a:defRPr sz="10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233" name="Google Shape;2233;p179"/>
          <p:cNvSpPr/>
          <p:nvPr/>
        </p:nvSpPr>
        <p:spPr>
          <a:xfrm>
            <a:off x="225998" y="580123"/>
            <a:ext cx="253800" cy="276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</p:spTree>
  </p:cSld>
  <p:clrMapOvr>
    <a:masterClrMapping/>
  </p:clrMapOvr>
</p:sldLayout>
</file>

<file path=ppt/slideLayouts/slideLayout1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">
  <p:cSld name="CUSTOM_5_2_3">
    <p:spTree>
      <p:nvGrpSpPr>
        <p:cNvPr id="2234" name="Shape 2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5" name="Google Shape;2235;p180"/>
          <p:cNvSpPr txBox="1"/>
          <p:nvPr>
            <p:ph type="title"/>
          </p:nvPr>
        </p:nvSpPr>
        <p:spPr>
          <a:xfrm>
            <a:off x="609600" y="724825"/>
            <a:ext cx="40158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2236" name="Google Shape;2236;p180"/>
          <p:cNvSpPr txBox="1"/>
          <p:nvPr>
            <p:ph idx="1" type="subTitle"/>
          </p:nvPr>
        </p:nvSpPr>
        <p:spPr>
          <a:xfrm>
            <a:off x="609600" y="457200"/>
            <a:ext cx="4015800" cy="264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Red Hat Display"/>
              <a:buNone/>
              <a:defRPr sz="10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237" name="Google Shape;2237;p180"/>
          <p:cNvSpPr/>
          <p:nvPr/>
        </p:nvSpPr>
        <p:spPr>
          <a:xfrm>
            <a:off x="225998" y="580123"/>
            <a:ext cx="253800" cy="276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238" name="Google Shape;2238;p180"/>
          <p:cNvSpPr/>
          <p:nvPr/>
        </p:nvSpPr>
        <p:spPr>
          <a:xfrm>
            <a:off x="225998" y="580123"/>
            <a:ext cx="253800" cy="276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239" name="Google Shape;2239;p180"/>
          <p:cNvSpPr txBox="1"/>
          <p:nvPr>
            <p:ph idx="2" type="subTitle"/>
          </p:nvPr>
        </p:nvSpPr>
        <p:spPr>
          <a:xfrm>
            <a:off x="1977175" y="1698625"/>
            <a:ext cx="1369500" cy="290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2240" name="Google Shape;2240;p180"/>
          <p:cNvSpPr txBox="1"/>
          <p:nvPr>
            <p:ph idx="3" type="subTitle"/>
          </p:nvPr>
        </p:nvSpPr>
        <p:spPr>
          <a:xfrm>
            <a:off x="3623185" y="1698625"/>
            <a:ext cx="1369500" cy="290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2241" name="Google Shape;2241;p180"/>
          <p:cNvSpPr txBox="1"/>
          <p:nvPr>
            <p:ph idx="4" type="subTitle"/>
          </p:nvPr>
        </p:nvSpPr>
        <p:spPr>
          <a:xfrm>
            <a:off x="5465499" y="1698625"/>
            <a:ext cx="1369500" cy="290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2242" name="Google Shape;2242;p180"/>
          <p:cNvSpPr txBox="1"/>
          <p:nvPr>
            <p:ph idx="5" type="subTitle"/>
          </p:nvPr>
        </p:nvSpPr>
        <p:spPr>
          <a:xfrm>
            <a:off x="385125" y="2200600"/>
            <a:ext cx="15033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2243" name="Google Shape;2243;p180"/>
          <p:cNvSpPr txBox="1"/>
          <p:nvPr>
            <p:ph idx="6" type="subTitle"/>
          </p:nvPr>
        </p:nvSpPr>
        <p:spPr>
          <a:xfrm>
            <a:off x="385125" y="2610850"/>
            <a:ext cx="15033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2244" name="Google Shape;2244;p180"/>
          <p:cNvSpPr txBox="1"/>
          <p:nvPr>
            <p:ph idx="7" type="subTitle"/>
          </p:nvPr>
        </p:nvSpPr>
        <p:spPr>
          <a:xfrm>
            <a:off x="385125" y="3024075"/>
            <a:ext cx="15033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2245" name="Google Shape;2245;p180"/>
          <p:cNvSpPr txBox="1"/>
          <p:nvPr>
            <p:ph idx="8" type="subTitle"/>
          </p:nvPr>
        </p:nvSpPr>
        <p:spPr>
          <a:xfrm>
            <a:off x="385125" y="3429650"/>
            <a:ext cx="15033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2246" name="Google Shape;2246;p180"/>
          <p:cNvSpPr txBox="1"/>
          <p:nvPr>
            <p:ph idx="9" type="subTitle"/>
          </p:nvPr>
        </p:nvSpPr>
        <p:spPr>
          <a:xfrm>
            <a:off x="385125" y="3848500"/>
            <a:ext cx="15033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2247" name="Google Shape;2247;p180"/>
          <p:cNvSpPr txBox="1"/>
          <p:nvPr>
            <p:ph idx="13" type="subTitle"/>
          </p:nvPr>
        </p:nvSpPr>
        <p:spPr>
          <a:xfrm>
            <a:off x="1977175" y="2200600"/>
            <a:ext cx="13695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2248" name="Google Shape;2248;p180"/>
          <p:cNvSpPr txBox="1"/>
          <p:nvPr>
            <p:ph idx="14" type="subTitle"/>
          </p:nvPr>
        </p:nvSpPr>
        <p:spPr>
          <a:xfrm>
            <a:off x="1977175" y="2610850"/>
            <a:ext cx="13695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2249" name="Google Shape;2249;p180"/>
          <p:cNvSpPr txBox="1"/>
          <p:nvPr>
            <p:ph idx="15" type="subTitle"/>
          </p:nvPr>
        </p:nvSpPr>
        <p:spPr>
          <a:xfrm>
            <a:off x="1977175" y="3022200"/>
            <a:ext cx="13695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2250" name="Google Shape;2250;p180"/>
          <p:cNvSpPr txBox="1"/>
          <p:nvPr>
            <p:ph idx="16" type="subTitle"/>
          </p:nvPr>
        </p:nvSpPr>
        <p:spPr>
          <a:xfrm>
            <a:off x="1977175" y="3437000"/>
            <a:ext cx="13695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2251" name="Google Shape;2251;p180"/>
          <p:cNvSpPr txBox="1"/>
          <p:nvPr>
            <p:ph idx="17" type="subTitle"/>
          </p:nvPr>
        </p:nvSpPr>
        <p:spPr>
          <a:xfrm>
            <a:off x="1977175" y="3849450"/>
            <a:ext cx="13695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2252" name="Google Shape;2252;p180"/>
          <p:cNvSpPr txBox="1"/>
          <p:nvPr>
            <p:ph idx="18" type="subTitle"/>
          </p:nvPr>
        </p:nvSpPr>
        <p:spPr>
          <a:xfrm>
            <a:off x="3623175" y="2200600"/>
            <a:ext cx="13695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2253" name="Google Shape;2253;p180"/>
          <p:cNvSpPr txBox="1"/>
          <p:nvPr>
            <p:ph idx="19" type="subTitle"/>
          </p:nvPr>
        </p:nvSpPr>
        <p:spPr>
          <a:xfrm>
            <a:off x="3623175" y="2610850"/>
            <a:ext cx="13695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2254" name="Google Shape;2254;p180"/>
          <p:cNvSpPr txBox="1"/>
          <p:nvPr>
            <p:ph idx="20" type="subTitle"/>
          </p:nvPr>
        </p:nvSpPr>
        <p:spPr>
          <a:xfrm>
            <a:off x="3623175" y="3022200"/>
            <a:ext cx="13695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2255" name="Google Shape;2255;p180"/>
          <p:cNvSpPr txBox="1"/>
          <p:nvPr>
            <p:ph idx="21" type="subTitle"/>
          </p:nvPr>
        </p:nvSpPr>
        <p:spPr>
          <a:xfrm>
            <a:off x="3623175" y="3437000"/>
            <a:ext cx="13695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2256" name="Google Shape;2256;p180"/>
          <p:cNvSpPr txBox="1"/>
          <p:nvPr>
            <p:ph idx="22" type="subTitle"/>
          </p:nvPr>
        </p:nvSpPr>
        <p:spPr>
          <a:xfrm>
            <a:off x="3623175" y="3849450"/>
            <a:ext cx="13695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2257" name="Google Shape;2257;p180"/>
          <p:cNvSpPr txBox="1"/>
          <p:nvPr>
            <p:ph idx="23" type="subTitle"/>
          </p:nvPr>
        </p:nvSpPr>
        <p:spPr>
          <a:xfrm>
            <a:off x="5465501" y="2200600"/>
            <a:ext cx="28707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2258" name="Google Shape;2258;p180"/>
          <p:cNvSpPr txBox="1"/>
          <p:nvPr>
            <p:ph idx="24" type="subTitle"/>
          </p:nvPr>
        </p:nvSpPr>
        <p:spPr>
          <a:xfrm>
            <a:off x="5465501" y="2610850"/>
            <a:ext cx="28707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2259" name="Google Shape;2259;p180"/>
          <p:cNvSpPr txBox="1"/>
          <p:nvPr>
            <p:ph idx="25" type="subTitle"/>
          </p:nvPr>
        </p:nvSpPr>
        <p:spPr>
          <a:xfrm>
            <a:off x="5465501" y="3022200"/>
            <a:ext cx="28707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2260" name="Google Shape;2260;p180"/>
          <p:cNvSpPr txBox="1"/>
          <p:nvPr>
            <p:ph idx="26" type="subTitle"/>
          </p:nvPr>
        </p:nvSpPr>
        <p:spPr>
          <a:xfrm>
            <a:off x="5465501" y="3437000"/>
            <a:ext cx="28707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2261" name="Google Shape;2261;p180"/>
          <p:cNvSpPr txBox="1"/>
          <p:nvPr>
            <p:ph idx="27" type="subTitle"/>
          </p:nvPr>
        </p:nvSpPr>
        <p:spPr>
          <a:xfrm>
            <a:off x="5465501" y="3849450"/>
            <a:ext cx="28707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ve highlights">
  <p:cSld name="CUSTOM_5_2_2">
    <p:spTree>
      <p:nvGrpSpPr>
        <p:cNvPr id="2262" name="Shape 2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3" name="Google Shape;2263;p181"/>
          <p:cNvSpPr txBox="1"/>
          <p:nvPr>
            <p:ph type="title"/>
          </p:nvPr>
        </p:nvSpPr>
        <p:spPr>
          <a:xfrm>
            <a:off x="609600" y="724825"/>
            <a:ext cx="40158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2264" name="Google Shape;2264;p181"/>
          <p:cNvSpPr txBox="1"/>
          <p:nvPr>
            <p:ph idx="1" type="subTitle"/>
          </p:nvPr>
        </p:nvSpPr>
        <p:spPr>
          <a:xfrm>
            <a:off x="609600" y="457200"/>
            <a:ext cx="4015800" cy="264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Red Hat Display"/>
              <a:buNone/>
              <a:defRPr sz="10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265" name="Google Shape;2265;p181"/>
          <p:cNvSpPr/>
          <p:nvPr/>
        </p:nvSpPr>
        <p:spPr>
          <a:xfrm>
            <a:off x="225998" y="580123"/>
            <a:ext cx="253800" cy="276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266" name="Google Shape;2266;p181"/>
          <p:cNvSpPr txBox="1"/>
          <p:nvPr>
            <p:ph idx="2" type="subTitle"/>
          </p:nvPr>
        </p:nvSpPr>
        <p:spPr>
          <a:xfrm>
            <a:off x="229525" y="2435600"/>
            <a:ext cx="1500900" cy="26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2267" name="Google Shape;2267;p181"/>
          <p:cNvSpPr txBox="1"/>
          <p:nvPr>
            <p:ph idx="3" type="subTitle"/>
          </p:nvPr>
        </p:nvSpPr>
        <p:spPr>
          <a:xfrm>
            <a:off x="2015702" y="2435600"/>
            <a:ext cx="1500900" cy="26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2268" name="Google Shape;2268;p181"/>
          <p:cNvSpPr txBox="1"/>
          <p:nvPr>
            <p:ph idx="4" type="subTitle"/>
          </p:nvPr>
        </p:nvSpPr>
        <p:spPr>
          <a:xfrm>
            <a:off x="3774602" y="2435600"/>
            <a:ext cx="1500900" cy="264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2269" name="Google Shape;2269;p181"/>
          <p:cNvSpPr txBox="1"/>
          <p:nvPr>
            <p:ph idx="5" type="subTitle"/>
          </p:nvPr>
        </p:nvSpPr>
        <p:spPr>
          <a:xfrm>
            <a:off x="5616677" y="2435600"/>
            <a:ext cx="1500900" cy="26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2270" name="Google Shape;2270;p181"/>
          <p:cNvSpPr txBox="1"/>
          <p:nvPr>
            <p:ph idx="6" type="subTitle"/>
          </p:nvPr>
        </p:nvSpPr>
        <p:spPr>
          <a:xfrm>
            <a:off x="7411452" y="2435600"/>
            <a:ext cx="1500900" cy="26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2271" name="Google Shape;2271;p181"/>
          <p:cNvSpPr txBox="1"/>
          <p:nvPr>
            <p:ph idx="7" type="body"/>
          </p:nvPr>
        </p:nvSpPr>
        <p:spPr>
          <a:xfrm>
            <a:off x="387584" y="2820600"/>
            <a:ext cx="1239300" cy="1165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9pPr>
          </a:lstStyle>
          <a:p/>
        </p:txBody>
      </p:sp>
      <p:sp>
        <p:nvSpPr>
          <p:cNvPr id="2272" name="Google Shape;2272;p181"/>
          <p:cNvSpPr txBox="1"/>
          <p:nvPr>
            <p:ph idx="8" type="body"/>
          </p:nvPr>
        </p:nvSpPr>
        <p:spPr>
          <a:xfrm>
            <a:off x="2164609" y="2820600"/>
            <a:ext cx="1239300" cy="1165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 sz="900"/>
            </a:lvl1pPr>
            <a:lvl2pPr indent="-2857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 sz="900"/>
            </a:lvl2pPr>
            <a:lvl3pPr indent="-2857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 sz="900"/>
            </a:lvl3pPr>
            <a:lvl4pPr indent="-2857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 sz="900"/>
            </a:lvl4pPr>
            <a:lvl5pPr indent="-2857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 sz="900"/>
            </a:lvl5pPr>
            <a:lvl6pPr indent="-2857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 sz="900"/>
            </a:lvl6pPr>
            <a:lvl7pPr indent="-2857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 sz="900"/>
            </a:lvl7pPr>
            <a:lvl8pPr indent="-2857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 sz="900"/>
            </a:lvl8pPr>
            <a:lvl9pPr indent="-2857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 sz="900"/>
            </a:lvl9pPr>
          </a:lstStyle>
          <a:p/>
        </p:txBody>
      </p:sp>
      <p:sp>
        <p:nvSpPr>
          <p:cNvPr id="2273" name="Google Shape;2273;p181"/>
          <p:cNvSpPr txBox="1"/>
          <p:nvPr>
            <p:ph idx="9" type="body"/>
          </p:nvPr>
        </p:nvSpPr>
        <p:spPr>
          <a:xfrm>
            <a:off x="3941634" y="2820600"/>
            <a:ext cx="1239300" cy="1165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9pPr>
          </a:lstStyle>
          <a:p/>
        </p:txBody>
      </p:sp>
      <p:sp>
        <p:nvSpPr>
          <p:cNvPr id="2274" name="Google Shape;2274;p181"/>
          <p:cNvSpPr txBox="1"/>
          <p:nvPr>
            <p:ph idx="13" type="body"/>
          </p:nvPr>
        </p:nvSpPr>
        <p:spPr>
          <a:xfrm>
            <a:off x="5764484" y="2820600"/>
            <a:ext cx="1239300" cy="1165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9pPr>
          </a:lstStyle>
          <a:p/>
        </p:txBody>
      </p:sp>
      <p:sp>
        <p:nvSpPr>
          <p:cNvPr id="2275" name="Google Shape;2275;p181"/>
          <p:cNvSpPr txBox="1"/>
          <p:nvPr>
            <p:ph idx="14" type="body"/>
          </p:nvPr>
        </p:nvSpPr>
        <p:spPr>
          <a:xfrm>
            <a:off x="7587334" y="2820600"/>
            <a:ext cx="1239300" cy="1165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highlights w/ dots">
  <p:cSld name="CUSTOM_5_2_1">
    <p:spTree>
      <p:nvGrpSpPr>
        <p:cNvPr id="2276" name="Shape 2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7" name="Google Shape;2277;p182"/>
          <p:cNvSpPr txBox="1"/>
          <p:nvPr>
            <p:ph type="title"/>
          </p:nvPr>
        </p:nvSpPr>
        <p:spPr>
          <a:xfrm>
            <a:off x="609600" y="724825"/>
            <a:ext cx="40158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2278" name="Google Shape;2278;p182"/>
          <p:cNvSpPr txBox="1"/>
          <p:nvPr>
            <p:ph idx="1" type="subTitle"/>
          </p:nvPr>
        </p:nvSpPr>
        <p:spPr>
          <a:xfrm>
            <a:off x="609600" y="457200"/>
            <a:ext cx="4015800" cy="264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Red Hat Display"/>
              <a:buNone/>
              <a:defRPr sz="10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279" name="Google Shape;2279;p182"/>
          <p:cNvSpPr/>
          <p:nvPr/>
        </p:nvSpPr>
        <p:spPr>
          <a:xfrm>
            <a:off x="225998" y="580123"/>
            <a:ext cx="253800" cy="276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280" name="Google Shape;2280;p182"/>
          <p:cNvSpPr txBox="1"/>
          <p:nvPr>
            <p:ph idx="2" type="subTitle"/>
          </p:nvPr>
        </p:nvSpPr>
        <p:spPr>
          <a:xfrm>
            <a:off x="351700" y="2435600"/>
            <a:ext cx="1500900" cy="26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2281" name="Google Shape;2281;p182"/>
          <p:cNvSpPr txBox="1"/>
          <p:nvPr>
            <p:ph idx="3" type="subTitle"/>
          </p:nvPr>
        </p:nvSpPr>
        <p:spPr>
          <a:xfrm>
            <a:off x="3315050" y="2435600"/>
            <a:ext cx="1500900" cy="26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2282" name="Google Shape;2282;p182"/>
          <p:cNvSpPr txBox="1"/>
          <p:nvPr>
            <p:ph idx="4" type="subTitle"/>
          </p:nvPr>
        </p:nvSpPr>
        <p:spPr>
          <a:xfrm>
            <a:off x="6278400" y="2435600"/>
            <a:ext cx="1500900" cy="264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2283" name="Google Shape;2283;p182"/>
          <p:cNvSpPr txBox="1"/>
          <p:nvPr>
            <p:ph idx="5" type="body"/>
          </p:nvPr>
        </p:nvSpPr>
        <p:spPr>
          <a:xfrm>
            <a:off x="3315050" y="2882813"/>
            <a:ext cx="2439900" cy="1165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Font typeface="Red Hat Display"/>
              <a:buChar char="●"/>
              <a:defRPr sz="900"/>
            </a:lvl1pPr>
            <a:lvl2pPr indent="-285750" lvl="1" marL="914400"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○"/>
              <a:defRPr sz="900"/>
            </a:lvl2pPr>
            <a:lvl3pPr indent="-285750" lvl="2" marL="1371600"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■"/>
              <a:defRPr sz="900"/>
            </a:lvl3pPr>
            <a:lvl4pPr indent="-285750" lvl="3" marL="1828800"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●"/>
              <a:defRPr sz="900"/>
            </a:lvl4pPr>
            <a:lvl5pPr indent="-285750" lvl="4" marL="2286000"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○"/>
              <a:defRPr sz="900"/>
            </a:lvl5pPr>
            <a:lvl6pPr indent="-285750" lvl="5" marL="2743200"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■"/>
              <a:defRPr sz="900"/>
            </a:lvl6pPr>
            <a:lvl7pPr indent="-285750" lvl="6" marL="3200400"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●"/>
              <a:defRPr sz="900"/>
            </a:lvl7pPr>
            <a:lvl8pPr indent="-285750" lvl="7" marL="3657600"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○"/>
              <a:defRPr sz="900"/>
            </a:lvl8pPr>
            <a:lvl9pPr indent="-285750" lvl="8" marL="4114800">
              <a:spcBef>
                <a:spcPts val="800"/>
              </a:spcBef>
              <a:spcAft>
                <a:spcPts val="800"/>
              </a:spcAft>
              <a:buSzPts val="900"/>
              <a:buFont typeface="Red Hat Display"/>
              <a:buChar char="■"/>
              <a:defRPr sz="900"/>
            </a:lvl9pPr>
          </a:lstStyle>
          <a:p/>
        </p:txBody>
      </p:sp>
      <p:grpSp>
        <p:nvGrpSpPr>
          <p:cNvPr id="2284" name="Google Shape;2284;p182"/>
          <p:cNvGrpSpPr/>
          <p:nvPr/>
        </p:nvGrpSpPr>
        <p:grpSpPr>
          <a:xfrm flipH="1">
            <a:off x="6903656" y="79823"/>
            <a:ext cx="2140834" cy="1767927"/>
            <a:chOff x="142083" y="79814"/>
            <a:chExt cx="1831025" cy="1512212"/>
          </a:xfrm>
        </p:grpSpPr>
        <p:sp>
          <p:nvSpPr>
            <p:cNvPr id="2285" name="Google Shape;2285;p182"/>
            <p:cNvSpPr/>
            <p:nvPr/>
          </p:nvSpPr>
          <p:spPr>
            <a:xfrm>
              <a:off x="142083" y="79814"/>
              <a:ext cx="256500" cy="256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286" name="Google Shape;2286;p182"/>
            <p:cNvSpPr/>
            <p:nvPr/>
          </p:nvSpPr>
          <p:spPr>
            <a:xfrm>
              <a:off x="487858" y="87214"/>
              <a:ext cx="233700" cy="233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287" name="Google Shape;2287;p182"/>
            <p:cNvSpPr/>
            <p:nvPr/>
          </p:nvSpPr>
          <p:spPr>
            <a:xfrm>
              <a:off x="839135" y="87214"/>
              <a:ext cx="210300" cy="210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288" name="Google Shape;2288;p182"/>
            <p:cNvSpPr/>
            <p:nvPr/>
          </p:nvSpPr>
          <p:spPr>
            <a:xfrm>
              <a:off x="1191033" y="105414"/>
              <a:ext cx="174000" cy="174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289" name="Google Shape;2289;p182"/>
            <p:cNvSpPr/>
            <p:nvPr/>
          </p:nvSpPr>
          <p:spPr>
            <a:xfrm>
              <a:off x="1537808" y="115439"/>
              <a:ext cx="140700" cy="14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290" name="Google Shape;2290;p182"/>
            <p:cNvSpPr/>
            <p:nvPr/>
          </p:nvSpPr>
          <p:spPr>
            <a:xfrm>
              <a:off x="1908008" y="148714"/>
              <a:ext cx="65100" cy="65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291" name="Google Shape;2291;p182"/>
            <p:cNvSpPr/>
            <p:nvPr/>
          </p:nvSpPr>
          <p:spPr>
            <a:xfrm>
              <a:off x="164883" y="422639"/>
              <a:ext cx="233700" cy="233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292" name="Google Shape;2292;p182"/>
            <p:cNvSpPr/>
            <p:nvPr/>
          </p:nvSpPr>
          <p:spPr>
            <a:xfrm>
              <a:off x="506960" y="427888"/>
              <a:ext cx="210300" cy="210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293" name="Google Shape;2293;p182"/>
            <p:cNvSpPr/>
            <p:nvPr/>
          </p:nvSpPr>
          <p:spPr>
            <a:xfrm>
              <a:off x="854387" y="436714"/>
              <a:ext cx="179700" cy="179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294" name="Google Shape;2294;p182"/>
            <p:cNvSpPr/>
            <p:nvPr/>
          </p:nvSpPr>
          <p:spPr>
            <a:xfrm>
              <a:off x="1202034" y="450389"/>
              <a:ext cx="1521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295" name="Google Shape;2295;p182"/>
            <p:cNvSpPr/>
            <p:nvPr/>
          </p:nvSpPr>
          <p:spPr>
            <a:xfrm>
              <a:off x="1558407" y="470039"/>
              <a:ext cx="97800" cy="978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296" name="Google Shape;2296;p182"/>
            <p:cNvSpPr/>
            <p:nvPr/>
          </p:nvSpPr>
          <p:spPr>
            <a:xfrm>
              <a:off x="1924408" y="499814"/>
              <a:ext cx="32400" cy="3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297" name="Google Shape;2297;p182"/>
            <p:cNvSpPr/>
            <p:nvPr/>
          </p:nvSpPr>
          <p:spPr>
            <a:xfrm>
              <a:off x="529964" y="775614"/>
              <a:ext cx="179700" cy="179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298" name="Google Shape;2298;p182"/>
            <p:cNvSpPr/>
            <p:nvPr/>
          </p:nvSpPr>
          <p:spPr>
            <a:xfrm>
              <a:off x="185718" y="765448"/>
              <a:ext cx="210300" cy="210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299" name="Google Shape;2299;p182"/>
            <p:cNvSpPr/>
            <p:nvPr/>
          </p:nvSpPr>
          <p:spPr>
            <a:xfrm>
              <a:off x="873448" y="784049"/>
              <a:ext cx="1521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300" name="Google Shape;2300;p182"/>
            <p:cNvSpPr/>
            <p:nvPr/>
          </p:nvSpPr>
          <p:spPr>
            <a:xfrm>
              <a:off x="1230921" y="804501"/>
              <a:ext cx="108000" cy="108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301" name="Google Shape;2301;p182"/>
            <p:cNvSpPr/>
            <p:nvPr/>
          </p:nvSpPr>
          <p:spPr>
            <a:xfrm>
              <a:off x="1577346" y="824201"/>
              <a:ext cx="65100" cy="65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302" name="Google Shape;2302;p182"/>
            <p:cNvSpPr/>
            <p:nvPr/>
          </p:nvSpPr>
          <p:spPr>
            <a:xfrm>
              <a:off x="551148" y="1122149"/>
              <a:ext cx="1521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303" name="Google Shape;2303;p182"/>
            <p:cNvSpPr/>
            <p:nvPr/>
          </p:nvSpPr>
          <p:spPr>
            <a:xfrm>
              <a:off x="201014" y="1115389"/>
              <a:ext cx="179700" cy="179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304" name="Google Shape;2304;p182"/>
            <p:cNvSpPr/>
            <p:nvPr/>
          </p:nvSpPr>
          <p:spPr>
            <a:xfrm>
              <a:off x="900639" y="1144351"/>
              <a:ext cx="108000" cy="108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305" name="Google Shape;2305;p182"/>
            <p:cNvSpPr/>
            <p:nvPr/>
          </p:nvSpPr>
          <p:spPr>
            <a:xfrm>
              <a:off x="1258496" y="1160976"/>
              <a:ext cx="65100" cy="65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306" name="Google Shape;2306;p182"/>
            <p:cNvSpPr/>
            <p:nvPr/>
          </p:nvSpPr>
          <p:spPr>
            <a:xfrm>
              <a:off x="240458" y="1484026"/>
              <a:ext cx="108000" cy="108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307" name="Google Shape;2307;p182"/>
            <p:cNvSpPr/>
            <p:nvPr/>
          </p:nvSpPr>
          <p:spPr>
            <a:xfrm>
              <a:off x="583108" y="1486121"/>
              <a:ext cx="88200" cy="8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308" name="Google Shape;2308;p182"/>
            <p:cNvSpPr/>
            <p:nvPr/>
          </p:nvSpPr>
          <p:spPr>
            <a:xfrm>
              <a:off x="937805" y="1508513"/>
              <a:ext cx="43500" cy="43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</p:grpSp>
      <p:sp>
        <p:nvSpPr>
          <p:cNvPr id="2309" name="Google Shape;2309;p182"/>
          <p:cNvSpPr txBox="1"/>
          <p:nvPr>
            <p:ph idx="6" type="body"/>
          </p:nvPr>
        </p:nvSpPr>
        <p:spPr>
          <a:xfrm>
            <a:off x="351700" y="2882813"/>
            <a:ext cx="2439900" cy="1165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1pPr>
            <a:lvl2pPr indent="-28575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2pPr>
            <a:lvl3pPr indent="-285750" lvl="2" marL="1371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3pPr>
            <a:lvl4pPr indent="-285750" lvl="3" marL="18288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4pPr>
            <a:lvl5pPr indent="-285750" lvl="4" marL="2286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5pPr>
            <a:lvl6pPr indent="-285750" lvl="5" marL="2743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6pPr>
            <a:lvl7pPr indent="-285750" lvl="6" marL="3200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7pPr>
            <a:lvl8pPr indent="-285750" lvl="7" marL="3657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8pPr>
            <a:lvl9pPr indent="-285750" lvl="8" marL="41148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9pPr>
          </a:lstStyle>
          <a:p/>
        </p:txBody>
      </p:sp>
      <p:sp>
        <p:nvSpPr>
          <p:cNvPr id="2310" name="Google Shape;2310;p182"/>
          <p:cNvSpPr txBox="1"/>
          <p:nvPr>
            <p:ph idx="7" type="body"/>
          </p:nvPr>
        </p:nvSpPr>
        <p:spPr>
          <a:xfrm>
            <a:off x="6278400" y="2882813"/>
            <a:ext cx="2439900" cy="1165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1pPr>
            <a:lvl2pPr indent="-28575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2pPr>
            <a:lvl3pPr indent="-285750" lvl="2" marL="1371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3pPr>
            <a:lvl4pPr indent="-285750" lvl="3" marL="18288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4pPr>
            <a:lvl5pPr indent="-285750" lvl="4" marL="2286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5pPr>
            <a:lvl6pPr indent="-285750" lvl="5" marL="2743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6pPr>
            <a:lvl7pPr indent="-285750" lvl="6" marL="3200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7pPr>
            <a:lvl8pPr indent="-285750" lvl="7" marL="3657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8pPr>
            <a:lvl9pPr indent="-285750" lvl="8" marL="41148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highlights">
  <p:cSld name="CUSTOM_5_2_1_1">
    <p:spTree>
      <p:nvGrpSpPr>
        <p:cNvPr id="2311" name="Shape 2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2" name="Google Shape;2312;p183"/>
          <p:cNvSpPr txBox="1"/>
          <p:nvPr>
            <p:ph type="title"/>
          </p:nvPr>
        </p:nvSpPr>
        <p:spPr>
          <a:xfrm>
            <a:off x="609600" y="724825"/>
            <a:ext cx="40158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2313" name="Google Shape;2313;p183"/>
          <p:cNvSpPr txBox="1"/>
          <p:nvPr>
            <p:ph idx="1" type="subTitle"/>
          </p:nvPr>
        </p:nvSpPr>
        <p:spPr>
          <a:xfrm>
            <a:off x="609600" y="457200"/>
            <a:ext cx="4015800" cy="264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Red Hat Display"/>
              <a:buNone/>
              <a:defRPr sz="10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314" name="Google Shape;2314;p183"/>
          <p:cNvSpPr/>
          <p:nvPr/>
        </p:nvSpPr>
        <p:spPr>
          <a:xfrm>
            <a:off x="225998" y="580123"/>
            <a:ext cx="253800" cy="276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315" name="Google Shape;2315;p183"/>
          <p:cNvSpPr txBox="1"/>
          <p:nvPr>
            <p:ph idx="2" type="subTitle"/>
          </p:nvPr>
        </p:nvSpPr>
        <p:spPr>
          <a:xfrm>
            <a:off x="351700" y="2435600"/>
            <a:ext cx="2439900" cy="26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2316" name="Google Shape;2316;p183"/>
          <p:cNvSpPr txBox="1"/>
          <p:nvPr>
            <p:ph idx="3" type="subTitle"/>
          </p:nvPr>
        </p:nvSpPr>
        <p:spPr>
          <a:xfrm>
            <a:off x="3315050" y="2435600"/>
            <a:ext cx="2439900" cy="26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2317" name="Google Shape;2317;p183"/>
          <p:cNvSpPr txBox="1"/>
          <p:nvPr>
            <p:ph idx="4" type="subTitle"/>
          </p:nvPr>
        </p:nvSpPr>
        <p:spPr>
          <a:xfrm>
            <a:off x="6278400" y="2435600"/>
            <a:ext cx="2439900" cy="264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2318" name="Google Shape;2318;p183"/>
          <p:cNvSpPr txBox="1"/>
          <p:nvPr>
            <p:ph idx="5" type="body"/>
          </p:nvPr>
        </p:nvSpPr>
        <p:spPr>
          <a:xfrm>
            <a:off x="3315050" y="2882813"/>
            <a:ext cx="2439900" cy="1165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Font typeface="Red Hat Display"/>
              <a:buChar char="●"/>
              <a:defRPr sz="900"/>
            </a:lvl1pPr>
            <a:lvl2pPr indent="-285750" lvl="1" marL="914400"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○"/>
              <a:defRPr sz="900"/>
            </a:lvl2pPr>
            <a:lvl3pPr indent="-285750" lvl="2" marL="1371600"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■"/>
              <a:defRPr sz="900"/>
            </a:lvl3pPr>
            <a:lvl4pPr indent="-285750" lvl="3" marL="1828800"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●"/>
              <a:defRPr sz="900"/>
            </a:lvl4pPr>
            <a:lvl5pPr indent="-285750" lvl="4" marL="2286000"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○"/>
              <a:defRPr sz="900"/>
            </a:lvl5pPr>
            <a:lvl6pPr indent="-285750" lvl="5" marL="2743200"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■"/>
              <a:defRPr sz="900"/>
            </a:lvl6pPr>
            <a:lvl7pPr indent="-285750" lvl="6" marL="3200400"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●"/>
              <a:defRPr sz="900"/>
            </a:lvl7pPr>
            <a:lvl8pPr indent="-285750" lvl="7" marL="3657600"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○"/>
              <a:defRPr sz="900"/>
            </a:lvl8pPr>
            <a:lvl9pPr indent="-285750" lvl="8" marL="4114800">
              <a:spcBef>
                <a:spcPts val="800"/>
              </a:spcBef>
              <a:spcAft>
                <a:spcPts val="800"/>
              </a:spcAft>
              <a:buSzPts val="900"/>
              <a:buFont typeface="Red Hat Display"/>
              <a:buChar char="■"/>
              <a:defRPr sz="900"/>
            </a:lvl9pPr>
          </a:lstStyle>
          <a:p/>
        </p:txBody>
      </p:sp>
      <p:sp>
        <p:nvSpPr>
          <p:cNvPr id="2319" name="Google Shape;2319;p183"/>
          <p:cNvSpPr txBox="1"/>
          <p:nvPr>
            <p:ph idx="6" type="body"/>
          </p:nvPr>
        </p:nvSpPr>
        <p:spPr>
          <a:xfrm>
            <a:off x="351700" y="2882813"/>
            <a:ext cx="2439900" cy="1165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1pPr>
            <a:lvl2pPr indent="-28575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2pPr>
            <a:lvl3pPr indent="-285750" lvl="2" marL="1371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3pPr>
            <a:lvl4pPr indent="-285750" lvl="3" marL="18288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4pPr>
            <a:lvl5pPr indent="-285750" lvl="4" marL="2286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5pPr>
            <a:lvl6pPr indent="-285750" lvl="5" marL="2743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6pPr>
            <a:lvl7pPr indent="-285750" lvl="6" marL="3200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7pPr>
            <a:lvl8pPr indent="-285750" lvl="7" marL="3657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8pPr>
            <a:lvl9pPr indent="-285750" lvl="8" marL="41148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9pPr>
          </a:lstStyle>
          <a:p/>
        </p:txBody>
      </p:sp>
      <p:sp>
        <p:nvSpPr>
          <p:cNvPr id="2320" name="Google Shape;2320;p183"/>
          <p:cNvSpPr txBox="1"/>
          <p:nvPr>
            <p:ph idx="7" type="body"/>
          </p:nvPr>
        </p:nvSpPr>
        <p:spPr>
          <a:xfrm>
            <a:off x="6278400" y="2882813"/>
            <a:ext cx="2439900" cy="1165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1pPr>
            <a:lvl2pPr indent="-28575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2pPr>
            <a:lvl3pPr indent="-285750" lvl="2" marL="1371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3pPr>
            <a:lvl4pPr indent="-285750" lvl="3" marL="18288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4pPr>
            <a:lvl5pPr indent="-285750" lvl="4" marL="2286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5pPr>
            <a:lvl6pPr indent="-285750" lvl="5" marL="2743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6pPr>
            <a:lvl7pPr indent="-285750" lvl="6" marL="3200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7pPr>
            <a:lvl8pPr indent="-285750" lvl="7" marL="3657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8pPr>
            <a:lvl9pPr indent="-285750" lvl="8" marL="41148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highlights">
  <p:cSld name="CUSTOM_5_1">
    <p:spTree>
      <p:nvGrpSpPr>
        <p:cNvPr id="2321" name="Shape 2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2" name="Google Shape;2322;p184"/>
          <p:cNvSpPr/>
          <p:nvPr/>
        </p:nvSpPr>
        <p:spPr>
          <a:xfrm>
            <a:off x="225998" y="580123"/>
            <a:ext cx="253800" cy="276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323" name="Google Shape;2323;p184"/>
          <p:cNvSpPr txBox="1"/>
          <p:nvPr>
            <p:ph type="title"/>
          </p:nvPr>
        </p:nvSpPr>
        <p:spPr>
          <a:xfrm>
            <a:off x="609600" y="724825"/>
            <a:ext cx="40158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2324" name="Google Shape;2324;p184"/>
          <p:cNvSpPr txBox="1"/>
          <p:nvPr>
            <p:ph idx="1" type="subTitle"/>
          </p:nvPr>
        </p:nvSpPr>
        <p:spPr>
          <a:xfrm>
            <a:off x="609600" y="457200"/>
            <a:ext cx="4015800" cy="264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Red Hat Display"/>
              <a:buNone/>
              <a:defRPr sz="10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325" name="Google Shape;2325;p184"/>
          <p:cNvSpPr txBox="1"/>
          <p:nvPr>
            <p:ph idx="2" type="subTitle"/>
          </p:nvPr>
        </p:nvSpPr>
        <p:spPr>
          <a:xfrm>
            <a:off x="637000" y="1820550"/>
            <a:ext cx="702300" cy="77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Red Hat Display SemiBold"/>
              <a:buNone/>
              <a:defRPr sz="22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2326" name="Google Shape;2326;p184"/>
          <p:cNvSpPr txBox="1"/>
          <p:nvPr>
            <p:ph idx="3" type="subTitle"/>
          </p:nvPr>
        </p:nvSpPr>
        <p:spPr>
          <a:xfrm>
            <a:off x="637000" y="3294325"/>
            <a:ext cx="702300" cy="77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Red Hat Display SemiBold"/>
              <a:buNone/>
              <a:defRPr sz="22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2327" name="Google Shape;2327;p184"/>
          <p:cNvSpPr txBox="1"/>
          <p:nvPr>
            <p:ph idx="4" type="subTitle"/>
          </p:nvPr>
        </p:nvSpPr>
        <p:spPr>
          <a:xfrm>
            <a:off x="5028175" y="1820550"/>
            <a:ext cx="702300" cy="776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200"/>
              <a:buFont typeface="Red Hat Display SemiBold"/>
              <a:buNone/>
              <a:defRPr sz="22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28" name="Google Shape;2328;p184"/>
          <p:cNvSpPr txBox="1"/>
          <p:nvPr>
            <p:ph idx="5" type="subTitle"/>
          </p:nvPr>
        </p:nvSpPr>
        <p:spPr>
          <a:xfrm>
            <a:off x="5028175" y="3294325"/>
            <a:ext cx="702300" cy="77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Red Hat Display SemiBold"/>
              <a:buNone/>
              <a:defRPr sz="22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2329" name="Google Shape;2329;p184"/>
          <p:cNvSpPr txBox="1"/>
          <p:nvPr>
            <p:ph idx="6" type="subTitle"/>
          </p:nvPr>
        </p:nvSpPr>
        <p:spPr>
          <a:xfrm>
            <a:off x="1546000" y="1807825"/>
            <a:ext cx="24777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2330" name="Google Shape;2330;p184"/>
          <p:cNvSpPr txBox="1"/>
          <p:nvPr>
            <p:ph idx="7" type="subTitle"/>
          </p:nvPr>
        </p:nvSpPr>
        <p:spPr>
          <a:xfrm>
            <a:off x="1546000" y="3288350"/>
            <a:ext cx="24777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2331" name="Google Shape;2331;p184"/>
          <p:cNvSpPr txBox="1"/>
          <p:nvPr>
            <p:ph idx="8" type="subTitle"/>
          </p:nvPr>
        </p:nvSpPr>
        <p:spPr>
          <a:xfrm>
            <a:off x="5937175" y="1807825"/>
            <a:ext cx="24777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2332" name="Google Shape;2332;p184"/>
          <p:cNvSpPr txBox="1"/>
          <p:nvPr>
            <p:ph idx="9" type="subTitle"/>
          </p:nvPr>
        </p:nvSpPr>
        <p:spPr>
          <a:xfrm>
            <a:off x="5937175" y="3288350"/>
            <a:ext cx="24777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8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/ Black">
  <p:cSld name="BLANK_1_1_1_1_1_1">
    <p:spTree>
      <p:nvGrpSpPr>
        <p:cNvPr id="2333" name="Shape 2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34" name="Google Shape;2334;p185"/>
          <p:cNvCxnSpPr/>
          <p:nvPr/>
        </p:nvCxnSpPr>
        <p:spPr>
          <a:xfrm>
            <a:off x="3518300" y="712833"/>
            <a:ext cx="56175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35" name="Google Shape;2335;p185"/>
          <p:cNvCxnSpPr>
            <a:stCxn id="2336" idx="1"/>
            <a:endCxn id="2337" idx="3"/>
          </p:cNvCxnSpPr>
          <p:nvPr/>
        </p:nvCxnSpPr>
        <p:spPr>
          <a:xfrm>
            <a:off x="2641916" y="1598375"/>
            <a:ext cx="0" cy="13323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38" name="Google Shape;2338;p185"/>
          <p:cNvCxnSpPr/>
          <p:nvPr/>
        </p:nvCxnSpPr>
        <p:spPr>
          <a:xfrm rot="10800000">
            <a:off x="-19425" y="711675"/>
            <a:ext cx="936600" cy="9366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39" name="Google Shape;2339;p185"/>
          <p:cNvCxnSpPr/>
          <p:nvPr/>
        </p:nvCxnSpPr>
        <p:spPr>
          <a:xfrm rot="10800000">
            <a:off x="1464900" y="-8025"/>
            <a:ext cx="958800" cy="9588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36" name="Google Shape;2336;p185"/>
          <p:cNvSpPr/>
          <p:nvPr/>
        </p:nvSpPr>
        <p:spPr>
          <a:xfrm flipH="1">
            <a:off x="1761266" y="-614125"/>
            <a:ext cx="1761300" cy="22125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cxnSp>
        <p:nvCxnSpPr>
          <p:cNvPr id="2340" name="Google Shape;2340;p185"/>
          <p:cNvCxnSpPr/>
          <p:nvPr/>
        </p:nvCxnSpPr>
        <p:spPr>
          <a:xfrm rot="10800000">
            <a:off x="709975" y="3201569"/>
            <a:ext cx="1758300" cy="17583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37" name="Google Shape;2337;p185"/>
          <p:cNvSpPr/>
          <p:nvPr/>
        </p:nvSpPr>
        <p:spPr>
          <a:xfrm>
            <a:off x="1761265" y="2930748"/>
            <a:ext cx="1761300" cy="22125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cxnSp>
        <p:nvCxnSpPr>
          <p:cNvPr id="2341" name="Google Shape;2341;p185"/>
          <p:cNvCxnSpPr/>
          <p:nvPr/>
        </p:nvCxnSpPr>
        <p:spPr>
          <a:xfrm flipH="1" rot="10800000">
            <a:off x="-23900" y="3541825"/>
            <a:ext cx="1163100" cy="11631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42" name="Google Shape;2342;p185"/>
          <p:cNvSpPr/>
          <p:nvPr/>
        </p:nvSpPr>
        <p:spPr>
          <a:xfrm flipH="1">
            <a:off x="-34" y="1598375"/>
            <a:ext cx="1761300" cy="22125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343" name="Google Shape;2343;p185"/>
          <p:cNvSpPr txBox="1"/>
          <p:nvPr>
            <p:ph idx="1" type="subTitle"/>
          </p:nvPr>
        </p:nvSpPr>
        <p:spPr>
          <a:xfrm>
            <a:off x="3948800" y="2677300"/>
            <a:ext cx="4966500" cy="20064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2344" name="Google Shape;2344;p185"/>
          <p:cNvSpPr txBox="1"/>
          <p:nvPr>
            <p:ph type="title"/>
          </p:nvPr>
        </p:nvSpPr>
        <p:spPr>
          <a:xfrm>
            <a:off x="3948800" y="1956950"/>
            <a:ext cx="4966500" cy="5877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/ Green">
  <p:cSld name="BLANK_1_1_1_1_1_1_2">
    <p:bg>
      <p:bgPr>
        <a:solidFill>
          <a:schemeClr val="accent5"/>
        </a:solidFill>
      </p:bgPr>
    </p:bg>
    <p:spTree>
      <p:nvGrpSpPr>
        <p:cNvPr id="2345" name="Shape 2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46" name="Google Shape;2346;p186"/>
          <p:cNvCxnSpPr/>
          <p:nvPr/>
        </p:nvCxnSpPr>
        <p:spPr>
          <a:xfrm>
            <a:off x="3518300" y="712833"/>
            <a:ext cx="5617500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47" name="Google Shape;2347;p186"/>
          <p:cNvCxnSpPr>
            <a:stCxn id="2348" idx="1"/>
            <a:endCxn id="2349" idx="3"/>
          </p:cNvCxnSpPr>
          <p:nvPr/>
        </p:nvCxnSpPr>
        <p:spPr>
          <a:xfrm>
            <a:off x="2641916" y="1598375"/>
            <a:ext cx="0" cy="133230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50" name="Google Shape;2350;p186"/>
          <p:cNvCxnSpPr/>
          <p:nvPr/>
        </p:nvCxnSpPr>
        <p:spPr>
          <a:xfrm rot="10800000">
            <a:off x="-19425" y="711675"/>
            <a:ext cx="936600" cy="93660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51" name="Google Shape;2351;p186"/>
          <p:cNvCxnSpPr/>
          <p:nvPr/>
        </p:nvCxnSpPr>
        <p:spPr>
          <a:xfrm rot="10800000">
            <a:off x="1464900" y="-8025"/>
            <a:ext cx="958800" cy="95880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48" name="Google Shape;2348;p186"/>
          <p:cNvSpPr/>
          <p:nvPr/>
        </p:nvSpPr>
        <p:spPr>
          <a:xfrm flipH="1">
            <a:off x="1761266" y="-614125"/>
            <a:ext cx="1761300" cy="22125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cxnSp>
        <p:nvCxnSpPr>
          <p:cNvPr id="2352" name="Google Shape;2352;p186"/>
          <p:cNvCxnSpPr/>
          <p:nvPr/>
        </p:nvCxnSpPr>
        <p:spPr>
          <a:xfrm rot="10800000">
            <a:off x="709975" y="3201569"/>
            <a:ext cx="1758300" cy="175830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49" name="Google Shape;2349;p186"/>
          <p:cNvSpPr/>
          <p:nvPr/>
        </p:nvSpPr>
        <p:spPr>
          <a:xfrm>
            <a:off x="1761265" y="2930748"/>
            <a:ext cx="1761300" cy="22125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cxnSp>
        <p:nvCxnSpPr>
          <p:cNvPr id="2353" name="Google Shape;2353;p186"/>
          <p:cNvCxnSpPr/>
          <p:nvPr/>
        </p:nvCxnSpPr>
        <p:spPr>
          <a:xfrm flipH="1" rot="10800000">
            <a:off x="-23900" y="3541825"/>
            <a:ext cx="1163100" cy="116310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54" name="Google Shape;2354;p186"/>
          <p:cNvSpPr/>
          <p:nvPr/>
        </p:nvSpPr>
        <p:spPr>
          <a:xfrm flipH="1">
            <a:off x="-34" y="1598375"/>
            <a:ext cx="1761300" cy="22125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355" name="Google Shape;2355;p186"/>
          <p:cNvSpPr txBox="1"/>
          <p:nvPr>
            <p:ph idx="1" type="subTitle"/>
          </p:nvPr>
        </p:nvSpPr>
        <p:spPr>
          <a:xfrm>
            <a:off x="3948800" y="2677301"/>
            <a:ext cx="4941000" cy="19299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2356" name="Google Shape;2356;p186"/>
          <p:cNvSpPr txBox="1"/>
          <p:nvPr>
            <p:ph type="title"/>
          </p:nvPr>
        </p:nvSpPr>
        <p:spPr>
          <a:xfrm>
            <a:off x="3948800" y="1956950"/>
            <a:ext cx="4966500" cy="5877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w/ description">
  <p:cSld name="BLANK_1_1_1_1_1_1_1_1_1_1_1">
    <p:spTree>
      <p:nvGrpSpPr>
        <p:cNvPr id="2357" name="Shape 2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8" name="Google Shape;2358;p187"/>
          <p:cNvSpPr txBox="1"/>
          <p:nvPr>
            <p:ph idx="1" type="subTitle"/>
          </p:nvPr>
        </p:nvSpPr>
        <p:spPr>
          <a:xfrm>
            <a:off x="4782025" y="1731500"/>
            <a:ext cx="1926900" cy="3015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2359" name="Google Shape;2359;p187"/>
          <p:cNvSpPr txBox="1"/>
          <p:nvPr>
            <p:ph type="title"/>
          </p:nvPr>
        </p:nvSpPr>
        <p:spPr>
          <a:xfrm>
            <a:off x="1392601" y="836575"/>
            <a:ext cx="32052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360" name="Google Shape;2360;p187"/>
          <p:cNvSpPr/>
          <p:nvPr/>
        </p:nvSpPr>
        <p:spPr>
          <a:xfrm>
            <a:off x="1" y="1262825"/>
            <a:ext cx="1187700" cy="1293600"/>
          </a:xfrm>
          <a:prstGeom prst="snip2DiagRect">
            <a:avLst>
              <a:gd fmla="val 0" name="adj1"/>
              <a:gd fmla="val 50000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361" name="Google Shape;2361;p187"/>
          <p:cNvSpPr/>
          <p:nvPr/>
        </p:nvSpPr>
        <p:spPr>
          <a:xfrm>
            <a:off x="1" y="2556277"/>
            <a:ext cx="1187700" cy="1293600"/>
          </a:xfrm>
          <a:prstGeom prst="snip2DiagRect">
            <a:avLst>
              <a:gd fmla="val 0" name="adj1"/>
              <a:gd fmla="val 50000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362" name="Google Shape;2362;p187"/>
          <p:cNvSpPr/>
          <p:nvPr/>
        </p:nvSpPr>
        <p:spPr>
          <a:xfrm>
            <a:off x="1" y="3849830"/>
            <a:ext cx="1187700" cy="1293600"/>
          </a:xfrm>
          <a:prstGeom prst="snip2DiagRect">
            <a:avLst>
              <a:gd fmla="val 0" name="adj1"/>
              <a:gd fmla="val 50000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363" name="Google Shape;2363;p187"/>
          <p:cNvSpPr/>
          <p:nvPr/>
        </p:nvSpPr>
        <p:spPr>
          <a:xfrm>
            <a:off x="0" y="0"/>
            <a:ext cx="1187700" cy="1262700"/>
          </a:xfrm>
          <a:prstGeom prst="snip2DiagRect">
            <a:avLst>
              <a:gd fmla="val 0" name="adj1"/>
              <a:gd fmla="val 50000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364" name="Google Shape;2364;p187"/>
          <p:cNvSpPr txBox="1"/>
          <p:nvPr>
            <p:ph idx="2" type="subTitle"/>
          </p:nvPr>
        </p:nvSpPr>
        <p:spPr>
          <a:xfrm>
            <a:off x="4944882" y="1875150"/>
            <a:ext cx="1584900" cy="301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365" name="Google Shape;2365;p187"/>
          <p:cNvSpPr txBox="1"/>
          <p:nvPr>
            <p:ph idx="3" type="subTitle"/>
          </p:nvPr>
        </p:nvSpPr>
        <p:spPr>
          <a:xfrm>
            <a:off x="4782025" y="2682477"/>
            <a:ext cx="1926900" cy="30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2366" name="Google Shape;2366;p187"/>
          <p:cNvSpPr txBox="1"/>
          <p:nvPr>
            <p:ph idx="4" type="subTitle"/>
          </p:nvPr>
        </p:nvSpPr>
        <p:spPr>
          <a:xfrm>
            <a:off x="4944882" y="2826125"/>
            <a:ext cx="1584900" cy="301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367" name="Google Shape;2367;p187"/>
          <p:cNvSpPr txBox="1"/>
          <p:nvPr>
            <p:ph idx="5" type="subTitle"/>
          </p:nvPr>
        </p:nvSpPr>
        <p:spPr>
          <a:xfrm>
            <a:off x="4782025" y="3628000"/>
            <a:ext cx="1926900" cy="3015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2368" name="Google Shape;2368;p187"/>
          <p:cNvSpPr txBox="1"/>
          <p:nvPr>
            <p:ph idx="6" type="subTitle"/>
          </p:nvPr>
        </p:nvSpPr>
        <p:spPr>
          <a:xfrm>
            <a:off x="4944882" y="3771650"/>
            <a:ext cx="1584900" cy="301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369" name="Google Shape;2369;p187"/>
          <p:cNvSpPr txBox="1"/>
          <p:nvPr>
            <p:ph idx="7" type="subTitle"/>
          </p:nvPr>
        </p:nvSpPr>
        <p:spPr>
          <a:xfrm>
            <a:off x="7123375" y="1731500"/>
            <a:ext cx="1747800" cy="3015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2370" name="Google Shape;2370;p187"/>
          <p:cNvSpPr txBox="1"/>
          <p:nvPr>
            <p:ph idx="8" type="subTitle"/>
          </p:nvPr>
        </p:nvSpPr>
        <p:spPr>
          <a:xfrm>
            <a:off x="7278029" y="1875150"/>
            <a:ext cx="1637400" cy="301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371" name="Google Shape;2371;p187"/>
          <p:cNvSpPr txBox="1"/>
          <p:nvPr>
            <p:ph idx="9" type="subTitle"/>
          </p:nvPr>
        </p:nvSpPr>
        <p:spPr>
          <a:xfrm>
            <a:off x="7123375" y="2682477"/>
            <a:ext cx="1747800" cy="3015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2372" name="Google Shape;2372;p187"/>
          <p:cNvSpPr txBox="1"/>
          <p:nvPr>
            <p:ph idx="13" type="subTitle"/>
          </p:nvPr>
        </p:nvSpPr>
        <p:spPr>
          <a:xfrm>
            <a:off x="7278029" y="2826127"/>
            <a:ext cx="1637400" cy="301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373" name="Google Shape;2373;p187"/>
          <p:cNvSpPr txBox="1"/>
          <p:nvPr>
            <p:ph idx="14" type="subTitle"/>
          </p:nvPr>
        </p:nvSpPr>
        <p:spPr>
          <a:xfrm>
            <a:off x="7123375" y="3628000"/>
            <a:ext cx="1747800" cy="3015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2374" name="Google Shape;2374;p187"/>
          <p:cNvSpPr txBox="1"/>
          <p:nvPr>
            <p:ph idx="15" type="subTitle"/>
          </p:nvPr>
        </p:nvSpPr>
        <p:spPr>
          <a:xfrm>
            <a:off x="7278029" y="3771650"/>
            <a:ext cx="1637400" cy="301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BLANK_1_1_1_1_1_1_1_1_1_1_1_2">
    <p:spTree>
      <p:nvGrpSpPr>
        <p:cNvPr id="2375" name="Shape 2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6" name="Google Shape;2376;p188"/>
          <p:cNvSpPr txBox="1"/>
          <p:nvPr>
            <p:ph idx="1" type="subTitle"/>
          </p:nvPr>
        </p:nvSpPr>
        <p:spPr>
          <a:xfrm>
            <a:off x="5711285" y="1731500"/>
            <a:ext cx="2846700" cy="3015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2377" name="Google Shape;2377;p188"/>
          <p:cNvSpPr txBox="1"/>
          <p:nvPr>
            <p:ph type="title"/>
          </p:nvPr>
        </p:nvSpPr>
        <p:spPr>
          <a:xfrm>
            <a:off x="1392601" y="836575"/>
            <a:ext cx="32052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378" name="Google Shape;2378;p188"/>
          <p:cNvSpPr/>
          <p:nvPr/>
        </p:nvSpPr>
        <p:spPr>
          <a:xfrm>
            <a:off x="1" y="1262825"/>
            <a:ext cx="1187700" cy="1293600"/>
          </a:xfrm>
          <a:prstGeom prst="snip2DiagRect">
            <a:avLst>
              <a:gd fmla="val 0" name="adj1"/>
              <a:gd fmla="val 50000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379" name="Google Shape;2379;p188"/>
          <p:cNvSpPr/>
          <p:nvPr/>
        </p:nvSpPr>
        <p:spPr>
          <a:xfrm>
            <a:off x="1" y="2556277"/>
            <a:ext cx="1187700" cy="1293600"/>
          </a:xfrm>
          <a:prstGeom prst="snip2DiagRect">
            <a:avLst>
              <a:gd fmla="val 0" name="adj1"/>
              <a:gd fmla="val 50000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380" name="Google Shape;2380;p188"/>
          <p:cNvSpPr/>
          <p:nvPr/>
        </p:nvSpPr>
        <p:spPr>
          <a:xfrm>
            <a:off x="1" y="3849830"/>
            <a:ext cx="1187700" cy="1293600"/>
          </a:xfrm>
          <a:prstGeom prst="snip2DiagRect">
            <a:avLst>
              <a:gd fmla="val 0" name="adj1"/>
              <a:gd fmla="val 50000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381" name="Google Shape;2381;p188"/>
          <p:cNvSpPr/>
          <p:nvPr/>
        </p:nvSpPr>
        <p:spPr>
          <a:xfrm>
            <a:off x="0" y="0"/>
            <a:ext cx="1187700" cy="1262700"/>
          </a:xfrm>
          <a:prstGeom prst="snip2DiagRect">
            <a:avLst>
              <a:gd fmla="val 0" name="adj1"/>
              <a:gd fmla="val 50000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382" name="Google Shape;2382;p188"/>
          <p:cNvSpPr txBox="1"/>
          <p:nvPr>
            <p:ph idx="2" type="subTitle"/>
          </p:nvPr>
        </p:nvSpPr>
        <p:spPr>
          <a:xfrm>
            <a:off x="5711285" y="2250475"/>
            <a:ext cx="2846700" cy="3015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2383" name="Google Shape;2383;p188"/>
          <p:cNvSpPr txBox="1"/>
          <p:nvPr>
            <p:ph idx="3" type="subTitle"/>
          </p:nvPr>
        </p:nvSpPr>
        <p:spPr>
          <a:xfrm>
            <a:off x="5711285" y="2769450"/>
            <a:ext cx="2846700" cy="30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2384" name="Google Shape;2384;p188"/>
          <p:cNvSpPr txBox="1"/>
          <p:nvPr>
            <p:ph idx="4" type="subTitle"/>
          </p:nvPr>
        </p:nvSpPr>
        <p:spPr>
          <a:xfrm>
            <a:off x="5711285" y="3288425"/>
            <a:ext cx="2846700" cy="3015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2385" name="Google Shape;2385;p188"/>
          <p:cNvSpPr txBox="1"/>
          <p:nvPr>
            <p:ph idx="5" type="subTitle"/>
          </p:nvPr>
        </p:nvSpPr>
        <p:spPr>
          <a:xfrm>
            <a:off x="5711285" y="3807400"/>
            <a:ext cx="2846700" cy="3015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2386" name="Google Shape;2386;p188"/>
          <p:cNvSpPr txBox="1"/>
          <p:nvPr>
            <p:ph idx="6" type="subTitle"/>
          </p:nvPr>
        </p:nvSpPr>
        <p:spPr>
          <a:xfrm>
            <a:off x="5711285" y="4326375"/>
            <a:ext cx="2846700" cy="3015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ext steps">
  <p:cSld name="CUSTOM_6">
    <p:spTree>
      <p:nvGrpSpPr>
        <p:cNvPr id="2387" name="Shape 2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8" name="Google Shape;2388;p189"/>
          <p:cNvSpPr/>
          <p:nvPr/>
        </p:nvSpPr>
        <p:spPr>
          <a:xfrm rot="5400000">
            <a:off x="446600" y="-454900"/>
            <a:ext cx="2712900" cy="3605700"/>
          </a:xfrm>
          <a:prstGeom prst="snip1Rect">
            <a:avLst>
              <a:gd fmla="val 39812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389" name="Google Shape;2389;p189"/>
          <p:cNvSpPr txBox="1"/>
          <p:nvPr>
            <p:ph type="title"/>
          </p:nvPr>
        </p:nvSpPr>
        <p:spPr>
          <a:xfrm>
            <a:off x="228600" y="525200"/>
            <a:ext cx="3154500" cy="5877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4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390" name="Google Shape;2390;p189"/>
          <p:cNvSpPr txBox="1"/>
          <p:nvPr>
            <p:ph idx="1" type="subTitle"/>
          </p:nvPr>
        </p:nvSpPr>
        <p:spPr>
          <a:xfrm>
            <a:off x="228600" y="1185575"/>
            <a:ext cx="2806800" cy="95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2391" name="Google Shape;2391;p189"/>
          <p:cNvSpPr txBox="1"/>
          <p:nvPr>
            <p:ph idx="2" type="subTitle"/>
          </p:nvPr>
        </p:nvSpPr>
        <p:spPr>
          <a:xfrm>
            <a:off x="4784300" y="1597250"/>
            <a:ext cx="873600" cy="33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2392" name="Google Shape;2392;p189"/>
          <p:cNvSpPr txBox="1"/>
          <p:nvPr>
            <p:ph idx="3" type="subTitle"/>
          </p:nvPr>
        </p:nvSpPr>
        <p:spPr>
          <a:xfrm>
            <a:off x="6129000" y="1600050"/>
            <a:ext cx="1887300" cy="651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2393" name="Google Shape;2393;p189"/>
          <p:cNvSpPr txBox="1"/>
          <p:nvPr>
            <p:ph idx="4" type="subTitle"/>
          </p:nvPr>
        </p:nvSpPr>
        <p:spPr>
          <a:xfrm>
            <a:off x="6129000" y="2669675"/>
            <a:ext cx="1887300" cy="651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2394" name="Google Shape;2394;p189"/>
          <p:cNvSpPr txBox="1"/>
          <p:nvPr>
            <p:ph idx="5" type="subTitle"/>
          </p:nvPr>
        </p:nvSpPr>
        <p:spPr>
          <a:xfrm>
            <a:off x="6129000" y="3739250"/>
            <a:ext cx="1887300" cy="651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2395" name="Google Shape;2395;p189"/>
          <p:cNvSpPr txBox="1"/>
          <p:nvPr>
            <p:ph idx="6" type="subTitle"/>
          </p:nvPr>
        </p:nvSpPr>
        <p:spPr>
          <a:xfrm>
            <a:off x="4784300" y="2668250"/>
            <a:ext cx="873600" cy="33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2396" name="Google Shape;2396;p189"/>
          <p:cNvSpPr txBox="1"/>
          <p:nvPr>
            <p:ph idx="7" type="subTitle"/>
          </p:nvPr>
        </p:nvSpPr>
        <p:spPr>
          <a:xfrm>
            <a:off x="4784300" y="3739250"/>
            <a:ext cx="873600" cy="33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2397" name="Shape 2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8" name="Google Shape;2398;p190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18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2399" name="Shape 2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0" name="Google Shape;2400;p19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2401" name="Google Shape;2401;p19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2402" name="Shape 2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3" name="Google Shape;2403;p19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2404" name="Google Shape;2404;p192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05" name="Google Shape;2405;p192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8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2406" name="Shape 2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7" name="Google Shape;2407;p193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2408" name="Google Shape;2408;p193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8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2409" name="Shape 2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0" name="Google Shape;2410;p194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19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2411" name="Shape 2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2" name="Google Shape;2412;p195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413" name="Google Shape;2413;p195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414" name="Google Shape;2414;p195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2415" name="Shape 2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6" name="Google Shape;2416;p196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19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2417" name="Shape 2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8" name="Google Shape;2418;p197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419" name="Google Shape;2419;p197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 algn="ctr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 algn="ctr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 algn="ctr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 algn="ctr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 algn="ctr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 algn="ctr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 algn="ctr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 algn="ctr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 algn="ctr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2420" name="Shape 242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2421" name="Shape 2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2" name="Google Shape;2422;p19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2423" name="Google Shape;2423;p199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424" name="Google Shape;2424;p199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9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2425" name="Shape 2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6" name="Google Shape;2426;p200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427" name="Google Shape;2427;p200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428" name="Google Shape;2428;p200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2429" name="Google Shape;2429;p200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430" name="Google Shape;2430;p200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9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2431" name="Shape 2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2" name="Google Shape;2432;p201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433" name="Google Shape;2433;p201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2434" name="Google Shape;2434;p201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435" name="Google Shape;2435;p201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436" name="Google Shape;2436;p201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437" name="Google Shape;2437;p201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438" name="Google Shape;2438;p201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2439" name="Shape 2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0" name="Google Shape;2440;p202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441" name="Google Shape;2441;p202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2442" name="Google Shape;2442;p202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2443" name="Google Shape;2443;p202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2444" name="Google Shape;2444;p202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445" name="Google Shape;2445;p202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446" name="Google Shape;2446;p202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447" name="Google Shape;2447;p202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448" name="Google Shape;2448;p202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9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2449" name="Shape 2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0" name="Google Shape;2450;p20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2451" name="Google Shape;2451;p203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9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2452" name="Shape 2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3" name="Google Shape;2453;p204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54" name="Google Shape;2454;p204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2455" name="Google Shape;2455;p204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2456" name="Google Shape;2456;p204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57" name="Google Shape;2457;p20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2458" name="Google Shape;2458;p204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459" name="Google Shape;2459;p204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0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2460" name="Shape 2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1" name="Google Shape;2461;p205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62" name="Google Shape;2462;p205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2463" name="Google Shape;2463;p205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2464" name="Google Shape;2464;p205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65" name="Google Shape;2465;p205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2466" name="Google Shape;2466;p205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67" name="Google Shape;2467;p20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2468" name="Google Shape;2468;p205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469" name="Google Shape;2469;p205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470" name="Google Shape;2470;p205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0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2471" name="Shape 2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2" name="Google Shape;2472;p206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0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2473" name="Shape 2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4" name="Google Shape;2474;p207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2475" name="Google Shape;2475;p207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2476" name="Google Shape;2476;p207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2477" name="Google Shape;2477;p207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2478" name="Google Shape;2478;p207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2479" name="Google Shape;2479;p207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2480" name="Google Shape;2480;p207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2481" name="Google Shape;2481;p207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2482" name="Google Shape;2482;p207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2483" name="Google Shape;2483;p207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Layouts/slideLayout20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>
  <p:cSld name="BLANK_1_3">
    <p:bg>
      <p:bgPr>
        <a:solidFill>
          <a:schemeClr val="accent5"/>
        </a:solidFill>
      </p:bgPr>
    </p:bg>
    <p:spTree>
      <p:nvGrpSpPr>
        <p:cNvPr id="2487" name="Shape 2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88" name="Google Shape;2488;p209"/>
          <p:cNvPicPr preferRelativeResize="0"/>
          <p:nvPr/>
        </p:nvPicPr>
        <p:blipFill rotWithShape="1">
          <a:blip r:embed="rId2">
            <a:alphaModFix amt="60000"/>
          </a:blip>
          <a:srcRect b="4816" l="0" r="0" t="0"/>
          <a:stretch/>
        </p:blipFill>
        <p:spPr>
          <a:xfrm>
            <a:off x="277500" y="277500"/>
            <a:ext cx="8589000" cy="4599000"/>
          </a:xfrm>
          <a:prstGeom prst="roundRect">
            <a:avLst>
              <a:gd fmla="val 13515" name="adj"/>
            </a:avLst>
          </a:prstGeom>
          <a:noFill/>
          <a:ln>
            <a:noFill/>
          </a:ln>
        </p:spPr>
      </p:pic>
      <p:sp>
        <p:nvSpPr>
          <p:cNvPr id="2489" name="Google Shape;2489;p209"/>
          <p:cNvSpPr txBox="1"/>
          <p:nvPr>
            <p:ph idx="1" type="subTitle"/>
          </p:nvPr>
        </p:nvSpPr>
        <p:spPr>
          <a:xfrm>
            <a:off x="821004" y="4044275"/>
            <a:ext cx="58593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9pPr>
          </a:lstStyle>
          <a:p/>
        </p:txBody>
      </p:sp>
      <p:cxnSp>
        <p:nvCxnSpPr>
          <p:cNvPr id="2490" name="Google Shape;2490;p209"/>
          <p:cNvCxnSpPr/>
          <p:nvPr/>
        </p:nvCxnSpPr>
        <p:spPr>
          <a:xfrm>
            <a:off x="805650" y="792575"/>
            <a:ext cx="7547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91" name="Google Shape;2491;p209"/>
          <p:cNvCxnSpPr/>
          <p:nvPr/>
        </p:nvCxnSpPr>
        <p:spPr>
          <a:xfrm>
            <a:off x="805650" y="4521775"/>
            <a:ext cx="7547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92" name="Google Shape;2492;p209"/>
          <p:cNvSpPr txBox="1"/>
          <p:nvPr>
            <p:ph idx="2" type="subTitle"/>
          </p:nvPr>
        </p:nvSpPr>
        <p:spPr>
          <a:xfrm>
            <a:off x="805651" y="582750"/>
            <a:ext cx="1743300" cy="1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9pPr>
          </a:lstStyle>
          <a:p/>
        </p:txBody>
      </p:sp>
      <p:sp>
        <p:nvSpPr>
          <p:cNvPr id="2493" name="Google Shape;2493;p209"/>
          <p:cNvSpPr txBox="1"/>
          <p:nvPr>
            <p:ph idx="3" type="subTitle"/>
          </p:nvPr>
        </p:nvSpPr>
        <p:spPr>
          <a:xfrm>
            <a:off x="2679901" y="582750"/>
            <a:ext cx="1743300" cy="1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9pPr>
          </a:lstStyle>
          <a:p/>
        </p:txBody>
      </p:sp>
      <p:sp>
        <p:nvSpPr>
          <p:cNvPr id="2494" name="Google Shape;2494;p209"/>
          <p:cNvSpPr txBox="1"/>
          <p:nvPr>
            <p:ph idx="4" type="subTitle"/>
          </p:nvPr>
        </p:nvSpPr>
        <p:spPr>
          <a:xfrm>
            <a:off x="7677976" y="582750"/>
            <a:ext cx="1743300" cy="1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9pPr>
          </a:lstStyle>
          <a:p/>
        </p:txBody>
      </p:sp>
      <p:sp>
        <p:nvSpPr>
          <p:cNvPr id="2495" name="Google Shape;2495;p209"/>
          <p:cNvSpPr txBox="1"/>
          <p:nvPr>
            <p:ph type="title"/>
          </p:nvPr>
        </p:nvSpPr>
        <p:spPr>
          <a:xfrm>
            <a:off x="795525" y="2323100"/>
            <a:ext cx="4838100" cy="1453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9pPr>
          </a:lstStyle>
          <a:p/>
        </p:txBody>
      </p:sp>
    </p:spTree>
  </p:cSld>
  <p:clrMapOvr>
    <a:masterClrMapping/>
  </p:clrMapOvr>
</p:sldLayout>
</file>

<file path=ppt/slideLayouts/slideLayout20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- Alt 2">
  <p:cSld name="BLANK_1_1_1">
    <p:bg>
      <p:bgPr>
        <a:solidFill>
          <a:schemeClr val="accent5"/>
        </a:solidFill>
      </p:bgPr>
    </p:bg>
    <p:spTree>
      <p:nvGrpSpPr>
        <p:cNvPr id="2496" name="Shape 2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97" name="Google Shape;2497;p210"/>
          <p:cNvGrpSpPr/>
          <p:nvPr/>
        </p:nvGrpSpPr>
        <p:grpSpPr>
          <a:xfrm>
            <a:off x="277515" y="277501"/>
            <a:ext cx="8589075" cy="4593888"/>
            <a:chOff x="277500" y="277500"/>
            <a:chExt cx="8589075" cy="4593888"/>
          </a:xfrm>
        </p:grpSpPr>
        <p:pic>
          <p:nvPicPr>
            <p:cNvPr id="2498" name="Google Shape;2498;p210"/>
            <p:cNvPicPr preferRelativeResize="0"/>
            <p:nvPr/>
          </p:nvPicPr>
          <p:blipFill>
            <a:blip r:embed="rId2">
              <a:alphaModFix amt="10000"/>
            </a:blip>
            <a:stretch>
              <a:fillRect/>
            </a:stretch>
          </p:blipFill>
          <p:spPr>
            <a:xfrm>
              <a:off x="277575" y="277500"/>
              <a:ext cx="8589000" cy="459388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99" name="Google Shape;2499;p210"/>
            <p:cNvSpPr/>
            <p:nvPr/>
          </p:nvSpPr>
          <p:spPr>
            <a:xfrm>
              <a:off x="277500" y="277500"/>
              <a:ext cx="8589000" cy="4582500"/>
            </a:xfrm>
            <a:prstGeom prst="roundRect">
              <a:avLst>
                <a:gd fmla="val 6093" name="adj"/>
              </a:avLst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endParaRPr>
            </a:p>
          </p:txBody>
        </p:sp>
      </p:grpSp>
      <p:sp>
        <p:nvSpPr>
          <p:cNvPr id="2500" name="Google Shape;2500;p210"/>
          <p:cNvSpPr/>
          <p:nvPr/>
        </p:nvSpPr>
        <p:spPr>
          <a:xfrm>
            <a:off x="601356" y="3751056"/>
            <a:ext cx="576000" cy="576000"/>
          </a:xfrm>
          <a:prstGeom prst="ellipse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501" name="Google Shape;2501;p210"/>
          <p:cNvSpPr/>
          <p:nvPr/>
        </p:nvSpPr>
        <p:spPr>
          <a:xfrm>
            <a:off x="651558" y="3801258"/>
            <a:ext cx="475500" cy="4755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502" name="Google Shape;2502;p210"/>
          <p:cNvSpPr txBox="1"/>
          <p:nvPr>
            <p:ph idx="1" type="subTitle"/>
          </p:nvPr>
        </p:nvSpPr>
        <p:spPr>
          <a:xfrm>
            <a:off x="601325" y="3751025"/>
            <a:ext cx="576000" cy="576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mo"/>
              <a:buNone/>
              <a:defRPr sz="16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mo"/>
              <a:buNone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mo"/>
              <a:buNone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mo"/>
              <a:buNone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mo"/>
              <a:buNone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mo"/>
              <a:buNone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mo"/>
              <a:buNone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mo"/>
              <a:buNone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mo"/>
              <a:buNone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cxnSp>
        <p:nvCxnSpPr>
          <p:cNvPr id="2503" name="Google Shape;2503;p210"/>
          <p:cNvCxnSpPr/>
          <p:nvPr/>
        </p:nvCxnSpPr>
        <p:spPr>
          <a:xfrm rot="10800000">
            <a:off x="1341900" y="4039025"/>
            <a:ext cx="10146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2504" name="Google Shape;2504;p210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05" name="Google Shape;2505;p210"/>
          <p:cNvSpPr txBox="1"/>
          <p:nvPr>
            <p:ph type="title"/>
          </p:nvPr>
        </p:nvSpPr>
        <p:spPr>
          <a:xfrm>
            <a:off x="2598475" y="3493075"/>
            <a:ext cx="5985300" cy="994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9pPr>
          </a:lstStyle>
          <a:p/>
        </p:txBody>
      </p:sp>
    </p:spTree>
  </p:cSld>
  <p:clrMapOvr>
    <a:masterClrMapping/>
  </p:clrMapOvr>
</p:sldLayout>
</file>

<file path=ppt/slideLayouts/slideLayout20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eakers">
  <p:cSld name="CUSTOM_23">
    <p:bg>
      <p:bgPr>
        <a:solidFill>
          <a:schemeClr val="accent5"/>
        </a:solidFill>
      </p:bgPr>
    </p:bg>
    <p:spTree>
      <p:nvGrpSpPr>
        <p:cNvPr id="2506" name="Shape 2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7" name="Google Shape;2507;p211"/>
          <p:cNvSpPr/>
          <p:nvPr>
            <p:ph idx="2" type="pic"/>
          </p:nvPr>
        </p:nvSpPr>
        <p:spPr>
          <a:xfrm>
            <a:off x="277500" y="1963600"/>
            <a:ext cx="1333800" cy="1337100"/>
          </a:xfrm>
          <a:prstGeom prst="roundRect">
            <a:avLst>
              <a:gd fmla="val 14278" name="adj"/>
            </a:avLst>
          </a:prstGeom>
          <a:noFill/>
          <a:ln>
            <a:noFill/>
          </a:ln>
        </p:spPr>
      </p:sp>
      <p:sp>
        <p:nvSpPr>
          <p:cNvPr id="2508" name="Google Shape;2508;p211"/>
          <p:cNvSpPr/>
          <p:nvPr>
            <p:ph idx="3" type="pic"/>
          </p:nvPr>
        </p:nvSpPr>
        <p:spPr>
          <a:xfrm>
            <a:off x="1728225" y="1963600"/>
            <a:ext cx="1333800" cy="1337100"/>
          </a:xfrm>
          <a:prstGeom prst="roundRect">
            <a:avLst>
              <a:gd fmla="val 14278" name="adj"/>
            </a:avLst>
          </a:prstGeom>
          <a:noFill/>
          <a:ln>
            <a:noFill/>
          </a:ln>
        </p:spPr>
      </p:sp>
      <p:sp>
        <p:nvSpPr>
          <p:cNvPr id="2509" name="Google Shape;2509;p211"/>
          <p:cNvSpPr/>
          <p:nvPr>
            <p:ph idx="4" type="pic"/>
          </p:nvPr>
        </p:nvSpPr>
        <p:spPr>
          <a:xfrm>
            <a:off x="3179025" y="1963600"/>
            <a:ext cx="1333800" cy="1337100"/>
          </a:xfrm>
          <a:prstGeom prst="roundRect">
            <a:avLst>
              <a:gd fmla="val 14278" name="adj"/>
            </a:avLst>
          </a:prstGeom>
          <a:noFill/>
          <a:ln>
            <a:noFill/>
          </a:ln>
        </p:spPr>
      </p:sp>
      <p:sp>
        <p:nvSpPr>
          <p:cNvPr id="2510" name="Google Shape;2510;p211"/>
          <p:cNvSpPr/>
          <p:nvPr>
            <p:ph idx="5" type="pic"/>
          </p:nvPr>
        </p:nvSpPr>
        <p:spPr>
          <a:xfrm>
            <a:off x="4629825" y="1963600"/>
            <a:ext cx="1333800" cy="1337100"/>
          </a:xfrm>
          <a:prstGeom prst="roundRect">
            <a:avLst>
              <a:gd fmla="val 14278" name="adj"/>
            </a:avLst>
          </a:prstGeom>
          <a:noFill/>
          <a:ln>
            <a:noFill/>
          </a:ln>
        </p:spPr>
      </p:sp>
      <p:sp>
        <p:nvSpPr>
          <p:cNvPr id="2511" name="Google Shape;2511;p211"/>
          <p:cNvSpPr/>
          <p:nvPr>
            <p:ph idx="6" type="pic"/>
          </p:nvPr>
        </p:nvSpPr>
        <p:spPr>
          <a:xfrm>
            <a:off x="6080625" y="1963600"/>
            <a:ext cx="1333800" cy="1337100"/>
          </a:xfrm>
          <a:prstGeom prst="roundRect">
            <a:avLst>
              <a:gd fmla="val 14278" name="adj"/>
            </a:avLst>
          </a:prstGeom>
          <a:noFill/>
          <a:ln>
            <a:noFill/>
          </a:ln>
        </p:spPr>
      </p:sp>
      <p:sp>
        <p:nvSpPr>
          <p:cNvPr id="2512" name="Google Shape;2512;p211"/>
          <p:cNvSpPr/>
          <p:nvPr>
            <p:ph idx="7" type="pic"/>
          </p:nvPr>
        </p:nvSpPr>
        <p:spPr>
          <a:xfrm>
            <a:off x="7531425" y="1963600"/>
            <a:ext cx="1333800" cy="1337100"/>
          </a:xfrm>
          <a:prstGeom prst="roundRect">
            <a:avLst>
              <a:gd fmla="val 14278" name="adj"/>
            </a:avLst>
          </a:prstGeom>
          <a:noFill/>
          <a:ln>
            <a:noFill/>
          </a:ln>
        </p:spPr>
      </p:sp>
      <p:sp>
        <p:nvSpPr>
          <p:cNvPr id="2513" name="Google Shape;2513;p211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14" name="Google Shape;2514;p211"/>
          <p:cNvSpPr txBox="1"/>
          <p:nvPr>
            <p:ph type="title"/>
          </p:nvPr>
        </p:nvSpPr>
        <p:spPr>
          <a:xfrm>
            <a:off x="277500" y="577275"/>
            <a:ext cx="7137000" cy="99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2515" name="Google Shape;2515;p211"/>
          <p:cNvSpPr txBox="1"/>
          <p:nvPr>
            <p:ph idx="1" type="body"/>
          </p:nvPr>
        </p:nvSpPr>
        <p:spPr>
          <a:xfrm>
            <a:off x="370644" y="4380300"/>
            <a:ext cx="1333800" cy="56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9pPr>
          </a:lstStyle>
          <a:p/>
        </p:txBody>
      </p:sp>
      <p:sp>
        <p:nvSpPr>
          <p:cNvPr id="2516" name="Google Shape;2516;p211"/>
          <p:cNvSpPr txBox="1"/>
          <p:nvPr>
            <p:ph idx="8" type="body"/>
          </p:nvPr>
        </p:nvSpPr>
        <p:spPr>
          <a:xfrm>
            <a:off x="1821624" y="4380300"/>
            <a:ext cx="1333800" cy="56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9pPr>
          </a:lstStyle>
          <a:p/>
        </p:txBody>
      </p:sp>
      <p:sp>
        <p:nvSpPr>
          <p:cNvPr id="2517" name="Google Shape;2517;p211"/>
          <p:cNvSpPr txBox="1"/>
          <p:nvPr>
            <p:ph idx="9" type="body"/>
          </p:nvPr>
        </p:nvSpPr>
        <p:spPr>
          <a:xfrm>
            <a:off x="3272604" y="4380300"/>
            <a:ext cx="1333800" cy="56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9pPr>
          </a:lstStyle>
          <a:p/>
        </p:txBody>
      </p:sp>
      <p:sp>
        <p:nvSpPr>
          <p:cNvPr id="2518" name="Google Shape;2518;p211"/>
          <p:cNvSpPr txBox="1"/>
          <p:nvPr>
            <p:ph idx="13" type="body"/>
          </p:nvPr>
        </p:nvSpPr>
        <p:spPr>
          <a:xfrm>
            <a:off x="4723584" y="4380300"/>
            <a:ext cx="1333800" cy="56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9pPr>
          </a:lstStyle>
          <a:p/>
        </p:txBody>
      </p:sp>
      <p:sp>
        <p:nvSpPr>
          <p:cNvPr id="2519" name="Google Shape;2519;p211"/>
          <p:cNvSpPr txBox="1"/>
          <p:nvPr>
            <p:ph idx="14" type="body"/>
          </p:nvPr>
        </p:nvSpPr>
        <p:spPr>
          <a:xfrm>
            <a:off x="6174564" y="4380300"/>
            <a:ext cx="1333800" cy="56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9pPr>
          </a:lstStyle>
          <a:p/>
        </p:txBody>
      </p:sp>
      <p:sp>
        <p:nvSpPr>
          <p:cNvPr id="2520" name="Google Shape;2520;p211"/>
          <p:cNvSpPr txBox="1"/>
          <p:nvPr>
            <p:ph idx="15" type="body"/>
          </p:nvPr>
        </p:nvSpPr>
        <p:spPr>
          <a:xfrm>
            <a:off x="7625544" y="4380300"/>
            <a:ext cx="1333800" cy="56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9pPr>
          </a:lstStyle>
          <a:p/>
        </p:txBody>
      </p:sp>
      <p:sp>
        <p:nvSpPr>
          <p:cNvPr id="2521" name="Google Shape;2521;p211"/>
          <p:cNvSpPr txBox="1"/>
          <p:nvPr>
            <p:ph idx="16" type="subTitle"/>
          </p:nvPr>
        </p:nvSpPr>
        <p:spPr>
          <a:xfrm>
            <a:off x="370650" y="3810800"/>
            <a:ext cx="1248000" cy="53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522" name="Google Shape;2522;p211"/>
          <p:cNvSpPr txBox="1"/>
          <p:nvPr>
            <p:ph idx="17" type="subTitle"/>
          </p:nvPr>
        </p:nvSpPr>
        <p:spPr>
          <a:xfrm>
            <a:off x="1821493" y="3810800"/>
            <a:ext cx="1248000" cy="53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523" name="Google Shape;2523;p211"/>
          <p:cNvSpPr txBox="1"/>
          <p:nvPr>
            <p:ph idx="18" type="subTitle"/>
          </p:nvPr>
        </p:nvSpPr>
        <p:spPr>
          <a:xfrm>
            <a:off x="3272343" y="3810800"/>
            <a:ext cx="1248000" cy="53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524" name="Google Shape;2524;p211"/>
          <p:cNvSpPr txBox="1"/>
          <p:nvPr>
            <p:ph idx="19" type="subTitle"/>
          </p:nvPr>
        </p:nvSpPr>
        <p:spPr>
          <a:xfrm>
            <a:off x="4723193" y="3810800"/>
            <a:ext cx="1248000" cy="53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525" name="Google Shape;2525;p211"/>
          <p:cNvSpPr txBox="1"/>
          <p:nvPr>
            <p:ph idx="20" type="subTitle"/>
          </p:nvPr>
        </p:nvSpPr>
        <p:spPr>
          <a:xfrm>
            <a:off x="6174375" y="3810800"/>
            <a:ext cx="1248000" cy="53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526" name="Google Shape;2526;p211"/>
          <p:cNvSpPr txBox="1"/>
          <p:nvPr>
            <p:ph idx="21" type="subTitle"/>
          </p:nvPr>
        </p:nvSpPr>
        <p:spPr>
          <a:xfrm>
            <a:off x="7625550" y="3810800"/>
            <a:ext cx="1248000" cy="53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527" name="Google Shape;2527;p211"/>
          <p:cNvSpPr txBox="1"/>
          <p:nvPr>
            <p:ph idx="22" type="subTitle"/>
          </p:nvPr>
        </p:nvSpPr>
        <p:spPr>
          <a:xfrm>
            <a:off x="277500" y="291038"/>
            <a:ext cx="1743300" cy="1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528" name="Google Shape;2528;p211"/>
          <p:cNvSpPr txBox="1"/>
          <p:nvPr>
            <p:ph idx="23" type="subTitle"/>
          </p:nvPr>
        </p:nvSpPr>
        <p:spPr>
          <a:xfrm>
            <a:off x="7151050" y="290218"/>
            <a:ext cx="1715400" cy="1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ve cards">
  <p:cSld name="CUSTOM_24">
    <p:bg>
      <p:bgPr>
        <a:solidFill>
          <a:schemeClr val="accent5"/>
        </a:solidFill>
      </p:bgPr>
    </p:bg>
    <p:spTree>
      <p:nvGrpSpPr>
        <p:cNvPr id="2529" name="Shape 2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0" name="Google Shape;2530;p212"/>
          <p:cNvSpPr txBox="1"/>
          <p:nvPr>
            <p:ph idx="1" type="subTitle"/>
          </p:nvPr>
        </p:nvSpPr>
        <p:spPr>
          <a:xfrm>
            <a:off x="417936" y="2908400"/>
            <a:ext cx="1337400" cy="3909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531" name="Google Shape;2531;p212"/>
          <p:cNvSpPr txBox="1"/>
          <p:nvPr>
            <p:ph idx="2" type="subTitle"/>
          </p:nvPr>
        </p:nvSpPr>
        <p:spPr>
          <a:xfrm>
            <a:off x="2167325" y="2908400"/>
            <a:ext cx="1337400" cy="3909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532" name="Google Shape;2532;p212"/>
          <p:cNvSpPr txBox="1"/>
          <p:nvPr>
            <p:ph idx="3" type="subTitle"/>
          </p:nvPr>
        </p:nvSpPr>
        <p:spPr>
          <a:xfrm>
            <a:off x="3905470" y="2908400"/>
            <a:ext cx="1337400" cy="3909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533" name="Google Shape;2533;p212"/>
          <p:cNvSpPr txBox="1"/>
          <p:nvPr>
            <p:ph idx="4" type="subTitle"/>
          </p:nvPr>
        </p:nvSpPr>
        <p:spPr>
          <a:xfrm>
            <a:off x="5652384" y="2908400"/>
            <a:ext cx="1337400" cy="3909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534" name="Google Shape;2534;p212"/>
          <p:cNvSpPr txBox="1"/>
          <p:nvPr>
            <p:ph idx="5" type="subTitle"/>
          </p:nvPr>
        </p:nvSpPr>
        <p:spPr>
          <a:xfrm>
            <a:off x="7392630" y="2908400"/>
            <a:ext cx="1337400" cy="3909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535" name="Google Shape;2535;p212"/>
          <p:cNvSpPr txBox="1"/>
          <p:nvPr>
            <p:ph idx="6" type="body"/>
          </p:nvPr>
        </p:nvSpPr>
        <p:spPr>
          <a:xfrm>
            <a:off x="417811" y="3433000"/>
            <a:ext cx="1337400" cy="1176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None/>
              <a:defRPr sz="900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None/>
              <a:defRPr sz="9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None/>
              <a:defRPr sz="9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None/>
              <a:defRPr sz="9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None/>
              <a:defRPr sz="9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None/>
              <a:defRPr sz="9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None/>
              <a:defRPr sz="9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None/>
              <a:defRPr sz="9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None/>
              <a:defRPr sz="900"/>
            </a:lvl9pPr>
          </a:lstStyle>
          <a:p/>
        </p:txBody>
      </p:sp>
      <p:sp>
        <p:nvSpPr>
          <p:cNvPr id="2536" name="Google Shape;2536;p212"/>
          <p:cNvSpPr txBox="1"/>
          <p:nvPr>
            <p:ph idx="7" type="body"/>
          </p:nvPr>
        </p:nvSpPr>
        <p:spPr>
          <a:xfrm>
            <a:off x="2167325" y="3433000"/>
            <a:ext cx="1337400" cy="117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None/>
              <a:defRPr sz="900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None/>
              <a:defRPr sz="9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None/>
              <a:defRPr sz="9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None/>
              <a:defRPr sz="9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None/>
              <a:defRPr sz="9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None/>
              <a:defRPr sz="9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None/>
              <a:defRPr sz="9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None/>
              <a:defRPr sz="9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None/>
              <a:defRPr sz="900"/>
            </a:lvl9pPr>
          </a:lstStyle>
          <a:p/>
        </p:txBody>
      </p:sp>
      <p:sp>
        <p:nvSpPr>
          <p:cNvPr id="2537" name="Google Shape;2537;p212"/>
          <p:cNvSpPr txBox="1"/>
          <p:nvPr>
            <p:ph idx="8" type="body"/>
          </p:nvPr>
        </p:nvSpPr>
        <p:spPr>
          <a:xfrm>
            <a:off x="3903300" y="3433000"/>
            <a:ext cx="1337400" cy="117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None/>
              <a:defRPr sz="900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None/>
              <a:defRPr sz="9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None/>
              <a:defRPr sz="9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None/>
              <a:defRPr sz="9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None/>
              <a:defRPr sz="9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None/>
              <a:defRPr sz="9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None/>
              <a:defRPr sz="9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None/>
              <a:defRPr sz="9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None/>
              <a:defRPr sz="900"/>
            </a:lvl9pPr>
          </a:lstStyle>
          <a:p/>
        </p:txBody>
      </p:sp>
      <p:sp>
        <p:nvSpPr>
          <p:cNvPr id="2538" name="Google Shape;2538;p212"/>
          <p:cNvSpPr txBox="1"/>
          <p:nvPr>
            <p:ph idx="9" type="body"/>
          </p:nvPr>
        </p:nvSpPr>
        <p:spPr>
          <a:xfrm>
            <a:off x="5648625" y="3433000"/>
            <a:ext cx="1337400" cy="117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None/>
              <a:defRPr sz="900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None/>
              <a:defRPr sz="9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None/>
              <a:defRPr sz="9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None/>
              <a:defRPr sz="9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None/>
              <a:defRPr sz="9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None/>
              <a:defRPr sz="9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None/>
              <a:defRPr sz="9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None/>
              <a:defRPr sz="9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None/>
              <a:defRPr sz="900"/>
            </a:lvl9pPr>
          </a:lstStyle>
          <a:p/>
        </p:txBody>
      </p:sp>
      <p:sp>
        <p:nvSpPr>
          <p:cNvPr id="2539" name="Google Shape;2539;p212"/>
          <p:cNvSpPr txBox="1"/>
          <p:nvPr>
            <p:ph idx="13" type="body"/>
          </p:nvPr>
        </p:nvSpPr>
        <p:spPr>
          <a:xfrm>
            <a:off x="7385291" y="3433000"/>
            <a:ext cx="1337400" cy="117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None/>
              <a:defRPr sz="900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None/>
              <a:defRPr sz="9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None/>
              <a:defRPr sz="9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None/>
              <a:defRPr sz="9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None/>
              <a:defRPr sz="9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None/>
              <a:defRPr sz="9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None/>
              <a:defRPr sz="9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None/>
              <a:defRPr sz="9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None/>
              <a:defRPr sz="900"/>
            </a:lvl9pPr>
          </a:lstStyle>
          <a:p/>
        </p:txBody>
      </p:sp>
      <p:sp>
        <p:nvSpPr>
          <p:cNvPr id="2540" name="Google Shape;2540;p212"/>
          <p:cNvSpPr txBox="1"/>
          <p:nvPr>
            <p:ph idx="14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541" name="Google Shape;2541;p212"/>
          <p:cNvSpPr txBox="1"/>
          <p:nvPr>
            <p:ph idx="15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542" name="Google Shape;2542;p212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/>
        </p:txBody>
      </p:sp>
      <p:sp>
        <p:nvSpPr>
          <p:cNvPr id="2543" name="Google Shape;2543;p212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 - Alt 1">
  <p:cSld name="CUSTOM_25">
    <p:bg>
      <p:bgPr>
        <a:solidFill>
          <a:schemeClr val="accent5"/>
        </a:solidFill>
      </p:bgPr>
    </p:bg>
    <p:spTree>
      <p:nvGrpSpPr>
        <p:cNvPr id="2544" name="Shape 2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5" name="Google Shape;2545;p213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2546" name="Google Shape;2546;p213"/>
          <p:cNvSpPr txBox="1"/>
          <p:nvPr/>
        </p:nvSpPr>
        <p:spPr>
          <a:xfrm>
            <a:off x="277500" y="277500"/>
            <a:ext cx="8589000" cy="10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547" name="Google Shape;2547;p213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/>
        </p:txBody>
      </p:sp>
      <p:sp>
        <p:nvSpPr>
          <p:cNvPr id="2548" name="Google Shape;2548;p213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549" name="Google Shape;2549;p213"/>
          <p:cNvSpPr txBox="1"/>
          <p:nvPr>
            <p:ph idx="3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550" name="Google Shape;2550;p213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+ 4 steps - Alt 1">
  <p:cSld name="CUSTOM_25_1_1">
    <p:bg>
      <p:bgPr>
        <a:solidFill>
          <a:schemeClr val="accent5"/>
        </a:solidFill>
      </p:bgPr>
    </p:bg>
    <p:spTree>
      <p:nvGrpSpPr>
        <p:cNvPr id="2551" name="Shape 2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2" name="Google Shape;2552;p214"/>
          <p:cNvSpPr txBox="1"/>
          <p:nvPr>
            <p:ph type="title"/>
          </p:nvPr>
        </p:nvSpPr>
        <p:spPr>
          <a:xfrm>
            <a:off x="1969400" y="138075"/>
            <a:ext cx="5217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/>
        </p:txBody>
      </p:sp>
      <p:sp>
        <p:nvSpPr>
          <p:cNvPr id="2553" name="Google Shape;2553;p214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554" name="Google Shape;2554;p214"/>
          <p:cNvSpPr txBox="1"/>
          <p:nvPr>
            <p:ph idx="2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555" name="Google Shape;2555;p214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56" name="Google Shape;2556;p214"/>
          <p:cNvSpPr/>
          <p:nvPr>
            <p:ph idx="3" type="pic"/>
          </p:nvPr>
        </p:nvSpPr>
        <p:spPr>
          <a:xfrm>
            <a:off x="3766700" y="873150"/>
            <a:ext cx="1621800" cy="3549600"/>
          </a:xfrm>
          <a:prstGeom prst="roundRect">
            <a:avLst>
              <a:gd fmla="val 10482" name="adj"/>
            </a:avLst>
          </a:prstGeom>
          <a:noFill/>
          <a:ln>
            <a:noFill/>
          </a:ln>
        </p:spPr>
      </p:sp>
      <p:sp>
        <p:nvSpPr>
          <p:cNvPr id="2557" name="Google Shape;2557;p214"/>
          <p:cNvSpPr/>
          <p:nvPr>
            <p:ph idx="4" type="pic"/>
          </p:nvPr>
        </p:nvSpPr>
        <p:spPr>
          <a:xfrm>
            <a:off x="289100" y="1324475"/>
            <a:ext cx="1563300" cy="2531100"/>
          </a:xfrm>
          <a:prstGeom prst="roundRect">
            <a:avLst>
              <a:gd fmla="val 11947" name="adj"/>
            </a:avLst>
          </a:prstGeom>
          <a:noFill/>
          <a:ln>
            <a:noFill/>
          </a:ln>
        </p:spPr>
      </p:sp>
      <p:sp>
        <p:nvSpPr>
          <p:cNvPr id="2558" name="Google Shape;2558;p214"/>
          <p:cNvSpPr/>
          <p:nvPr>
            <p:ph idx="5" type="pic"/>
          </p:nvPr>
        </p:nvSpPr>
        <p:spPr>
          <a:xfrm>
            <a:off x="1969400" y="1142650"/>
            <a:ext cx="1563300" cy="2531100"/>
          </a:xfrm>
          <a:prstGeom prst="roundRect">
            <a:avLst>
              <a:gd fmla="val 11947" name="adj"/>
            </a:avLst>
          </a:prstGeom>
          <a:noFill/>
          <a:ln>
            <a:noFill/>
          </a:ln>
        </p:spPr>
      </p:sp>
      <p:sp>
        <p:nvSpPr>
          <p:cNvPr id="2559" name="Google Shape;2559;p214"/>
          <p:cNvSpPr/>
          <p:nvPr>
            <p:ph idx="6" type="pic"/>
          </p:nvPr>
        </p:nvSpPr>
        <p:spPr>
          <a:xfrm>
            <a:off x="5623125" y="1142650"/>
            <a:ext cx="1563300" cy="2531100"/>
          </a:xfrm>
          <a:prstGeom prst="roundRect">
            <a:avLst>
              <a:gd fmla="val 11947" name="adj"/>
            </a:avLst>
          </a:prstGeom>
          <a:noFill/>
          <a:ln>
            <a:noFill/>
          </a:ln>
        </p:spPr>
      </p:sp>
      <p:sp>
        <p:nvSpPr>
          <p:cNvPr id="2560" name="Google Shape;2560;p214"/>
          <p:cNvSpPr/>
          <p:nvPr>
            <p:ph idx="7" type="pic"/>
          </p:nvPr>
        </p:nvSpPr>
        <p:spPr>
          <a:xfrm>
            <a:off x="7304050" y="1324475"/>
            <a:ext cx="1563300" cy="2531100"/>
          </a:xfrm>
          <a:prstGeom prst="roundRect">
            <a:avLst>
              <a:gd fmla="val 11947" name="adj"/>
            </a:avLst>
          </a:prstGeom>
          <a:noFill/>
          <a:ln>
            <a:noFill/>
          </a:ln>
        </p:spPr>
      </p:sp>
      <p:sp>
        <p:nvSpPr>
          <p:cNvPr id="2561" name="Google Shape;2561;p214"/>
          <p:cNvSpPr txBox="1"/>
          <p:nvPr>
            <p:ph idx="8" type="subTitle"/>
          </p:nvPr>
        </p:nvSpPr>
        <p:spPr>
          <a:xfrm>
            <a:off x="378475" y="4261299"/>
            <a:ext cx="1563300" cy="20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562" name="Google Shape;2562;p214"/>
          <p:cNvSpPr txBox="1"/>
          <p:nvPr>
            <p:ph idx="9" type="subTitle"/>
          </p:nvPr>
        </p:nvSpPr>
        <p:spPr>
          <a:xfrm>
            <a:off x="378476" y="4562900"/>
            <a:ext cx="1473900" cy="29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563" name="Google Shape;2563;p214"/>
          <p:cNvSpPr txBox="1"/>
          <p:nvPr>
            <p:ph idx="13" type="subTitle"/>
          </p:nvPr>
        </p:nvSpPr>
        <p:spPr>
          <a:xfrm>
            <a:off x="2057625" y="4074126"/>
            <a:ext cx="1563300" cy="20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564" name="Google Shape;2564;p214"/>
          <p:cNvSpPr txBox="1"/>
          <p:nvPr>
            <p:ph idx="14" type="subTitle"/>
          </p:nvPr>
        </p:nvSpPr>
        <p:spPr>
          <a:xfrm>
            <a:off x="2057625" y="4375725"/>
            <a:ext cx="1473900" cy="29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565" name="Google Shape;2565;p214"/>
          <p:cNvSpPr txBox="1"/>
          <p:nvPr>
            <p:ph idx="15" type="subTitle"/>
          </p:nvPr>
        </p:nvSpPr>
        <p:spPr>
          <a:xfrm>
            <a:off x="5712200" y="4074126"/>
            <a:ext cx="15633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566" name="Google Shape;2566;p214"/>
          <p:cNvSpPr txBox="1"/>
          <p:nvPr>
            <p:ph idx="16" type="subTitle"/>
          </p:nvPr>
        </p:nvSpPr>
        <p:spPr>
          <a:xfrm>
            <a:off x="5712200" y="4375725"/>
            <a:ext cx="1473900" cy="29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567" name="Google Shape;2567;p214"/>
          <p:cNvSpPr txBox="1"/>
          <p:nvPr>
            <p:ph idx="17" type="subTitle"/>
          </p:nvPr>
        </p:nvSpPr>
        <p:spPr>
          <a:xfrm>
            <a:off x="7395575" y="4261301"/>
            <a:ext cx="15633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568" name="Google Shape;2568;p214"/>
          <p:cNvSpPr txBox="1"/>
          <p:nvPr>
            <p:ph idx="18" type="subTitle"/>
          </p:nvPr>
        </p:nvSpPr>
        <p:spPr>
          <a:xfrm>
            <a:off x="7395575" y="4562900"/>
            <a:ext cx="1504200" cy="29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1">
  <p:cSld name="CUSTOM_21_1_1">
    <p:bg>
      <p:bgPr>
        <a:solidFill>
          <a:schemeClr val="accent5"/>
        </a:solidFill>
      </p:bgPr>
    </p:bg>
    <p:spTree>
      <p:nvGrpSpPr>
        <p:cNvPr id="2569" name="Shape 2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0" name="Google Shape;2570;p215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/>
        </p:txBody>
      </p:sp>
      <p:sp>
        <p:nvSpPr>
          <p:cNvPr id="2571" name="Google Shape;2571;p215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572" name="Google Shape;2572;p215"/>
          <p:cNvSpPr txBox="1"/>
          <p:nvPr>
            <p:ph idx="2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573" name="Google Shape;2573;p215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main point">
  <p:cSld name="BLANK_1_1_1_1_1_1">
    <p:bg>
      <p:bgPr>
        <a:solidFill>
          <a:schemeClr val="accent5"/>
        </a:solidFill>
      </p:bgPr>
    </p:bg>
    <p:spTree>
      <p:nvGrpSpPr>
        <p:cNvPr id="2574" name="Shape 2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75" name="Google Shape;2575;p216"/>
          <p:cNvPicPr preferRelativeResize="0"/>
          <p:nvPr/>
        </p:nvPicPr>
        <p:blipFill rotWithShape="1">
          <a:blip r:embed="rId2">
            <a:alphaModFix amt="10000"/>
          </a:blip>
          <a:srcRect b="720" l="1068" r="19" t="592"/>
          <a:stretch/>
        </p:blipFill>
        <p:spPr>
          <a:xfrm>
            <a:off x="277425" y="277650"/>
            <a:ext cx="8588100" cy="4582500"/>
          </a:xfrm>
          <a:prstGeom prst="roundRect">
            <a:avLst>
              <a:gd fmla="val 13460" name="adj"/>
            </a:avLst>
          </a:prstGeom>
          <a:noFill/>
          <a:ln>
            <a:noFill/>
          </a:ln>
        </p:spPr>
      </p:pic>
      <p:sp>
        <p:nvSpPr>
          <p:cNvPr id="2576" name="Google Shape;2576;p216"/>
          <p:cNvSpPr txBox="1"/>
          <p:nvPr>
            <p:ph type="title"/>
          </p:nvPr>
        </p:nvSpPr>
        <p:spPr>
          <a:xfrm>
            <a:off x="625375" y="2731850"/>
            <a:ext cx="4034400" cy="1746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4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2577" name="Google Shape;2577;p216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1">
  <p:cSld name="BLANK_1_1_1_1_1_1_1_1_1_1_1">
    <p:bg>
      <p:bgPr>
        <a:solidFill>
          <a:schemeClr val="accent5"/>
        </a:solidFill>
      </p:bgPr>
    </p:bg>
    <p:spTree>
      <p:nvGrpSpPr>
        <p:cNvPr id="2578" name="Shape 2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9" name="Google Shape;2579;p217"/>
          <p:cNvSpPr txBox="1"/>
          <p:nvPr>
            <p:ph idx="1" type="subTitle"/>
          </p:nvPr>
        </p:nvSpPr>
        <p:spPr>
          <a:xfrm>
            <a:off x="4539825" y="3178291"/>
            <a:ext cx="4325700" cy="452700"/>
          </a:xfrm>
          <a:prstGeom prst="rect">
            <a:avLst/>
          </a:prstGeom>
        </p:spPr>
        <p:txBody>
          <a:bodyPr anchorCtr="0" anchor="b" bIns="91425" lIns="91425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580" name="Google Shape;2580;p217"/>
          <p:cNvSpPr txBox="1"/>
          <p:nvPr>
            <p:ph idx="2" type="subTitle"/>
          </p:nvPr>
        </p:nvSpPr>
        <p:spPr>
          <a:xfrm>
            <a:off x="4539825" y="3792808"/>
            <a:ext cx="4325700" cy="452700"/>
          </a:xfrm>
          <a:prstGeom prst="rect">
            <a:avLst/>
          </a:prstGeom>
        </p:spPr>
        <p:txBody>
          <a:bodyPr anchorCtr="0" anchor="b" bIns="91425" lIns="91425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581" name="Google Shape;2581;p217"/>
          <p:cNvSpPr txBox="1"/>
          <p:nvPr>
            <p:ph idx="3" type="subTitle"/>
          </p:nvPr>
        </p:nvSpPr>
        <p:spPr>
          <a:xfrm>
            <a:off x="4539825" y="4407325"/>
            <a:ext cx="4325700" cy="452700"/>
          </a:xfrm>
          <a:prstGeom prst="rect">
            <a:avLst/>
          </a:prstGeom>
        </p:spPr>
        <p:txBody>
          <a:bodyPr anchorCtr="0" anchor="b" bIns="91425" lIns="91425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582" name="Google Shape;2582;p217"/>
          <p:cNvSpPr txBox="1"/>
          <p:nvPr>
            <p:ph type="title"/>
          </p:nvPr>
        </p:nvSpPr>
        <p:spPr>
          <a:xfrm>
            <a:off x="277425" y="2056225"/>
            <a:ext cx="3541500" cy="2803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5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2583" name="Google Shape;2583;p217"/>
          <p:cNvSpPr txBox="1"/>
          <p:nvPr>
            <p:ph idx="4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584" name="Google Shape;2584;p217"/>
          <p:cNvSpPr txBox="1"/>
          <p:nvPr>
            <p:ph idx="5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585" name="Google Shape;2585;p217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1">
  <p:cSld name="CUSTOM_11">
    <p:bg>
      <p:bgPr>
        <a:solidFill>
          <a:schemeClr val="accent5"/>
        </a:solidFill>
      </p:bgPr>
    </p:bg>
    <p:spTree>
      <p:nvGrpSpPr>
        <p:cNvPr id="2586" name="Shape 2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7" name="Google Shape;2587;p218"/>
          <p:cNvSpPr/>
          <p:nvPr>
            <p:ph idx="2" type="pic"/>
          </p:nvPr>
        </p:nvSpPr>
        <p:spPr>
          <a:xfrm>
            <a:off x="7480825" y="734600"/>
            <a:ext cx="1383900" cy="1660200"/>
          </a:xfrm>
          <a:prstGeom prst="roundRect">
            <a:avLst>
              <a:gd fmla="val 11646" name="adj"/>
            </a:avLst>
          </a:prstGeom>
          <a:noFill/>
          <a:ln>
            <a:noFill/>
          </a:ln>
        </p:spPr>
      </p:sp>
      <p:sp>
        <p:nvSpPr>
          <p:cNvPr id="2588" name="Google Shape;2588;p218"/>
          <p:cNvSpPr/>
          <p:nvPr>
            <p:ph idx="3" type="pic"/>
          </p:nvPr>
        </p:nvSpPr>
        <p:spPr>
          <a:xfrm>
            <a:off x="7480825" y="2521175"/>
            <a:ext cx="1383900" cy="1879200"/>
          </a:xfrm>
          <a:prstGeom prst="roundRect">
            <a:avLst>
              <a:gd fmla="val 11646" name="adj"/>
            </a:avLst>
          </a:prstGeom>
          <a:noFill/>
          <a:ln>
            <a:noFill/>
          </a:ln>
        </p:spPr>
      </p:sp>
      <p:sp>
        <p:nvSpPr>
          <p:cNvPr id="2589" name="Google Shape;2589;p218"/>
          <p:cNvSpPr/>
          <p:nvPr>
            <p:ph idx="4" type="pic"/>
          </p:nvPr>
        </p:nvSpPr>
        <p:spPr>
          <a:xfrm>
            <a:off x="4665550" y="850900"/>
            <a:ext cx="2589300" cy="3433200"/>
          </a:xfrm>
          <a:prstGeom prst="roundRect">
            <a:avLst>
              <a:gd fmla="val 6330" name="adj"/>
            </a:avLst>
          </a:prstGeom>
          <a:noFill/>
          <a:ln>
            <a:noFill/>
          </a:ln>
        </p:spPr>
      </p:sp>
      <p:sp>
        <p:nvSpPr>
          <p:cNvPr id="2590" name="Google Shape;2590;p218"/>
          <p:cNvSpPr txBox="1"/>
          <p:nvPr>
            <p:ph type="title"/>
          </p:nvPr>
        </p:nvSpPr>
        <p:spPr>
          <a:xfrm>
            <a:off x="277500" y="2344250"/>
            <a:ext cx="2820600" cy="1023600"/>
          </a:xfrm>
          <a:prstGeom prst="rect">
            <a:avLst/>
          </a:prstGeom>
        </p:spPr>
        <p:txBody>
          <a:bodyPr anchorCtr="0" anchor="b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2591" name="Google Shape;2591;p218"/>
          <p:cNvSpPr txBox="1"/>
          <p:nvPr>
            <p:ph idx="5" type="title"/>
          </p:nvPr>
        </p:nvSpPr>
        <p:spPr>
          <a:xfrm>
            <a:off x="277500" y="3422542"/>
            <a:ext cx="2820600" cy="10236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2592" name="Google Shape;2592;p218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593" name="Google Shape;2593;p218"/>
          <p:cNvSpPr txBox="1"/>
          <p:nvPr>
            <p:ph idx="6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594" name="Google Shape;2594;p218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2">
  <p:cSld name="CUSTOM_11_1">
    <p:bg>
      <p:bgPr>
        <a:solidFill>
          <a:schemeClr val="accent5"/>
        </a:solidFill>
      </p:bgPr>
    </p:bg>
    <p:spTree>
      <p:nvGrpSpPr>
        <p:cNvPr id="2595" name="Shape 2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6" name="Google Shape;2596;p219"/>
          <p:cNvSpPr/>
          <p:nvPr/>
        </p:nvSpPr>
        <p:spPr>
          <a:xfrm>
            <a:off x="6107109" y="582300"/>
            <a:ext cx="2759400" cy="3586200"/>
          </a:xfrm>
          <a:prstGeom prst="roundRect">
            <a:avLst>
              <a:gd fmla="val 8677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597" name="Google Shape;2597;p219"/>
          <p:cNvSpPr/>
          <p:nvPr>
            <p:ph idx="2" type="pic"/>
          </p:nvPr>
        </p:nvSpPr>
        <p:spPr>
          <a:xfrm>
            <a:off x="6220309" y="696000"/>
            <a:ext cx="2532900" cy="3358800"/>
          </a:xfrm>
          <a:prstGeom prst="roundRect">
            <a:avLst>
              <a:gd fmla="val 7223" name="adj"/>
            </a:avLst>
          </a:prstGeom>
          <a:noFill/>
          <a:ln>
            <a:noFill/>
          </a:ln>
        </p:spPr>
      </p:sp>
      <p:sp>
        <p:nvSpPr>
          <p:cNvPr id="2598" name="Google Shape;2598;p219"/>
          <p:cNvSpPr txBox="1"/>
          <p:nvPr>
            <p:ph type="title"/>
          </p:nvPr>
        </p:nvSpPr>
        <p:spPr>
          <a:xfrm>
            <a:off x="277500" y="2344250"/>
            <a:ext cx="2820600" cy="1023600"/>
          </a:xfrm>
          <a:prstGeom prst="rect">
            <a:avLst/>
          </a:prstGeom>
        </p:spPr>
        <p:txBody>
          <a:bodyPr anchorCtr="0" anchor="b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2599" name="Google Shape;2599;p219"/>
          <p:cNvSpPr txBox="1"/>
          <p:nvPr>
            <p:ph idx="3" type="title"/>
          </p:nvPr>
        </p:nvSpPr>
        <p:spPr>
          <a:xfrm>
            <a:off x="277500" y="3422542"/>
            <a:ext cx="2820600" cy="10236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2600" name="Google Shape;2600;p219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601" name="Google Shape;2601;p219"/>
          <p:cNvSpPr txBox="1"/>
          <p:nvPr>
            <p:ph idx="4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602" name="Google Shape;2602;p219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eature">
  <p:cSld name="CUSTOM_11_1_1">
    <p:bg>
      <p:bgPr>
        <a:solidFill>
          <a:schemeClr val="accent5"/>
        </a:solidFill>
      </p:bgPr>
    </p:bg>
    <p:spTree>
      <p:nvGrpSpPr>
        <p:cNvPr id="2603" name="Shape 2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4" name="Google Shape;2604;p220"/>
          <p:cNvSpPr txBox="1"/>
          <p:nvPr>
            <p:ph type="title"/>
          </p:nvPr>
        </p:nvSpPr>
        <p:spPr>
          <a:xfrm>
            <a:off x="277500" y="2344250"/>
            <a:ext cx="2820600" cy="1023600"/>
          </a:xfrm>
          <a:prstGeom prst="rect">
            <a:avLst/>
          </a:prstGeom>
        </p:spPr>
        <p:txBody>
          <a:bodyPr anchorCtr="0" anchor="b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2605" name="Google Shape;2605;p220"/>
          <p:cNvSpPr txBox="1"/>
          <p:nvPr>
            <p:ph idx="2" type="title"/>
          </p:nvPr>
        </p:nvSpPr>
        <p:spPr>
          <a:xfrm>
            <a:off x="277500" y="3422542"/>
            <a:ext cx="2820600" cy="10236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2606" name="Google Shape;2606;p220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607" name="Google Shape;2607;p220"/>
          <p:cNvSpPr txBox="1"/>
          <p:nvPr>
            <p:ph idx="3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608" name="Google Shape;2608;p220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 - Alt 1">
  <p:cSld name="CUSTOM_12">
    <p:bg>
      <p:bgPr>
        <a:solidFill>
          <a:schemeClr val="accent5"/>
        </a:solidFill>
      </p:bgPr>
    </p:bg>
    <p:spTree>
      <p:nvGrpSpPr>
        <p:cNvPr id="2609" name="Shape 2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0" name="Google Shape;2610;p221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/>
        </p:txBody>
      </p:sp>
      <p:sp>
        <p:nvSpPr>
          <p:cNvPr id="2611" name="Google Shape;2611;p221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612" name="Google Shape;2612;p221"/>
          <p:cNvSpPr txBox="1"/>
          <p:nvPr>
            <p:ph idx="2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613" name="Google Shape;2613;p221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14" name="Google Shape;2614;p221"/>
          <p:cNvSpPr txBox="1"/>
          <p:nvPr>
            <p:ph idx="3" type="body"/>
          </p:nvPr>
        </p:nvSpPr>
        <p:spPr>
          <a:xfrm>
            <a:off x="4956525" y="3571875"/>
            <a:ext cx="3585000" cy="10980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2615" name="Google Shape;2615;p221"/>
          <p:cNvSpPr txBox="1"/>
          <p:nvPr>
            <p:ph idx="4" type="body"/>
          </p:nvPr>
        </p:nvSpPr>
        <p:spPr>
          <a:xfrm>
            <a:off x="389475" y="3571875"/>
            <a:ext cx="3585000" cy="10980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2616" name="Google Shape;2616;p221"/>
          <p:cNvSpPr txBox="1"/>
          <p:nvPr>
            <p:ph idx="5" type="subTitle"/>
          </p:nvPr>
        </p:nvSpPr>
        <p:spPr>
          <a:xfrm>
            <a:off x="479925" y="2730150"/>
            <a:ext cx="3220500" cy="50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617" name="Google Shape;2617;p221"/>
          <p:cNvSpPr txBox="1"/>
          <p:nvPr>
            <p:ph idx="6" type="subTitle"/>
          </p:nvPr>
        </p:nvSpPr>
        <p:spPr>
          <a:xfrm>
            <a:off x="4868275" y="2730150"/>
            <a:ext cx="3220500" cy="50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2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1">
  <p:cSld name="CUSTOM_13">
    <p:bg>
      <p:bgPr>
        <a:solidFill>
          <a:schemeClr val="accent5"/>
        </a:solidFill>
      </p:bgPr>
    </p:bg>
    <p:spTree>
      <p:nvGrpSpPr>
        <p:cNvPr id="2618" name="Shape 2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9" name="Google Shape;2619;p222"/>
          <p:cNvSpPr/>
          <p:nvPr>
            <p:ph idx="2" type="pic"/>
          </p:nvPr>
        </p:nvSpPr>
        <p:spPr>
          <a:xfrm>
            <a:off x="502800" y="2080575"/>
            <a:ext cx="603600" cy="603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620" name="Google Shape;2620;p222"/>
          <p:cNvSpPr/>
          <p:nvPr>
            <p:ph idx="3" type="pic"/>
          </p:nvPr>
        </p:nvSpPr>
        <p:spPr>
          <a:xfrm>
            <a:off x="6334750" y="2080575"/>
            <a:ext cx="603600" cy="603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621" name="Google Shape;2621;p222"/>
          <p:cNvSpPr/>
          <p:nvPr>
            <p:ph idx="4" type="pic"/>
          </p:nvPr>
        </p:nvSpPr>
        <p:spPr>
          <a:xfrm>
            <a:off x="3418775" y="2080550"/>
            <a:ext cx="603600" cy="603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622" name="Google Shape;2622;p222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/>
        </p:txBody>
      </p:sp>
      <p:sp>
        <p:nvSpPr>
          <p:cNvPr id="2623" name="Google Shape;2623;p222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624" name="Google Shape;2624;p222"/>
          <p:cNvSpPr txBox="1"/>
          <p:nvPr>
            <p:ph idx="5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625" name="Google Shape;2625;p222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26" name="Google Shape;2626;p222"/>
          <p:cNvSpPr txBox="1"/>
          <p:nvPr>
            <p:ph idx="6" type="body"/>
          </p:nvPr>
        </p:nvSpPr>
        <p:spPr>
          <a:xfrm>
            <a:off x="480250" y="3608000"/>
            <a:ext cx="2386500" cy="10980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2627" name="Google Shape;2627;p222"/>
          <p:cNvSpPr txBox="1"/>
          <p:nvPr>
            <p:ph idx="7" type="body"/>
          </p:nvPr>
        </p:nvSpPr>
        <p:spPr>
          <a:xfrm>
            <a:off x="3422476" y="3608000"/>
            <a:ext cx="2386500" cy="10980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2628" name="Google Shape;2628;p222"/>
          <p:cNvSpPr txBox="1"/>
          <p:nvPr>
            <p:ph idx="8" type="body"/>
          </p:nvPr>
        </p:nvSpPr>
        <p:spPr>
          <a:xfrm>
            <a:off x="6326625" y="3608000"/>
            <a:ext cx="2317200" cy="10980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2629" name="Google Shape;2629;p222"/>
          <p:cNvSpPr txBox="1"/>
          <p:nvPr>
            <p:ph idx="9" type="subTitle"/>
          </p:nvPr>
        </p:nvSpPr>
        <p:spPr>
          <a:xfrm>
            <a:off x="480251" y="2861025"/>
            <a:ext cx="2386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630" name="Google Shape;2630;p222"/>
          <p:cNvSpPr txBox="1"/>
          <p:nvPr>
            <p:ph idx="13" type="subTitle"/>
          </p:nvPr>
        </p:nvSpPr>
        <p:spPr>
          <a:xfrm>
            <a:off x="3422476" y="2861025"/>
            <a:ext cx="2386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631" name="Google Shape;2631;p222"/>
          <p:cNvSpPr txBox="1"/>
          <p:nvPr>
            <p:ph idx="14" type="subTitle"/>
          </p:nvPr>
        </p:nvSpPr>
        <p:spPr>
          <a:xfrm>
            <a:off x="6328801" y="2861025"/>
            <a:ext cx="2386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2">
  <p:cSld name="CUSTOM_13_1">
    <p:bg>
      <p:bgPr>
        <a:solidFill>
          <a:schemeClr val="accent5"/>
        </a:solidFill>
      </p:bgPr>
    </p:bg>
    <p:spTree>
      <p:nvGrpSpPr>
        <p:cNvPr id="2632" name="Shape 2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3" name="Google Shape;2633;p223"/>
          <p:cNvSpPr/>
          <p:nvPr>
            <p:ph idx="2" type="pic"/>
          </p:nvPr>
        </p:nvSpPr>
        <p:spPr>
          <a:xfrm>
            <a:off x="4644850" y="1299225"/>
            <a:ext cx="1037700" cy="1056300"/>
          </a:xfrm>
          <a:prstGeom prst="roundRect">
            <a:avLst>
              <a:gd fmla="val 12807" name="adj"/>
            </a:avLst>
          </a:prstGeom>
          <a:noFill/>
          <a:ln>
            <a:noFill/>
          </a:ln>
        </p:spPr>
      </p:sp>
      <p:sp>
        <p:nvSpPr>
          <p:cNvPr id="2634" name="Google Shape;2634;p223"/>
          <p:cNvSpPr/>
          <p:nvPr>
            <p:ph idx="3" type="pic"/>
          </p:nvPr>
        </p:nvSpPr>
        <p:spPr>
          <a:xfrm>
            <a:off x="4644850" y="3642825"/>
            <a:ext cx="1037700" cy="1056300"/>
          </a:xfrm>
          <a:prstGeom prst="roundRect">
            <a:avLst>
              <a:gd fmla="val 12807" name="adj"/>
            </a:avLst>
          </a:prstGeom>
          <a:noFill/>
          <a:ln>
            <a:noFill/>
          </a:ln>
        </p:spPr>
      </p:sp>
      <p:sp>
        <p:nvSpPr>
          <p:cNvPr id="2635" name="Google Shape;2635;p223"/>
          <p:cNvSpPr/>
          <p:nvPr>
            <p:ph idx="4" type="pic"/>
          </p:nvPr>
        </p:nvSpPr>
        <p:spPr>
          <a:xfrm>
            <a:off x="7828875" y="2471025"/>
            <a:ext cx="1037700" cy="1056300"/>
          </a:xfrm>
          <a:prstGeom prst="roundRect">
            <a:avLst>
              <a:gd fmla="val 12807" name="adj"/>
            </a:avLst>
          </a:prstGeom>
          <a:noFill/>
          <a:ln>
            <a:noFill/>
          </a:ln>
        </p:spPr>
      </p:sp>
      <p:sp>
        <p:nvSpPr>
          <p:cNvPr id="2636" name="Google Shape;2636;p223"/>
          <p:cNvSpPr/>
          <p:nvPr>
            <p:ph idx="5" type="pic"/>
          </p:nvPr>
        </p:nvSpPr>
        <p:spPr>
          <a:xfrm>
            <a:off x="373175" y="1147525"/>
            <a:ext cx="3579900" cy="3607500"/>
          </a:xfrm>
          <a:prstGeom prst="roundRect">
            <a:avLst>
              <a:gd fmla="val 11548" name="adj"/>
            </a:avLst>
          </a:prstGeom>
          <a:noFill/>
          <a:ln>
            <a:noFill/>
          </a:ln>
        </p:spPr>
      </p:sp>
      <p:sp>
        <p:nvSpPr>
          <p:cNvPr id="2637" name="Google Shape;2637;p223"/>
          <p:cNvSpPr txBox="1"/>
          <p:nvPr>
            <p:ph type="title"/>
          </p:nvPr>
        </p:nvSpPr>
        <p:spPr>
          <a:xfrm>
            <a:off x="277500" y="416250"/>
            <a:ext cx="8589000" cy="6267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/>
        </p:txBody>
      </p:sp>
      <p:sp>
        <p:nvSpPr>
          <p:cNvPr id="2638" name="Google Shape;2638;p223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639" name="Google Shape;2639;p223"/>
          <p:cNvSpPr txBox="1"/>
          <p:nvPr>
            <p:ph idx="6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640" name="Google Shape;2640;p223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41" name="Google Shape;2641;p223"/>
          <p:cNvSpPr txBox="1"/>
          <p:nvPr>
            <p:ph idx="7" type="title"/>
          </p:nvPr>
        </p:nvSpPr>
        <p:spPr>
          <a:xfrm>
            <a:off x="6033800" y="1539375"/>
            <a:ext cx="2477400" cy="234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2642" name="Google Shape;2642;p223"/>
          <p:cNvSpPr txBox="1"/>
          <p:nvPr>
            <p:ph idx="8" type="title"/>
          </p:nvPr>
        </p:nvSpPr>
        <p:spPr>
          <a:xfrm>
            <a:off x="6033800" y="1808625"/>
            <a:ext cx="2832600" cy="525600"/>
          </a:xfrm>
          <a:prstGeom prst="rect">
            <a:avLst/>
          </a:prstGeom>
        </p:spPr>
        <p:txBody>
          <a:bodyPr anchorCtr="0" anchor="t" bIns="182875" lIns="0" spcFirstLastPara="1" rIns="18287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2643" name="Google Shape;2643;p223"/>
          <p:cNvSpPr txBox="1"/>
          <p:nvPr>
            <p:ph idx="9" type="title"/>
          </p:nvPr>
        </p:nvSpPr>
        <p:spPr>
          <a:xfrm>
            <a:off x="4869750" y="2711175"/>
            <a:ext cx="2477400" cy="234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2644" name="Google Shape;2644;p223"/>
          <p:cNvSpPr txBox="1"/>
          <p:nvPr>
            <p:ph idx="13" type="title"/>
          </p:nvPr>
        </p:nvSpPr>
        <p:spPr>
          <a:xfrm>
            <a:off x="4869750" y="2980425"/>
            <a:ext cx="2832600" cy="525600"/>
          </a:xfrm>
          <a:prstGeom prst="rect">
            <a:avLst/>
          </a:prstGeom>
        </p:spPr>
        <p:txBody>
          <a:bodyPr anchorCtr="0" anchor="t" bIns="182875" lIns="0" spcFirstLastPara="1" rIns="18287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2645" name="Google Shape;2645;p223"/>
          <p:cNvSpPr txBox="1"/>
          <p:nvPr>
            <p:ph idx="14" type="title"/>
          </p:nvPr>
        </p:nvSpPr>
        <p:spPr>
          <a:xfrm>
            <a:off x="6033800" y="3882975"/>
            <a:ext cx="2477400" cy="234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2646" name="Google Shape;2646;p223"/>
          <p:cNvSpPr txBox="1"/>
          <p:nvPr>
            <p:ph idx="15" type="title"/>
          </p:nvPr>
        </p:nvSpPr>
        <p:spPr>
          <a:xfrm>
            <a:off x="6033800" y="4152225"/>
            <a:ext cx="2832600" cy="525600"/>
          </a:xfrm>
          <a:prstGeom prst="rect">
            <a:avLst/>
          </a:prstGeom>
        </p:spPr>
        <p:txBody>
          <a:bodyPr anchorCtr="0" anchor="t" bIns="182875" lIns="0" spcFirstLastPara="1" rIns="18287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1">
  <p:cSld name="CUSTOM_14">
    <p:bg>
      <p:bgPr>
        <a:solidFill>
          <a:schemeClr val="accent5"/>
        </a:solidFill>
      </p:bgPr>
    </p:bg>
    <p:spTree>
      <p:nvGrpSpPr>
        <p:cNvPr id="2647" name="Shape 2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8" name="Google Shape;2648;p224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/>
        </p:txBody>
      </p:sp>
      <p:sp>
        <p:nvSpPr>
          <p:cNvPr id="2649" name="Google Shape;2649;p224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650" name="Google Shape;2650;p224"/>
          <p:cNvSpPr txBox="1"/>
          <p:nvPr>
            <p:ph idx="2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651" name="Google Shape;2651;p224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52" name="Google Shape;2652;p224"/>
          <p:cNvSpPr txBox="1"/>
          <p:nvPr>
            <p:ph idx="3" type="body"/>
          </p:nvPr>
        </p:nvSpPr>
        <p:spPr>
          <a:xfrm>
            <a:off x="2266900" y="3184400"/>
            <a:ext cx="1304700" cy="12978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2653" name="Google Shape;2653;p224"/>
          <p:cNvSpPr txBox="1"/>
          <p:nvPr>
            <p:ph idx="4" type="body"/>
          </p:nvPr>
        </p:nvSpPr>
        <p:spPr>
          <a:xfrm>
            <a:off x="4006850" y="3184400"/>
            <a:ext cx="1304700" cy="12978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2654" name="Google Shape;2654;p224"/>
          <p:cNvSpPr txBox="1"/>
          <p:nvPr>
            <p:ph idx="5" type="body"/>
          </p:nvPr>
        </p:nvSpPr>
        <p:spPr>
          <a:xfrm>
            <a:off x="5748200" y="3184400"/>
            <a:ext cx="1304700" cy="12978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2655" name="Google Shape;2655;p224"/>
          <p:cNvSpPr txBox="1"/>
          <p:nvPr>
            <p:ph idx="6" type="body"/>
          </p:nvPr>
        </p:nvSpPr>
        <p:spPr>
          <a:xfrm>
            <a:off x="7450750" y="3184400"/>
            <a:ext cx="1304700" cy="12978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2656" name="Google Shape;2656;p224"/>
          <p:cNvSpPr txBox="1"/>
          <p:nvPr>
            <p:ph idx="7" type="subTitle"/>
          </p:nvPr>
        </p:nvSpPr>
        <p:spPr>
          <a:xfrm>
            <a:off x="2267000" y="2419500"/>
            <a:ext cx="1304700" cy="555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657" name="Google Shape;2657;p224"/>
          <p:cNvSpPr txBox="1"/>
          <p:nvPr>
            <p:ph idx="8" type="subTitle"/>
          </p:nvPr>
        </p:nvSpPr>
        <p:spPr>
          <a:xfrm>
            <a:off x="4006850" y="2419500"/>
            <a:ext cx="1304700" cy="555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658" name="Google Shape;2658;p224"/>
          <p:cNvSpPr txBox="1"/>
          <p:nvPr>
            <p:ph idx="9" type="subTitle"/>
          </p:nvPr>
        </p:nvSpPr>
        <p:spPr>
          <a:xfrm>
            <a:off x="5747500" y="2419500"/>
            <a:ext cx="1304700" cy="555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659" name="Google Shape;2659;p224"/>
          <p:cNvSpPr txBox="1"/>
          <p:nvPr>
            <p:ph idx="13" type="subTitle"/>
          </p:nvPr>
        </p:nvSpPr>
        <p:spPr>
          <a:xfrm>
            <a:off x="7488850" y="2419500"/>
            <a:ext cx="1304700" cy="555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title and image">
  <p:cSld name="CUSTOM_15">
    <p:bg>
      <p:bgPr>
        <a:solidFill>
          <a:schemeClr val="accent5"/>
        </a:solidFill>
      </p:bgPr>
    </p:bg>
    <p:spTree>
      <p:nvGrpSpPr>
        <p:cNvPr id="2660" name="Shape 2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1" name="Google Shape;2661;p225"/>
          <p:cNvSpPr txBox="1"/>
          <p:nvPr>
            <p:ph type="title"/>
          </p:nvPr>
        </p:nvSpPr>
        <p:spPr>
          <a:xfrm>
            <a:off x="5321925" y="506100"/>
            <a:ext cx="3544500" cy="5793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2662" name="Google Shape;2662;p225"/>
          <p:cNvSpPr/>
          <p:nvPr>
            <p:ph idx="2" type="pic"/>
          </p:nvPr>
        </p:nvSpPr>
        <p:spPr>
          <a:xfrm>
            <a:off x="392100" y="411300"/>
            <a:ext cx="4297500" cy="4333200"/>
          </a:xfrm>
          <a:prstGeom prst="roundRect">
            <a:avLst>
              <a:gd fmla="val 12298" name="adj"/>
            </a:avLst>
          </a:prstGeom>
          <a:noFill/>
          <a:ln>
            <a:noFill/>
          </a:ln>
        </p:spPr>
      </p:sp>
      <p:sp>
        <p:nvSpPr>
          <p:cNvPr id="2663" name="Google Shape;2663;p225"/>
          <p:cNvSpPr txBox="1"/>
          <p:nvPr>
            <p:ph idx="1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664" name="Google Shape;2664;p225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storyboards ">
  <p:cSld name="CUSTOM_17_1">
    <p:bg>
      <p:bgPr>
        <a:solidFill>
          <a:schemeClr val="accent5"/>
        </a:solidFill>
      </p:bgPr>
    </p:bg>
    <p:spTree>
      <p:nvGrpSpPr>
        <p:cNvPr id="2665" name="Shape 2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6" name="Google Shape;2666;p226"/>
          <p:cNvSpPr txBox="1"/>
          <p:nvPr>
            <p:ph idx="1" type="subTitle"/>
          </p:nvPr>
        </p:nvSpPr>
        <p:spPr>
          <a:xfrm>
            <a:off x="277500" y="4025940"/>
            <a:ext cx="1759200" cy="2901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1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667" name="Google Shape;2667;p226"/>
          <p:cNvSpPr/>
          <p:nvPr>
            <p:ph idx="2" type="pic"/>
          </p:nvPr>
        </p:nvSpPr>
        <p:spPr>
          <a:xfrm>
            <a:off x="289100" y="1685250"/>
            <a:ext cx="1751100" cy="1773000"/>
          </a:xfrm>
          <a:prstGeom prst="roundRect">
            <a:avLst>
              <a:gd fmla="val 11894" name="adj"/>
            </a:avLst>
          </a:prstGeom>
          <a:noFill/>
          <a:ln>
            <a:noFill/>
          </a:ln>
        </p:spPr>
      </p:sp>
      <p:sp>
        <p:nvSpPr>
          <p:cNvPr id="2668" name="Google Shape;2668;p226"/>
          <p:cNvSpPr/>
          <p:nvPr>
            <p:ph idx="3" type="pic"/>
          </p:nvPr>
        </p:nvSpPr>
        <p:spPr>
          <a:xfrm>
            <a:off x="2152200" y="1685250"/>
            <a:ext cx="1751100" cy="1773000"/>
          </a:xfrm>
          <a:prstGeom prst="roundRect">
            <a:avLst>
              <a:gd fmla="val 11894" name="adj"/>
            </a:avLst>
          </a:prstGeom>
          <a:noFill/>
          <a:ln>
            <a:noFill/>
          </a:ln>
        </p:spPr>
      </p:sp>
      <p:sp>
        <p:nvSpPr>
          <p:cNvPr id="2669" name="Google Shape;2669;p226"/>
          <p:cNvSpPr/>
          <p:nvPr>
            <p:ph idx="4" type="pic"/>
          </p:nvPr>
        </p:nvSpPr>
        <p:spPr>
          <a:xfrm>
            <a:off x="4015300" y="1685250"/>
            <a:ext cx="1751100" cy="1773000"/>
          </a:xfrm>
          <a:prstGeom prst="roundRect">
            <a:avLst>
              <a:gd fmla="val 11894" name="adj"/>
            </a:avLst>
          </a:prstGeom>
          <a:noFill/>
          <a:ln>
            <a:noFill/>
          </a:ln>
        </p:spPr>
      </p:sp>
      <p:sp>
        <p:nvSpPr>
          <p:cNvPr id="2670" name="Google Shape;2670;p226"/>
          <p:cNvSpPr/>
          <p:nvPr>
            <p:ph idx="5" type="pic"/>
          </p:nvPr>
        </p:nvSpPr>
        <p:spPr>
          <a:xfrm>
            <a:off x="5866250" y="1685250"/>
            <a:ext cx="1751100" cy="1773000"/>
          </a:xfrm>
          <a:prstGeom prst="roundRect">
            <a:avLst>
              <a:gd fmla="val 11894" name="adj"/>
            </a:avLst>
          </a:prstGeom>
          <a:noFill/>
          <a:ln>
            <a:noFill/>
          </a:ln>
        </p:spPr>
      </p:sp>
      <p:sp>
        <p:nvSpPr>
          <p:cNvPr id="2671" name="Google Shape;2671;p226"/>
          <p:cNvSpPr txBox="1"/>
          <p:nvPr>
            <p:ph idx="6" type="body"/>
          </p:nvPr>
        </p:nvSpPr>
        <p:spPr>
          <a:xfrm>
            <a:off x="277500" y="4361380"/>
            <a:ext cx="1759200" cy="4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800"/>
            </a:lvl1pPr>
            <a:lvl2pPr indent="-28575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2672" name="Google Shape;2672;p226"/>
          <p:cNvSpPr txBox="1"/>
          <p:nvPr>
            <p:ph idx="7" type="subTitle"/>
          </p:nvPr>
        </p:nvSpPr>
        <p:spPr>
          <a:xfrm>
            <a:off x="2148150" y="4025940"/>
            <a:ext cx="1759200" cy="2901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1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673" name="Google Shape;2673;p226"/>
          <p:cNvSpPr txBox="1"/>
          <p:nvPr>
            <p:ph idx="8" type="body"/>
          </p:nvPr>
        </p:nvSpPr>
        <p:spPr>
          <a:xfrm>
            <a:off x="2148150" y="4361380"/>
            <a:ext cx="1759200" cy="4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800"/>
            </a:lvl1pPr>
            <a:lvl2pPr indent="-28575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/>
            </a:lvl2pPr>
            <a:lvl3pPr indent="-28575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 sz="900"/>
            </a:lvl3pPr>
            <a:lvl4pPr indent="-28575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900"/>
            </a:lvl4pPr>
            <a:lvl5pPr indent="-28575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/>
            </a:lvl5pPr>
            <a:lvl6pPr indent="-28575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 sz="900"/>
            </a:lvl6pPr>
            <a:lvl7pPr indent="-28575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900"/>
            </a:lvl7pPr>
            <a:lvl8pPr indent="-28575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/>
            </a:lvl8pPr>
            <a:lvl9pPr indent="-28575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900"/>
              <a:buChar char="■"/>
              <a:defRPr sz="900"/>
            </a:lvl9pPr>
          </a:lstStyle>
          <a:p/>
        </p:txBody>
      </p:sp>
      <p:sp>
        <p:nvSpPr>
          <p:cNvPr id="2674" name="Google Shape;2674;p226"/>
          <p:cNvSpPr txBox="1"/>
          <p:nvPr>
            <p:ph idx="9" type="subTitle"/>
          </p:nvPr>
        </p:nvSpPr>
        <p:spPr>
          <a:xfrm>
            <a:off x="4018800" y="4025940"/>
            <a:ext cx="1759200" cy="2901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1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675" name="Google Shape;2675;p226"/>
          <p:cNvSpPr txBox="1"/>
          <p:nvPr>
            <p:ph idx="13" type="body"/>
          </p:nvPr>
        </p:nvSpPr>
        <p:spPr>
          <a:xfrm>
            <a:off x="4018800" y="4361380"/>
            <a:ext cx="1759200" cy="4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800"/>
            </a:lvl1pPr>
            <a:lvl2pPr indent="-28575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/>
            </a:lvl2pPr>
            <a:lvl3pPr indent="-28575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 sz="900"/>
            </a:lvl3pPr>
            <a:lvl4pPr indent="-28575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900"/>
            </a:lvl4pPr>
            <a:lvl5pPr indent="-28575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/>
            </a:lvl5pPr>
            <a:lvl6pPr indent="-28575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 sz="900"/>
            </a:lvl6pPr>
            <a:lvl7pPr indent="-28575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900"/>
            </a:lvl7pPr>
            <a:lvl8pPr indent="-28575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/>
            </a:lvl8pPr>
            <a:lvl9pPr indent="-28575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900"/>
              <a:buChar char="■"/>
              <a:defRPr sz="900"/>
            </a:lvl9pPr>
          </a:lstStyle>
          <a:p/>
        </p:txBody>
      </p:sp>
      <p:sp>
        <p:nvSpPr>
          <p:cNvPr id="2676" name="Google Shape;2676;p226"/>
          <p:cNvSpPr txBox="1"/>
          <p:nvPr>
            <p:ph idx="14" type="subTitle"/>
          </p:nvPr>
        </p:nvSpPr>
        <p:spPr>
          <a:xfrm>
            <a:off x="5853650" y="4025940"/>
            <a:ext cx="1759200" cy="2901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1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677" name="Google Shape;2677;p226"/>
          <p:cNvSpPr txBox="1"/>
          <p:nvPr>
            <p:ph idx="15" type="body"/>
          </p:nvPr>
        </p:nvSpPr>
        <p:spPr>
          <a:xfrm>
            <a:off x="5853650" y="4361380"/>
            <a:ext cx="1759200" cy="4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800"/>
            </a:lvl1pPr>
            <a:lvl2pPr indent="-28575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/>
            </a:lvl2pPr>
            <a:lvl3pPr indent="-28575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 sz="900"/>
            </a:lvl3pPr>
            <a:lvl4pPr indent="-28575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900"/>
            </a:lvl4pPr>
            <a:lvl5pPr indent="-28575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/>
            </a:lvl5pPr>
            <a:lvl6pPr indent="-28575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 sz="900"/>
            </a:lvl6pPr>
            <a:lvl7pPr indent="-28575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900"/>
            </a:lvl7pPr>
            <a:lvl8pPr indent="-28575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/>
            </a:lvl8pPr>
            <a:lvl9pPr indent="-28575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900"/>
              <a:buChar char="■"/>
              <a:defRPr sz="900"/>
            </a:lvl9pPr>
          </a:lstStyle>
          <a:p/>
        </p:txBody>
      </p:sp>
      <p:sp>
        <p:nvSpPr>
          <p:cNvPr id="2678" name="Google Shape;2678;p226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/>
        </p:txBody>
      </p:sp>
      <p:sp>
        <p:nvSpPr>
          <p:cNvPr id="2679" name="Google Shape;2679;p226"/>
          <p:cNvSpPr txBox="1"/>
          <p:nvPr>
            <p:ph idx="16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680" name="Google Shape;2680;p226"/>
          <p:cNvSpPr txBox="1"/>
          <p:nvPr>
            <p:ph idx="17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681" name="Google Shape;2681;p226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 - Alt 1">
  <p:cSld name="BLANK_1_1_1_1_1_1_1_1_1_1_1_1_1_1_1_1">
    <p:bg>
      <p:bgPr>
        <a:solidFill>
          <a:schemeClr val="accent5"/>
        </a:solidFill>
      </p:bgPr>
    </p:bg>
    <p:spTree>
      <p:nvGrpSpPr>
        <p:cNvPr id="2682" name="Shape 2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3" name="Google Shape;2683;p227"/>
          <p:cNvSpPr/>
          <p:nvPr>
            <p:ph idx="2" type="pic"/>
          </p:nvPr>
        </p:nvSpPr>
        <p:spPr>
          <a:xfrm>
            <a:off x="392100" y="411300"/>
            <a:ext cx="4915800" cy="4333200"/>
          </a:xfrm>
          <a:prstGeom prst="roundRect">
            <a:avLst>
              <a:gd fmla="val 11160" name="adj"/>
            </a:avLst>
          </a:prstGeom>
          <a:noFill/>
          <a:ln>
            <a:noFill/>
          </a:ln>
        </p:spPr>
      </p:sp>
      <p:sp>
        <p:nvSpPr>
          <p:cNvPr id="2684" name="Google Shape;2684;p227"/>
          <p:cNvSpPr txBox="1"/>
          <p:nvPr>
            <p:ph type="title"/>
          </p:nvPr>
        </p:nvSpPr>
        <p:spPr>
          <a:xfrm>
            <a:off x="6045100" y="2344250"/>
            <a:ext cx="2820600" cy="1023600"/>
          </a:xfrm>
          <a:prstGeom prst="rect">
            <a:avLst/>
          </a:prstGeom>
        </p:spPr>
        <p:txBody>
          <a:bodyPr anchorCtr="0" anchor="b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2685" name="Google Shape;2685;p227"/>
          <p:cNvSpPr txBox="1"/>
          <p:nvPr>
            <p:ph idx="3" type="title"/>
          </p:nvPr>
        </p:nvSpPr>
        <p:spPr>
          <a:xfrm>
            <a:off x="6045100" y="3422542"/>
            <a:ext cx="2820600" cy="10236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2686" name="Google Shape;2686;p227"/>
          <p:cNvSpPr txBox="1"/>
          <p:nvPr>
            <p:ph idx="1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687" name="Google Shape;2687;p227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2653">
          <p15:clr>
            <a:srgbClr val="E46962"/>
          </p15:clr>
        </p15:guide>
      </p15:sldGuideLst>
    </p:ext>
  </p:extLst>
</p:sldLayout>
</file>

<file path=ppt/slideLayouts/slideLayout2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etitor characteristics">
  <p:cSld name="CUSTOM_19_2">
    <p:bg>
      <p:bgPr>
        <a:solidFill>
          <a:schemeClr val="accent5"/>
        </a:solidFill>
      </p:bgPr>
    </p:bg>
    <p:spTree>
      <p:nvGrpSpPr>
        <p:cNvPr id="2688" name="Shape 2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9" name="Google Shape;2689;p228"/>
          <p:cNvSpPr/>
          <p:nvPr/>
        </p:nvSpPr>
        <p:spPr>
          <a:xfrm>
            <a:off x="6766675" y="282250"/>
            <a:ext cx="2099700" cy="3008100"/>
          </a:xfrm>
          <a:prstGeom prst="roundRect">
            <a:avLst>
              <a:gd fmla="val 11954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690" name="Google Shape;2690;p228"/>
          <p:cNvSpPr/>
          <p:nvPr/>
        </p:nvSpPr>
        <p:spPr>
          <a:xfrm>
            <a:off x="277425" y="3414025"/>
            <a:ext cx="3513600" cy="1447800"/>
          </a:xfrm>
          <a:prstGeom prst="roundRect">
            <a:avLst>
              <a:gd fmla="val 15670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691" name="Google Shape;2691;p228"/>
          <p:cNvSpPr/>
          <p:nvPr/>
        </p:nvSpPr>
        <p:spPr>
          <a:xfrm>
            <a:off x="5298000" y="1843500"/>
            <a:ext cx="1350600" cy="1447800"/>
          </a:xfrm>
          <a:prstGeom prst="roundRect">
            <a:avLst>
              <a:gd fmla="val 20704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t/>
            </a:r>
            <a:endParaRPr sz="1700">
              <a:solidFill>
                <a:schemeClr val="lt2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692" name="Google Shape;2692;p228"/>
          <p:cNvSpPr/>
          <p:nvPr/>
        </p:nvSpPr>
        <p:spPr>
          <a:xfrm rot="-5400000">
            <a:off x="5577475" y="2049100"/>
            <a:ext cx="566700" cy="867300"/>
          </a:xfrm>
          <a:prstGeom prst="round2SameRect">
            <a:avLst>
              <a:gd fmla="val 49749" name="adj1"/>
              <a:gd fmla="val 0" name="adj2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693" name="Google Shape;2693;p228"/>
          <p:cNvSpPr/>
          <p:nvPr/>
        </p:nvSpPr>
        <p:spPr>
          <a:xfrm>
            <a:off x="5426850" y="2194075"/>
            <a:ext cx="1092900" cy="5736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chemeClr val="lt2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694" name="Google Shape;2694;p228"/>
          <p:cNvSpPr/>
          <p:nvPr>
            <p:ph idx="2" type="pic"/>
          </p:nvPr>
        </p:nvSpPr>
        <p:spPr>
          <a:xfrm>
            <a:off x="3910200" y="3408075"/>
            <a:ext cx="3486300" cy="1447800"/>
          </a:xfrm>
          <a:prstGeom prst="roundRect">
            <a:avLst>
              <a:gd fmla="val 16397" name="adj"/>
            </a:avLst>
          </a:prstGeom>
          <a:noFill/>
          <a:ln>
            <a:noFill/>
          </a:ln>
        </p:spPr>
      </p:sp>
      <p:sp>
        <p:nvSpPr>
          <p:cNvPr id="2695" name="Google Shape;2695;p228"/>
          <p:cNvSpPr/>
          <p:nvPr>
            <p:ph idx="3" type="pic"/>
          </p:nvPr>
        </p:nvSpPr>
        <p:spPr>
          <a:xfrm>
            <a:off x="277500" y="277500"/>
            <a:ext cx="2765700" cy="3013800"/>
          </a:xfrm>
          <a:prstGeom prst="roundRect">
            <a:avLst>
              <a:gd fmla="val 8721" name="adj"/>
            </a:avLst>
          </a:prstGeom>
          <a:noFill/>
          <a:ln>
            <a:noFill/>
          </a:ln>
        </p:spPr>
      </p:sp>
      <p:sp>
        <p:nvSpPr>
          <p:cNvPr id="2696" name="Google Shape;2696;p228"/>
          <p:cNvSpPr/>
          <p:nvPr>
            <p:ph idx="4" type="pic"/>
          </p:nvPr>
        </p:nvSpPr>
        <p:spPr>
          <a:xfrm>
            <a:off x="3161225" y="277500"/>
            <a:ext cx="1350600" cy="1447800"/>
          </a:xfrm>
          <a:prstGeom prst="roundRect">
            <a:avLst>
              <a:gd fmla="val 15267" name="adj"/>
            </a:avLst>
          </a:prstGeom>
          <a:noFill/>
          <a:ln>
            <a:noFill/>
          </a:ln>
        </p:spPr>
      </p:sp>
      <p:sp>
        <p:nvSpPr>
          <p:cNvPr id="2697" name="Google Shape;2697;p228"/>
          <p:cNvSpPr/>
          <p:nvPr>
            <p:ph idx="5" type="pic"/>
          </p:nvPr>
        </p:nvSpPr>
        <p:spPr>
          <a:xfrm>
            <a:off x="6883575" y="399550"/>
            <a:ext cx="1866000" cy="2775000"/>
          </a:xfrm>
          <a:prstGeom prst="roundRect">
            <a:avLst>
              <a:gd fmla="val 9097" name="adj"/>
            </a:avLst>
          </a:prstGeom>
          <a:noFill/>
          <a:ln>
            <a:noFill/>
          </a:ln>
        </p:spPr>
      </p:sp>
      <p:sp>
        <p:nvSpPr>
          <p:cNvPr id="2698" name="Google Shape;2698;p228"/>
          <p:cNvSpPr/>
          <p:nvPr>
            <p:ph idx="6" type="pic"/>
          </p:nvPr>
        </p:nvSpPr>
        <p:spPr>
          <a:xfrm>
            <a:off x="7516025" y="3407700"/>
            <a:ext cx="1350600" cy="1447800"/>
          </a:xfrm>
          <a:prstGeom prst="roundRect">
            <a:avLst>
              <a:gd fmla="val 16397" name="adj"/>
            </a:avLst>
          </a:prstGeom>
          <a:noFill/>
          <a:ln>
            <a:noFill/>
          </a:ln>
        </p:spPr>
      </p:sp>
      <p:sp>
        <p:nvSpPr>
          <p:cNvPr id="2699" name="Google Shape;2699;p228"/>
          <p:cNvSpPr/>
          <p:nvPr>
            <p:ph idx="7" type="pic"/>
          </p:nvPr>
        </p:nvSpPr>
        <p:spPr>
          <a:xfrm>
            <a:off x="394425" y="3528475"/>
            <a:ext cx="3279600" cy="1218900"/>
          </a:xfrm>
          <a:prstGeom prst="roundRect">
            <a:avLst>
              <a:gd fmla="val 11412" name="adj"/>
            </a:avLst>
          </a:prstGeom>
          <a:noFill/>
          <a:ln>
            <a:noFill/>
          </a:ln>
        </p:spPr>
      </p:sp>
      <p:sp>
        <p:nvSpPr>
          <p:cNvPr id="2700" name="Google Shape;2700;p228"/>
          <p:cNvSpPr/>
          <p:nvPr/>
        </p:nvSpPr>
        <p:spPr>
          <a:xfrm>
            <a:off x="3161225" y="1842600"/>
            <a:ext cx="2018700" cy="144780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701" name="Google Shape;2701;p228"/>
          <p:cNvSpPr/>
          <p:nvPr/>
        </p:nvSpPr>
        <p:spPr>
          <a:xfrm>
            <a:off x="4629850" y="279301"/>
            <a:ext cx="2018700" cy="1447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cxnSp>
        <p:nvCxnSpPr>
          <p:cNvPr id="2702" name="Google Shape;2702;p228"/>
          <p:cNvCxnSpPr>
            <a:stCxn id="2700" idx="1"/>
            <a:endCxn id="2700" idx="3"/>
          </p:cNvCxnSpPr>
          <p:nvPr/>
        </p:nvCxnSpPr>
        <p:spPr>
          <a:xfrm>
            <a:off x="3161225" y="2566500"/>
            <a:ext cx="2018700" cy="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03" name="Google Shape;2703;p228"/>
          <p:cNvSpPr txBox="1"/>
          <p:nvPr>
            <p:ph idx="1" type="subTitle"/>
          </p:nvPr>
        </p:nvSpPr>
        <p:spPr>
          <a:xfrm>
            <a:off x="394425" y="4055150"/>
            <a:ext cx="3279600" cy="5736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704" name="Google Shape;2704;p228"/>
          <p:cNvSpPr txBox="1"/>
          <p:nvPr>
            <p:ph idx="8" type="subTitle"/>
          </p:nvPr>
        </p:nvSpPr>
        <p:spPr>
          <a:xfrm>
            <a:off x="6883575" y="605875"/>
            <a:ext cx="1866000" cy="5736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705" name="Google Shape;2705;p228"/>
          <p:cNvSpPr txBox="1"/>
          <p:nvPr>
            <p:ph idx="9" type="subTitle"/>
          </p:nvPr>
        </p:nvSpPr>
        <p:spPr>
          <a:xfrm>
            <a:off x="3910200" y="3779175"/>
            <a:ext cx="3486300" cy="7056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706" name="Google Shape;2706;p228"/>
          <p:cNvSpPr txBox="1"/>
          <p:nvPr>
            <p:ph idx="13" type="subTitle"/>
          </p:nvPr>
        </p:nvSpPr>
        <p:spPr>
          <a:xfrm>
            <a:off x="291075" y="2571750"/>
            <a:ext cx="2765700" cy="7056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707" name="Google Shape;2707;p228"/>
          <p:cNvSpPr txBox="1"/>
          <p:nvPr>
            <p:ph idx="14" type="subTitle"/>
          </p:nvPr>
        </p:nvSpPr>
        <p:spPr>
          <a:xfrm>
            <a:off x="4629850" y="694401"/>
            <a:ext cx="2018700" cy="5667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Arimo"/>
                <a:ea typeface="Arimo"/>
                <a:cs typeface="Arimo"/>
                <a:sym typeface="Arimo"/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latin typeface="Arimo"/>
                <a:ea typeface="Arimo"/>
                <a:cs typeface="Arimo"/>
                <a:sym typeface="Arimo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latin typeface="Arimo"/>
                <a:ea typeface="Arimo"/>
                <a:cs typeface="Arimo"/>
                <a:sym typeface="Arimo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latin typeface="Arimo"/>
                <a:ea typeface="Arimo"/>
                <a:cs typeface="Arimo"/>
                <a:sym typeface="Arimo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latin typeface="Arimo"/>
                <a:ea typeface="Arimo"/>
                <a:cs typeface="Arimo"/>
                <a:sym typeface="Arimo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latin typeface="Arimo"/>
                <a:ea typeface="Arimo"/>
                <a:cs typeface="Arimo"/>
                <a:sym typeface="Arimo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latin typeface="Arimo"/>
                <a:ea typeface="Arimo"/>
                <a:cs typeface="Arimo"/>
                <a:sym typeface="Arimo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latin typeface="Arimo"/>
                <a:ea typeface="Arimo"/>
                <a:cs typeface="Arimo"/>
                <a:sym typeface="Arimo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708" name="Google Shape;2708;p228"/>
          <p:cNvSpPr txBox="1"/>
          <p:nvPr>
            <p:ph idx="15" type="subTitle"/>
          </p:nvPr>
        </p:nvSpPr>
        <p:spPr>
          <a:xfrm>
            <a:off x="4629900" y="1390480"/>
            <a:ext cx="2018700" cy="2241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 u="sng"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latin typeface="Arimo"/>
                <a:ea typeface="Arimo"/>
                <a:cs typeface="Arimo"/>
                <a:sym typeface="Arimo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latin typeface="Arimo"/>
                <a:ea typeface="Arimo"/>
                <a:cs typeface="Arimo"/>
                <a:sym typeface="Arimo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latin typeface="Arimo"/>
                <a:ea typeface="Arimo"/>
                <a:cs typeface="Arimo"/>
                <a:sym typeface="Arimo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latin typeface="Arimo"/>
                <a:ea typeface="Arimo"/>
                <a:cs typeface="Arimo"/>
                <a:sym typeface="Arimo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latin typeface="Arimo"/>
                <a:ea typeface="Arimo"/>
                <a:cs typeface="Arimo"/>
                <a:sym typeface="Arimo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latin typeface="Arimo"/>
                <a:ea typeface="Arimo"/>
                <a:cs typeface="Arimo"/>
                <a:sym typeface="Arimo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latin typeface="Arimo"/>
                <a:ea typeface="Arimo"/>
                <a:cs typeface="Arimo"/>
                <a:sym typeface="Arimo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709" name="Google Shape;2709;p228"/>
          <p:cNvSpPr txBox="1"/>
          <p:nvPr>
            <p:ph idx="16" type="subTitle"/>
          </p:nvPr>
        </p:nvSpPr>
        <p:spPr>
          <a:xfrm>
            <a:off x="3596775" y="2292000"/>
            <a:ext cx="1507500" cy="2241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710" name="Google Shape;2710;p228"/>
          <p:cNvSpPr txBox="1"/>
          <p:nvPr>
            <p:ph idx="17" type="subTitle"/>
          </p:nvPr>
        </p:nvSpPr>
        <p:spPr>
          <a:xfrm>
            <a:off x="3596775" y="2997350"/>
            <a:ext cx="1507500" cy="2241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711" name="Google Shape;2711;p228"/>
          <p:cNvSpPr txBox="1"/>
          <p:nvPr>
            <p:ph idx="18" type="subTitle"/>
          </p:nvPr>
        </p:nvSpPr>
        <p:spPr>
          <a:xfrm>
            <a:off x="3596675" y="1934500"/>
            <a:ext cx="1507500" cy="3576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712" name="Google Shape;2712;p228"/>
          <p:cNvSpPr txBox="1"/>
          <p:nvPr>
            <p:ph idx="19" type="subTitle"/>
          </p:nvPr>
        </p:nvSpPr>
        <p:spPr>
          <a:xfrm>
            <a:off x="3596775" y="2618213"/>
            <a:ext cx="1507500" cy="3576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713" name="Google Shape;2713;p228"/>
          <p:cNvSpPr txBox="1"/>
          <p:nvPr>
            <p:ph idx="20" type="subTitle"/>
          </p:nvPr>
        </p:nvSpPr>
        <p:spPr>
          <a:xfrm>
            <a:off x="5297950" y="2885600"/>
            <a:ext cx="1350600" cy="2889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 u="sng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714" name="Google Shape;2714;p228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15" name="Google Shape;2715;p228"/>
          <p:cNvSpPr txBox="1"/>
          <p:nvPr>
            <p:ph idx="21" type="subTitle"/>
          </p:nvPr>
        </p:nvSpPr>
        <p:spPr>
          <a:xfrm>
            <a:off x="5426775" y="2214775"/>
            <a:ext cx="1092900" cy="56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images with description">
  <p:cSld name="CUSTOM_19_1_1_1">
    <p:bg>
      <p:bgPr>
        <a:solidFill>
          <a:schemeClr val="accent5"/>
        </a:solidFill>
      </p:bgPr>
    </p:bg>
    <p:spTree>
      <p:nvGrpSpPr>
        <p:cNvPr id="2716" name="Shape 2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7" name="Google Shape;2717;p229"/>
          <p:cNvSpPr/>
          <p:nvPr>
            <p:ph idx="2" type="pic"/>
          </p:nvPr>
        </p:nvSpPr>
        <p:spPr>
          <a:xfrm>
            <a:off x="2021325" y="1854425"/>
            <a:ext cx="1679100" cy="3013800"/>
          </a:xfrm>
          <a:prstGeom prst="roundRect">
            <a:avLst>
              <a:gd fmla="val 13643" name="adj"/>
            </a:avLst>
          </a:prstGeom>
          <a:noFill/>
          <a:ln>
            <a:noFill/>
          </a:ln>
        </p:spPr>
      </p:sp>
      <p:sp>
        <p:nvSpPr>
          <p:cNvPr id="2718" name="Google Shape;2718;p229"/>
          <p:cNvSpPr/>
          <p:nvPr>
            <p:ph idx="3" type="pic"/>
          </p:nvPr>
        </p:nvSpPr>
        <p:spPr>
          <a:xfrm>
            <a:off x="5444400" y="1854425"/>
            <a:ext cx="1679100" cy="3013800"/>
          </a:xfrm>
          <a:prstGeom prst="roundRect">
            <a:avLst>
              <a:gd fmla="val 13643" name="adj"/>
            </a:avLst>
          </a:prstGeom>
          <a:noFill/>
          <a:ln>
            <a:noFill/>
          </a:ln>
        </p:spPr>
      </p:sp>
      <p:sp>
        <p:nvSpPr>
          <p:cNvPr id="2719" name="Google Shape;2719;p229"/>
          <p:cNvSpPr txBox="1"/>
          <p:nvPr>
            <p:ph idx="1" type="subTitle"/>
          </p:nvPr>
        </p:nvSpPr>
        <p:spPr>
          <a:xfrm>
            <a:off x="3700500" y="3326350"/>
            <a:ext cx="1743900" cy="4536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720" name="Google Shape;2720;p229"/>
          <p:cNvSpPr txBox="1"/>
          <p:nvPr>
            <p:ph idx="4" type="body"/>
          </p:nvPr>
        </p:nvSpPr>
        <p:spPr>
          <a:xfrm>
            <a:off x="3700500" y="3850823"/>
            <a:ext cx="1743900" cy="95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2721" name="Google Shape;2721;p229"/>
          <p:cNvSpPr txBox="1"/>
          <p:nvPr>
            <p:ph idx="5" type="subTitle"/>
          </p:nvPr>
        </p:nvSpPr>
        <p:spPr>
          <a:xfrm>
            <a:off x="7123575" y="3326350"/>
            <a:ext cx="1743900" cy="4536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722" name="Google Shape;2722;p229"/>
          <p:cNvSpPr txBox="1"/>
          <p:nvPr>
            <p:ph idx="6" type="body"/>
          </p:nvPr>
        </p:nvSpPr>
        <p:spPr>
          <a:xfrm>
            <a:off x="7123575" y="3850823"/>
            <a:ext cx="1743900" cy="95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2723" name="Google Shape;2723;p229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/>
        </p:txBody>
      </p:sp>
      <p:sp>
        <p:nvSpPr>
          <p:cNvPr id="2724" name="Google Shape;2724;p229"/>
          <p:cNvSpPr txBox="1"/>
          <p:nvPr>
            <p:ph idx="7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725" name="Google Shape;2725;p229"/>
          <p:cNvSpPr txBox="1"/>
          <p:nvPr>
            <p:ph idx="8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726" name="Google Shape;2726;p229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2727" name="Shape 2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8" name="Google Shape;2728;p230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9pPr>
          </a:lstStyle>
          <a:p/>
        </p:txBody>
      </p:sp>
      <p:sp>
        <p:nvSpPr>
          <p:cNvPr id="2729" name="Google Shape;2729;p230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2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2730" name="Shape 2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1" name="Google Shape;2731;p231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2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2732" name="Shape 2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3" name="Google Shape;2733;p2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734" name="Google Shape;2734;p2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2735" name="Shape 2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6" name="Google Shape;2736;p2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737" name="Google Shape;2737;p233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738" name="Google Shape;2738;p233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2739" name="Shape 2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0" name="Google Shape;2740;p2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2741" name="Shape 2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2" name="Google Shape;2742;p235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2743" name="Google Shape;2743;p235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2744" name="Shape 2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5" name="Google Shape;2745;p236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2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2746" name="Shape 2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7" name="Google Shape;2747;p237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9pPr>
          </a:lstStyle>
          <a:p/>
        </p:txBody>
      </p:sp>
      <p:sp>
        <p:nvSpPr>
          <p:cNvPr id="2748" name="Google Shape;2748;p237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749" name="Google Shape;2749;p237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2750" name="Shape 2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1" name="Google Shape;2751;p238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2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2752" name="Shape 2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3" name="Google Shape;2753;p239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9pPr>
          </a:lstStyle>
          <a:p>
            <a:r>
              <a:t>xx%</a:t>
            </a:r>
          </a:p>
        </p:txBody>
      </p:sp>
      <p:sp>
        <p:nvSpPr>
          <p:cNvPr id="2754" name="Google Shape;2754;p239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2755" name="Shape 275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2756" name="Shape 2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7" name="Google Shape;2757;p241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58" name="Google Shape;2758;p241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759" name="Google Shape;2759;p241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760" name="Google Shape;2760;p241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761" name="Google Shape;2761;p241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762" name="Google Shape;2762;p241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763" name="Google Shape;2763;p241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2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2764" name="Shape 2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" name="Google Shape;2765;p2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766" name="Google Shape;2766;p242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767" name="Google Shape;2767;p242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2768" name="Shape 2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9" name="Google Shape;2769;p243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/>
        </p:txBody>
      </p:sp>
      <p:sp>
        <p:nvSpPr>
          <p:cNvPr id="2770" name="Google Shape;2770;p243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771" name="Google Shape;2771;p243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772" name="Google Shape;2772;p243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773" name="Google Shape;2773;p243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2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2774" name="Shape 2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5" name="Google Shape;2775;p244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776" name="Google Shape;2776;p244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777" name="Google Shape;2777;p244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/>
        </p:txBody>
      </p:sp>
      <p:sp>
        <p:nvSpPr>
          <p:cNvPr id="2778" name="Google Shape;2778;p244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779" name="Google Shape;2779;p244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780" name="Google Shape;2780;p244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781" name="Google Shape;2781;p244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2782" name="Shape 2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3" name="Google Shape;2783;p245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784" name="Google Shape;2784;p245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785" name="Google Shape;2785;p245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786" name="Google Shape;2786;p245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787" name="Google Shape;2787;p245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/>
        </p:txBody>
      </p:sp>
      <p:sp>
        <p:nvSpPr>
          <p:cNvPr id="2788" name="Google Shape;2788;p245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789" name="Google Shape;2789;p245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790" name="Google Shape;2790;p245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791" name="Google Shape;2791;p245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2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2792" name="Shape 2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3" name="Google Shape;2793;p2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794" name="Google Shape;2794;p246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2795" name="Shape 2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6" name="Google Shape;2796;p247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797" name="Google Shape;2797;p247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2798" name="Google Shape;2798;p247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2799" name="Google Shape;2799;p247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800" name="Google Shape;2800;p2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801" name="Google Shape;2801;p247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802" name="Google Shape;2802;p247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2803" name="Shape 2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4" name="Google Shape;2804;p248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805" name="Google Shape;2805;p248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2806" name="Google Shape;2806;p248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2807" name="Google Shape;2807;p248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808" name="Google Shape;2808;p248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2809" name="Google Shape;2809;p248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810" name="Google Shape;2810;p2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811" name="Google Shape;2811;p248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812" name="Google Shape;2812;p248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813" name="Google Shape;2813;p248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2814" name="Shape 2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5" name="Google Shape;2815;p249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2816" name="Shape 2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7" name="Google Shape;2817;p250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2818" name="Google Shape;2818;p250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2819" name="Google Shape;2819;p250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2820" name="Google Shape;2820;p250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2821" name="Google Shape;2821;p250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2822" name="Google Shape;2822;p250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2823" name="Google Shape;2823;p250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824" name="Google Shape;2824;p250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2825" name="Google Shape;2825;p250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2826" name="Google Shape;2826;p250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Layouts/slideLayout2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_2">
    <p:spTree>
      <p:nvGrpSpPr>
        <p:cNvPr id="2831" name="Shape 2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2" name="Google Shape;2832;p25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2833" name="Google Shape;2833;p252"/>
          <p:cNvGrpSpPr/>
          <p:nvPr/>
        </p:nvGrpSpPr>
        <p:grpSpPr>
          <a:xfrm>
            <a:off x="0" y="-125"/>
            <a:ext cx="9144300" cy="5143500"/>
            <a:chOff x="0" y="-125"/>
            <a:chExt cx="9144300" cy="5143500"/>
          </a:xfrm>
        </p:grpSpPr>
        <p:sp>
          <p:nvSpPr>
            <p:cNvPr id="2834" name="Google Shape;2834;p252"/>
            <p:cNvSpPr/>
            <p:nvPr/>
          </p:nvSpPr>
          <p:spPr>
            <a:xfrm>
              <a:off x="0" y="0"/>
              <a:ext cx="9144000" cy="915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835" name="Google Shape;2835;p252"/>
            <p:cNvSpPr/>
            <p:nvPr/>
          </p:nvSpPr>
          <p:spPr>
            <a:xfrm>
              <a:off x="0" y="5051800"/>
              <a:ext cx="9144000" cy="915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836" name="Google Shape;2836;p252"/>
            <p:cNvSpPr/>
            <p:nvPr/>
          </p:nvSpPr>
          <p:spPr>
            <a:xfrm rot="-5400000">
              <a:off x="-2526000" y="2525875"/>
              <a:ext cx="5143500" cy="915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837" name="Google Shape;2837;p252"/>
            <p:cNvSpPr/>
            <p:nvPr/>
          </p:nvSpPr>
          <p:spPr>
            <a:xfrm rot="-5400000">
              <a:off x="6526800" y="2525875"/>
              <a:ext cx="5143500" cy="915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</p:grpSp>
      <p:grpSp>
        <p:nvGrpSpPr>
          <p:cNvPr id="2838" name="Google Shape;2838;p252"/>
          <p:cNvGrpSpPr/>
          <p:nvPr/>
        </p:nvGrpSpPr>
        <p:grpSpPr>
          <a:xfrm>
            <a:off x="537556" y="689375"/>
            <a:ext cx="8068563" cy="3764713"/>
            <a:chOff x="537556" y="689375"/>
            <a:chExt cx="8068563" cy="3764713"/>
          </a:xfrm>
        </p:grpSpPr>
        <p:sp>
          <p:nvSpPr>
            <p:cNvPr id="2839" name="Google Shape;2839;p252"/>
            <p:cNvSpPr/>
            <p:nvPr/>
          </p:nvSpPr>
          <p:spPr>
            <a:xfrm>
              <a:off x="1613400" y="3916188"/>
              <a:ext cx="537600" cy="5379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840" name="Google Shape;2840;p252"/>
            <p:cNvSpPr/>
            <p:nvPr/>
          </p:nvSpPr>
          <p:spPr>
            <a:xfrm>
              <a:off x="3227675" y="3378288"/>
              <a:ext cx="537600" cy="5379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841" name="Google Shape;2841;p252"/>
            <p:cNvSpPr/>
            <p:nvPr/>
          </p:nvSpPr>
          <p:spPr>
            <a:xfrm>
              <a:off x="3765275" y="3916188"/>
              <a:ext cx="537600" cy="5379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842" name="Google Shape;2842;p252"/>
            <p:cNvSpPr/>
            <p:nvPr/>
          </p:nvSpPr>
          <p:spPr>
            <a:xfrm>
              <a:off x="2689475" y="3916188"/>
              <a:ext cx="537600" cy="5379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843" name="Google Shape;2843;p252"/>
            <p:cNvSpPr/>
            <p:nvPr/>
          </p:nvSpPr>
          <p:spPr>
            <a:xfrm>
              <a:off x="2151875" y="3378288"/>
              <a:ext cx="537600" cy="5379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844" name="Google Shape;2844;p252"/>
            <p:cNvSpPr/>
            <p:nvPr/>
          </p:nvSpPr>
          <p:spPr>
            <a:xfrm>
              <a:off x="5379275" y="3378288"/>
              <a:ext cx="537600" cy="5379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845" name="Google Shape;2845;p252"/>
            <p:cNvSpPr/>
            <p:nvPr/>
          </p:nvSpPr>
          <p:spPr>
            <a:xfrm>
              <a:off x="5916875" y="3916188"/>
              <a:ext cx="537600" cy="5379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846" name="Google Shape;2846;p252"/>
            <p:cNvSpPr/>
            <p:nvPr/>
          </p:nvSpPr>
          <p:spPr>
            <a:xfrm>
              <a:off x="4841075" y="3916188"/>
              <a:ext cx="537600" cy="5379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847" name="Google Shape;2847;p252"/>
            <p:cNvSpPr/>
            <p:nvPr/>
          </p:nvSpPr>
          <p:spPr>
            <a:xfrm>
              <a:off x="4303475" y="3378288"/>
              <a:ext cx="537600" cy="5379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848" name="Google Shape;2848;p252"/>
            <p:cNvSpPr/>
            <p:nvPr/>
          </p:nvSpPr>
          <p:spPr>
            <a:xfrm>
              <a:off x="6992350" y="3916188"/>
              <a:ext cx="537600" cy="5379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849" name="Google Shape;2849;p252"/>
            <p:cNvSpPr/>
            <p:nvPr/>
          </p:nvSpPr>
          <p:spPr>
            <a:xfrm>
              <a:off x="6454750" y="3378288"/>
              <a:ext cx="537600" cy="5379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850" name="Google Shape;2850;p252"/>
            <p:cNvSpPr/>
            <p:nvPr/>
          </p:nvSpPr>
          <p:spPr>
            <a:xfrm>
              <a:off x="1613400" y="689663"/>
              <a:ext cx="537600" cy="5379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851" name="Google Shape;2851;p252"/>
            <p:cNvSpPr/>
            <p:nvPr/>
          </p:nvSpPr>
          <p:spPr>
            <a:xfrm>
              <a:off x="3765275" y="689663"/>
              <a:ext cx="537600" cy="5379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852" name="Google Shape;2852;p252"/>
            <p:cNvSpPr/>
            <p:nvPr/>
          </p:nvSpPr>
          <p:spPr>
            <a:xfrm>
              <a:off x="2689475" y="689663"/>
              <a:ext cx="537600" cy="5379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853" name="Google Shape;2853;p252"/>
            <p:cNvSpPr/>
            <p:nvPr/>
          </p:nvSpPr>
          <p:spPr>
            <a:xfrm>
              <a:off x="2151875" y="1227313"/>
              <a:ext cx="537600" cy="5379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854" name="Google Shape;2854;p252"/>
            <p:cNvSpPr/>
            <p:nvPr/>
          </p:nvSpPr>
          <p:spPr>
            <a:xfrm>
              <a:off x="3227675" y="1227313"/>
              <a:ext cx="537600" cy="5379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855" name="Google Shape;2855;p252"/>
            <p:cNvSpPr/>
            <p:nvPr/>
          </p:nvSpPr>
          <p:spPr>
            <a:xfrm>
              <a:off x="5916875" y="689663"/>
              <a:ext cx="537600" cy="5379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856" name="Google Shape;2856;p252"/>
            <p:cNvSpPr/>
            <p:nvPr/>
          </p:nvSpPr>
          <p:spPr>
            <a:xfrm>
              <a:off x="4841075" y="689663"/>
              <a:ext cx="537600" cy="5379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857" name="Google Shape;2857;p252"/>
            <p:cNvSpPr/>
            <p:nvPr/>
          </p:nvSpPr>
          <p:spPr>
            <a:xfrm>
              <a:off x="4303475" y="1227313"/>
              <a:ext cx="537600" cy="5379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858" name="Google Shape;2858;p252"/>
            <p:cNvSpPr/>
            <p:nvPr/>
          </p:nvSpPr>
          <p:spPr>
            <a:xfrm>
              <a:off x="5379275" y="1227313"/>
              <a:ext cx="537600" cy="5379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859" name="Google Shape;2859;p252"/>
            <p:cNvSpPr/>
            <p:nvPr/>
          </p:nvSpPr>
          <p:spPr>
            <a:xfrm>
              <a:off x="6992350" y="689663"/>
              <a:ext cx="537600" cy="5379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860" name="Google Shape;2860;p252"/>
            <p:cNvSpPr/>
            <p:nvPr/>
          </p:nvSpPr>
          <p:spPr>
            <a:xfrm>
              <a:off x="6454750" y="1227313"/>
              <a:ext cx="537600" cy="5379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861" name="Google Shape;2861;p252"/>
            <p:cNvSpPr/>
            <p:nvPr/>
          </p:nvSpPr>
          <p:spPr>
            <a:xfrm>
              <a:off x="537600" y="2840513"/>
              <a:ext cx="537600" cy="5379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862" name="Google Shape;2862;p252"/>
            <p:cNvSpPr/>
            <p:nvPr/>
          </p:nvSpPr>
          <p:spPr>
            <a:xfrm>
              <a:off x="537600" y="1765088"/>
              <a:ext cx="537600" cy="5379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863" name="Google Shape;2863;p252"/>
            <p:cNvSpPr/>
            <p:nvPr/>
          </p:nvSpPr>
          <p:spPr>
            <a:xfrm>
              <a:off x="8068150" y="1765088"/>
              <a:ext cx="537600" cy="5379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864" name="Google Shape;2864;p252"/>
            <p:cNvSpPr/>
            <p:nvPr/>
          </p:nvSpPr>
          <p:spPr>
            <a:xfrm>
              <a:off x="8068150" y="2840650"/>
              <a:ext cx="537600" cy="5379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865" name="Google Shape;2865;p252"/>
            <p:cNvSpPr/>
            <p:nvPr/>
          </p:nvSpPr>
          <p:spPr>
            <a:xfrm>
              <a:off x="1613400" y="3378288"/>
              <a:ext cx="537600" cy="5379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866" name="Google Shape;2866;p252"/>
            <p:cNvSpPr/>
            <p:nvPr/>
          </p:nvSpPr>
          <p:spPr>
            <a:xfrm>
              <a:off x="3227675" y="3916188"/>
              <a:ext cx="537600" cy="5379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867" name="Google Shape;2867;p252"/>
            <p:cNvSpPr/>
            <p:nvPr/>
          </p:nvSpPr>
          <p:spPr>
            <a:xfrm>
              <a:off x="2689475" y="3378288"/>
              <a:ext cx="537600" cy="5379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868" name="Google Shape;2868;p252"/>
            <p:cNvSpPr/>
            <p:nvPr/>
          </p:nvSpPr>
          <p:spPr>
            <a:xfrm>
              <a:off x="2151875" y="3916188"/>
              <a:ext cx="537600" cy="5379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869" name="Google Shape;2869;p252"/>
            <p:cNvSpPr/>
            <p:nvPr/>
          </p:nvSpPr>
          <p:spPr>
            <a:xfrm>
              <a:off x="3765275" y="3378288"/>
              <a:ext cx="537600" cy="5379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870" name="Google Shape;2870;p252"/>
            <p:cNvSpPr/>
            <p:nvPr/>
          </p:nvSpPr>
          <p:spPr>
            <a:xfrm rot="-5400000">
              <a:off x="537556" y="689619"/>
              <a:ext cx="1075800" cy="1075800"/>
            </a:xfrm>
            <a:prstGeom prst="rtTriangle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871" name="Google Shape;2871;p252"/>
            <p:cNvSpPr/>
            <p:nvPr/>
          </p:nvSpPr>
          <p:spPr>
            <a:xfrm>
              <a:off x="5379275" y="3916188"/>
              <a:ext cx="537600" cy="5379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872" name="Google Shape;2872;p252"/>
            <p:cNvSpPr/>
            <p:nvPr/>
          </p:nvSpPr>
          <p:spPr>
            <a:xfrm>
              <a:off x="4841075" y="3378288"/>
              <a:ext cx="537600" cy="5379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873" name="Google Shape;2873;p252"/>
            <p:cNvSpPr/>
            <p:nvPr/>
          </p:nvSpPr>
          <p:spPr>
            <a:xfrm>
              <a:off x="4303475" y="3916188"/>
              <a:ext cx="537600" cy="5379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874" name="Google Shape;2874;p252"/>
            <p:cNvSpPr/>
            <p:nvPr/>
          </p:nvSpPr>
          <p:spPr>
            <a:xfrm>
              <a:off x="5916875" y="3378288"/>
              <a:ext cx="537600" cy="5379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875" name="Google Shape;2875;p252"/>
            <p:cNvSpPr/>
            <p:nvPr/>
          </p:nvSpPr>
          <p:spPr>
            <a:xfrm>
              <a:off x="6992350" y="3378288"/>
              <a:ext cx="537600" cy="5379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876" name="Google Shape;2876;p252"/>
            <p:cNvSpPr/>
            <p:nvPr/>
          </p:nvSpPr>
          <p:spPr>
            <a:xfrm>
              <a:off x="6454750" y="3916188"/>
              <a:ext cx="537600" cy="5379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877" name="Google Shape;2877;p252"/>
            <p:cNvSpPr/>
            <p:nvPr/>
          </p:nvSpPr>
          <p:spPr>
            <a:xfrm>
              <a:off x="1613400" y="1227313"/>
              <a:ext cx="537600" cy="5379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878" name="Google Shape;2878;p252"/>
            <p:cNvSpPr/>
            <p:nvPr/>
          </p:nvSpPr>
          <p:spPr>
            <a:xfrm>
              <a:off x="3227675" y="689663"/>
              <a:ext cx="537600" cy="5379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879" name="Google Shape;2879;p252"/>
            <p:cNvSpPr/>
            <p:nvPr/>
          </p:nvSpPr>
          <p:spPr>
            <a:xfrm>
              <a:off x="3765275" y="1227313"/>
              <a:ext cx="537600" cy="5379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880" name="Google Shape;2880;p252"/>
            <p:cNvSpPr/>
            <p:nvPr/>
          </p:nvSpPr>
          <p:spPr>
            <a:xfrm>
              <a:off x="2689475" y="1227313"/>
              <a:ext cx="537600" cy="5379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881" name="Google Shape;2881;p252"/>
            <p:cNvSpPr/>
            <p:nvPr/>
          </p:nvSpPr>
          <p:spPr>
            <a:xfrm>
              <a:off x="2151875" y="689663"/>
              <a:ext cx="537600" cy="5379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882" name="Google Shape;2882;p252"/>
            <p:cNvSpPr/>
            <p:nvPr/>
          </p:nvSpPr>
          <p:spPr>
            <a:xfrm>
              <a:off x="5379275" y="689663"/>
              <a:ext cx="537600" cy="5379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883" name="Google Shape;2883;p252"/>
            <p:cNvSpPr/>
            <p:nvPr/>
          </p:nvSpPr>
          <p:spPr>
            <a:xfrm>
              <a:off x="5916875" y="1227313"/>
              <a:ext cx="537600" cy="5379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884" name="Google Shape;2884;p252"/>
            <p:cNvSpPr/>
            <p:nvPr/>
          </p:nvSpPr>
          <p:spPr>
            <a:xfrm>
              <a:off x="4841075" y="1227313"/>
              <a:ext cx="537600" cy="5379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885" name="Google Shape;2885;p252"/>
            <p:cNvSpPr/>
            <p:nvPr/>
          </p:nvSpPr>
          <p:spPr>
            <a:xfrm>
              <a:off x="4303475" y="689663"/>
              <a:ext cx="537600" cy="5379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886" name="Google Shape;2886;p252"/>
            <p:cNvSpPr/>
            <p:nvPr/>
          </p:nvSpPr>
          <p:spPr>
            <a:xfrm>
              <a:off x="6992350" y="1227313"/>
              <a:ext cx="537600" cy="5379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887" name="Google Shape;2887;p252"/>
            <p:cNvSpPr/>
            <p:nvPr/>
          </p:nvSpPr>
          <p:spPr>
            <a:xfrm>
              <a:off x="6454750" y="689663"/>
              <a:ext cx="537600" cy="5379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888" name="Google Shape;2888;p252"/>
            <p:cNvSpPr/>
            <p:nvPr/>
          </p:nvSpPr>
          <p:spPr>
            <a:xfrm>
              <a:off x="537600" y="2302613"/>
              <a:ext cx="537600" cy="5379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889" name="Google Shape;2889;p252"/>
            <p:cNvSpPr/>
            <p:nvPr/>
          </p:nvSpPr>
          <p:spPr>
            <a:xfrm>
              <a:off x="8068150" y="2302800"/>
              <a:ext cx="537600" cy="5379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890" name="Google Shape;2890;p252"/>
            <p:cNvSpPr/>
            <p:nvPr/>
          </p:nvSpPr>
          <p:spPr>
            <a:xfrm rot="5400000">
              <a:off x="537644" y="689619"/>
              <a:ext cx="1075800" cy="1075800"/>
            </a:xfrm>
            <a:prstGeom prst="rtTriangle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891" name="Google Shape;2891;p252"/>
            <p:cNvSpPr/>
            <p:nvPr/>
          </p:nvSpPr>
          <p:spPr>
            <a:xfrm rot="5400000">
              <a:off x="7530319" y="3378269"/>
              <a:ext cx="1075800" cy="1075800"/>
            </a:xfrm>
            <a:prstGeom prst="rtTriangle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892" name="Google Shape;2892;p252"/>
            <p:cNvSpPr/>
            <p:nvPr/>
          </p:nvSpPr>
          <p:spPr>
            <a:xfrm rot="-5400000">
              <a:off x="7530231" y="3378269"/>
              <a:ext cx="1075800" cy="1075800"/>
            </a:xfrm>
            <a:prstGeom prst="rtTriangle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893" name="Google Shape;2893;p252"/>
            <p:cNvSpPr/>
            <p:nvPr/>
          </p:nvSpPr>
          <p:spPr>
            <a:xfrm rot="10800000">
              <a:off x="537600" y="3377763"/>
              <a:ext cx="1075800" cy="1075800"/>
            </a:xfrm>
            <a:prstGeom prst="rtTriangle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894" name="Google Shape;2894;p252"/>
            <p:cNvSpPr/>
            <p:nvPr/>
          </p:nvSpPr>
          <p:spPr>
            <a:xfrm>
              <a:off x="537600" y="3377675"/>
              <a:ext cx="1075800" cy="1075800"/>
            </a:xfrm>
            <a:prstGeom prst="rtTriangle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895" name="Google Shape;2895;p252"/>
            <p:cNvSpPr/>
            <p:nvPr/>
          </p:nvSpPr>
          <p:spPr>
            <a:xfrm>
              <a:off x="7530275" y="689375"/>
              <a:ext cx="1075800" cy="1075800"/>
            </a:xfrm>
            <a:prstGeom prst="rtTriangle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896" name="Google Shape;2896;p252"/>
            <p:cNvSpPr/>
            <p:nvPr/>
          </p:nvSpPr>
          <p:spPr>
            <a:xfrm rot="10800000">
              <a:off x="7530275" y="689463"/>
              <a:ext cx="1075800" cy="1075800"/>
            </a:xfrm>
            <a:prstGeom prst="rtTriangle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</p:grpSp>
      <p:sp>
        <p:nvSpPr>
          <p:cNvPr id="2897" name="Google Shape;2897;p252"/>
          <p:cNvSpPr txBox="1"/>
          <p:nvPr>
            <p:ph type="title"/>
          </p:nvPr>
        </p:nvSpPr>
        <p:spPr>
          <a:xfrm>
            <a:off x="1241550" y="1973150"/>
            <a:ext cx="6660900" cy="79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898" name="Google Shape;2898;p252"/>
          <p:cNvSpPr txBox="1"/>
          <p:nvPr>
            <p:ph idx="1" type="subTitle"/>
          </p:nvPr>
        </p:nvSpPr>
        <p:spPr>
          <a:xfrm>
            <a:off x="1810800" y="2904800"/>
            <a:ext cx="5522700" cy="305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_1_1">
    <p:spTree>
      <p:nvGrpSpPr>
        <p:cNvPr id="2899" name="Shape 28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0" name="Google Shape;2900;p253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901" name="Google Shape;2901;p253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02" name="Google Shape;2902;p25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_1">
    <p:spTree>
      <p:nvGrpSpPr>
        <p:cNvPr id="2903" name="Shape 29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4" name="Google Shape;2904;p254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905" name="Google Shape;2905;p25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_1">
    <p:spTree>
      <p:nvGrpSpPr>
        <p:cNvPr id="2906" name="Shape 29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7" name="Google Shape;2907;p255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8" name="Google Shape;2908;p255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909" name="Google Shape;2909;p255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910" name="Google Shape;2910;p255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911" name="Google Shape;2911;p25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CUSTOM_8_1">
    <p:spTree>
      <p:nvGrpSpPr>
        <p:cNvPr id="2912" name="Shape 29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3" name="Google Shape;2913;p25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2914" name="Google Shape;2914;p256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53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915" name="Google Shape;2915;p256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  <p:sp>
        <p:nvSpPr>
          <p:cNvPr id="2916" name="Google Shape;2916;p25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with details">
  <p:cSld name="TITLE_2_1">
    <p:spTree>
      <p:nvGrpSpPr>
        <p:cNvPr id="2917" name="Shape 2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8" name="Google Shape;2918;p25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2919" name="Google Shape;2919;p257"/>
          <p:cNvGrpSpPr/>
          <p:nvPr/>
        </p:nvGrpSpPr>
        <p:grpSpPr>
          <a:xfrm>
            <a:off x="0" y="-125"/>
            <a:ext cx="9144300" cy="5143500"/>
            <a:chOff x="0" y="-125"/>
            <a:chExt cx="9144300" cy="5143500"/>
          </a:xfrm>
        </p:grpSpPr>
        <p:sp>
          <p:nvSpPr>
            <p:cNvPr id="2920" name="Google Shape;2920;p257"/>
            <p:cNvSpPr/>
            <p:nvPr/>
          </p:nvSpPr>
          <p:spPr>
            <a:xfrm>
              <a:off x="0" y="0"/>
              <a:ext cx="9144000" cy="915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921" name="Google Shape;2921;p257"/>
            <p:cNvSpPr/>
            <p:nvPr/>
          </p:nvSpPr>
          <p:spPr>
            <a:xfrm>
              <a:off x="0" y="5051800"/>
              <a:ext cx="9144000" cy="915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922" name="Google Shape;2922;p257"/>
            <p:cNvSpPr/>
            <p:nvPr/>
          </p:nvSpPr>
          <p:spPr>
            <a:xfrm rot="-5400000">
              <a:off x="-2526000" y="2525875"/>
              <a:ext cx="5143500" cy="915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923" name="Google Shape;2923;p257"/>
            <p:cNvSpPr/>
            <p:nvPr/>
          </p:nvSpPr>
          <p:spPr>
            <a:xfrm rot="-5400000">
              <a:off x="6526800" y="2525875"/>
              <a:ext cx="5143500" cy="915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</p:grpSp>
      <p:grpSp>
        <p:nvGrpSpPr>
          <p:cNvPr id="2924" name="Google Shape;2924;p257"/>
          <p:cNvGrpSpPr/>
          <p:nvPr/>
        </p:nvGrpSpPr>
        <p:grpSpPr>
          <a:xfrm>
            <a:off x="537556" y="689375"/>
            <a:ext cx="8068563" cy="3764713"/>
            <a:chOff x="537556" y="689375"/>
            <a:chExt cx="8068563" cy="3764713"/>
          </a:xfrm>
        </p:grpSpPr>
        <p:sp>
          <p:nvSpPr>
            <p:cNvPr id="2925" name="Google Shape;2925;p257"/>
            <p:cNvSpPr/>
            <p:nvPr/>
          </p:nvSpPr>
          <p:spPr>
            <a:xfrm>
              <a:off x="1613400" y="3916188"/>
              <a:ext cx="537600" cy="5379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926" name="Google Shape;2926;p257"/>
            <p:cNvSpPr/>
            <p:nvPr/>
          </p:nvSpPr>
          <p:spPr>
            <a:xfrm>
              <a:off x="3227675" y="3378288"/>
              <a:ext cx="537600" cy="5379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927" name="Google Shape;2927;p257"/>
            <p:cNvSpPr/>
            <p:nvPr/>
          </p:nvSpPr>
          <p:spPr>
            <a:xfrm>
              <a:off x="3765275" y="3916188"/>
              <a:ext cx="537600" cy="5379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928" name="Google Shape;2928;p257"/>
            <p:cNvSpPr/>
            <p:nvPr/>
          </p:nvSpPr>
          <p:spPr>
            <a:xfrm>
              <a:off x="2689475" y="3916188"/>
              <a:ext cx="537600" cy="5379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929" name="Google Shape;2929;p257"/>
            <p:cNvSpPr/>
            <p:nvPr/>
          </p:nvSpPr>
          <p:spPr>
            <a:xfrm>
              <a:off x="2151875" y="3378288"/>
              <a:ext cx="537600" cy="5379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930" name="Google Shape;2930;p257"/>
            <p:cNvSpPr/>
            <p:nvPr/>
          </p:nvSpPr>
          <p:spPr>
            <a:xfrm>
              <a:off x="5379275" y="3378288"/>
              <a:ext cx="537600" cy="5379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931" name="Google Shape;2931;p257"/>
            <p:cNvSpPr/>
            <p:nvPr/>
          </p:nvSpPr>
          <p:spPr>
            <a:xfrm>
              <a:off x="5916875" y="3916188"/>
              <a:ext cx="537600" cy="5379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932" name="Google Shape;2932;p257"/>
            <p:cNvSpPr/>
            <p:nvPr/>
          </p:nvSpPr>
          <p:spPr>
            <a:xfrm>
              <a:off x="4841075" y="3916188"/>
              <a:ext cx="537600" cy="5379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933" name="Google Shape;2933;p257"/>
            <p:cNvSpPr/>
            <p:nvPr/>
          </p:nvSpPr>
          <p:spPr>
            <a:xfrm>
              <a:off x="4303475" y="3378288"/>
              <a:ext cx="537600" cy="5379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934" name="Google Shape;2934;p257"/>
            <p:cNvSpPr/>
            <p:nvPr/>
          </p:nvSpPr>
          <p:spPr>
            <a:xfrm>
              <a:off x="6992350" y="3916188"/>
              <a:ext cx="537600" cy="5379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935" name="Google Shape;2935;p257"/>
            <p:cNvSpPr/>
            <p:nvPr/>
          </p:nvSpPr>
          <p:spPr>
            <a:xfrm>
              <a:off x="6454750" y="3378288"/>
              <a:ext cx="537600" cy="5379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936" name="Google Shape;2936;p257"/>
            <p:cNvSpPr/>
            <p:nvPr/>
          </p:nvSpPr>
          <p:spPr>
            <a:xfrm>
              <a:off x="1613400" y="689663"/>
              <a:ext cx="537600" cy="5379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937" name="Google Shape;2937;p257"/>
            <p:cNvSpPr/>
            <p:nvPr/>
          </p:nvSpPr>
          <p:spPr>
            <a:xfrm>
              <a:off x="3765275" y="689663"/>
              <a:ext cx="537600" cy="5379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938" name="Google Shape;2938;p257"/>
            <p:cNvSpPr/>
            <p:nvPr/>
          </p:nvSpPr>
          <p:spPr>
            <a:xfrm>
              <a:off x="2689475" y="689663"/>
              <a:ext cx="537600" cy="5379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939" name="Google Shape;2939;p257"/>
            <p:cNvSpPr/>
            <p:nvPr/>
          </p:nvSpPr>
          <p:spPr>
            <a:xfrm>
              <a:off x="2151875" y="1227313"/>
              <a:ext cx="537600" cy="5379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940" name="Google Shape;2940;p257"/>
            <p:cNvSpPr/>
            <p:nvPr/>
          </p:nvSpPr>
          <p:spPr>
            <a:xfrm>
              <a:off x="3227675" y="1227313"/>
              <a:ext cx="537600" cy="5379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941" name="Google Shape;2941;p257"/>
            <p:cNvSpPr/>
            <p:nvPr/>
          </p:nvSpPr>
          <p:spPr>
            <a:xfrm>
              <a:off x="5916875" y="689663"/>
              <a:ext cx="537600" cy="5379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942" name="Google Shape;2942;p257"/>
            <p:cNvSpPr/>
            <p:nvPr/>
          </p:nvSpPr>
          <p:spPr>
            <a:xfrm>
              <a:off x="4841075" y="689663"/>
              <a:ext cx="537600" cy="5379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943" name="Google Shape;2943;p257"/>
            <p:cNvSpPr/>
            <p:nvPr/>
          </p:nvSpPr>
          <p:spPr>
            <a:xfrm>
              <a:off x="4303475" y="1227313"/>
              <a:ext cx="537600" cy="5379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944" name="Google Shape;2944;p257"/>
            <p:cNvSpPr/>
            <p:nvPr/>
          </p:nvSpPr>
          <p:spPr>
            <a:xfrm>
              <a:off x="5379275" y="1227313"/>
              <a:ext cx="537600" cy="5379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945" name="Google Shape;2945;p257"/>
            <p:cNvSpPr/>
            <p:nvPr/>
          </p:nvSpPr>
          <p:spPr>
            <a:xfrm>
              <a:off x="6992350" y="689663"/>
              <a:ext cx="537600" cy="5379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946" name="Google Shape;2946;p257"/>
            <p:cNvSpPr/>
            <p:nvPr/>
          </p:nvSpPr>
          <p:spPr>
            <a:xfrm>
              <a:off x="6454750" y="1227313"/>
              <a:ext cx="537600" cy="5379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947" name="Google Shape;2947;p257"/>
            <p:cNvSpPr/>
            <p:nvPr/>
          </p:nvSpPr>
          <p:spPr>
            <a:xfrm>
              <a:off x="537600" y="2840513"/>
              <a:ext cx="537600" cy="5379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948" name="Google Shape;2948;p257"/>
            <p:cNvSpPr/>
            <p:nvPr/>
          </p:nvSpPr>
          <p:spPr>
            <a:xfrm>
              <a:off x="537600" y="1765088"/>
              <a:ext cx="537600" cy="5379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949" name="Google Shape;2949;p257"/>
            <p:cNvSpPr/>
            <p:nvPr/>
          </p:nvSpPr>
          <p:spPr>
            <a:xfrm>
              <a:off x="8068150" y="1765088"/>
              <a:ext cx="537600" cy="5379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950" name="Google Shape;2950;p257"/>
            <p:cNvSpPr/>
            <p:nvPr/>
          </p:nvSpPr>
          <p:spPr>
            <a:xfrm>
              <a:off x="8068150" y="2840650"/>
              <a:ext cx="537600" cy="537900"/>
            </a:xfrm>
            <a:prstGeom prst="rect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951" name="Google Shape;2951;p257"/>
            <p:cNvSpPr/>
            <p:nvPr/>
          </p:nvSpPr>
          <p:spPr>
            <a:xfrm>
              <a:off x="1613400" y="3378288"/>
              <a:ext cx="537600" cy="5379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952" name="Google Shape;2952;p257"/>
            <p:cNvSpPr/>
            <p:nvPr/>
          </p:nvSpPr>
          <p:spPr>
            <a:xfrm>
              <a:off x="3227675" y="3916188"/>
              <a:ext cx="537600" cy="5379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953" name="Google Shape;2953;p257"/>
            <p:cNvSpPr/>
            <p:nvPr/>
          </p:nvSpPr>
          <p:spPr>
            <a:xfrm>
              <a:off x="2689475" y="3378288"/>
              <a:ext cx="537600" cy="5379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954" name="Google Shape;2954;p257"/>
            <p:cNvSpPr/>
            <p:nvPr/>
          </p:nvSpPr>
          <p:spPr>
            <a:xfrm>
              <a:off x="2151875" y="3916188"/>
              <a:ext cx="537600" cy="5379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955" name="Google Shape;2955;p257"/>
            <p:cNvSpPr/>
            <p:nvPr/>
          </p:nvSpPr>
          <p:spPr>
            <a:xfrm>
              <a:off x="3765275" y="3378288"/>
              <a:ext cx="537600" cy="5379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956" name="Google Shape;2956;p257"/>
            <p:cNvSpPr/>
            <p:nvPr/>
          </p:nvSpPr>
          <p:spPr>
            <a:xfrm rot="-5400000">
              <a:off x="537556" y="689619"/>
              <a:ext cx="1075800" cy="1075800"/>
            </a:xfrm>
            <a:prstGeom prst="rtTriangle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957" name="Google Shape;2957;p257"/>
            <p:cNvSpPr/>
            <p:nvPr/>
          </p:nvSpPr>
          <p:spPr>
            <a:xfrm>
              <a:off x="5379275" y="3916188"/>
              <a:ext cx="537600" cy="5379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958" name="Google Shape;2958;p257"/>
            <p:cNvSpPr/>
            <p:nvPr/>
          </p:nvSpPr>
          <p:spPr>
            <a:xfrm>
              <a:off x="4841075" y="3378288"/>
              <a:ext cx="537600" cy="5379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959" name="Google Shape;2959;p257"/>
            <p:cNvSpPr/>
            <p:nvPr/>
          </p:nvSpPr>
          <p:spPr>
            <a:xfrm>
              <a:off x="4303475" y="3916188"/>
              <a:ext cx="537600" cy="5379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960" name="Google Shape;2960;p257"/>
            <p:cNvSpPr/>
            <p:nvPr/>
          </p:nvSpPr>
          <p:spPr>
            <a:xfrm>
              <a:off x="5916875" y="3378288"/>
              <a:ext cx="537600" cy="5379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961" name="Google Shape;2961;p257"/>
            <p:cNvSpPr/>
            <p:nvPr/>
          </p:nvSpPr>
          <p:spPr>
            <a:xfrm>
              <a:off x="6992350" y="3378288"/>
              <a:ext cx="537600" cy="5379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962" name="Google Shape;2962;p257"/>
            <p:cNvSpPr/>
            <p:nvPr/>
          </p:nvSpPr>
          <p:spPr>
            <a:xfrm>
              <a:off x="6454750" y="3916188"/>
              <a:ext cx="537600" cy="5379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963" name="Google Shape;2963;p257"/>
            <p:cNvSpPr/>
            <p:nvPr/>
          </p:nvSpPr>
          <p:spPr>
            <a:xfrm>
              <a:off x="1613400" y="1227313"/>
              <a:ext cx="537600" cy="5379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964" name="Google Shape;2964;p257"/>
            <p:cNvSpPr/>
            <p:nvPr/>
          </p:nvSpPr>
          <p:spPr>
            <a:xfrm>
              <a:off x="3227675" y="689663"/>
              <a:ext cx="537600" cy="5379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965" name="Google Shape;2965;p257"/>
            <p:cNvSpPr/>
            <p:nvPr/>
          </p:nvSpPr>
          <p:spPr>
            <a:xfrm>
              <a:off x="3765275" y="1227313"/>
              <a:ext cx="537600" cy="5379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966" name="Google Shape;2966;p257"/>
            <p:cNvSpPr/>
            <p:nvPr/>
          </p:nvSpPr>
          <p:spPr>
            <a:xfrm>
              <a:off x="2689475" y="1227313"/>
              <a:ext cx="537600" cy="5379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967" name="Google Shape;2967;p257"/>
            <p:cNvSpPr/>
            <p:nvPr/>
          </p:nvSpPr>
          <p:spPr>
            <a:xfrm>
              <a:off x="2151875" y="689663"/>
              <a:ext cx="537600" cy="5379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968" name="Google Shape;2968;p257"/>
            <p:cNvSpPr/>
            <p:nvPr/>
          </p:nvSpPr>
          <p:spPr>
            <a:xfrm>
              <a:off x="5379275" y="689663"/>
              <a:ext cx="537600" cy="5379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969" name="Google Shape;2969;p257"/>
            <p:cNvSpPr/>
            <p:nvPr/>
          </p:nvSpPr>
          <p:spPr>
            <a:xfrm>
              <a:off x="5916875" y="1227313"/>
              <a:ext cx="537600" cy="5379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970" name="Google Shape;2970;p257"/>
            <p:cNvSpPr/>
            <p:nvPr/>
          </p:nvSpPr>
          <p:spPr>
            <a:xfrm>
              <a:off x="4841075" y="1227313"/>
              <a:ext cx="537600" cy="5379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971" name="Google Shape;2971;p257"/>
            <p:cNvSpPr/>
            <p:nvPr/>
          </p:nvSpPr>
          <p:spPr>
            <a:xfrm>
              <a:off x="4303475" y="689663"/>
              <a:ext cx="537600" cy="5379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972" name="Google Shape;2972;p257"/>
            <p:cNvSpPr/>
            <p:nvPr/>
          </p:nvSpPr>
          <p:spPr>
            <a:xfrm>
              <a:off x="6992350" y="1227313"/>
              <a:ext cx="537600" cy="5379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973" name="Google Shape;2973;p257"/>
            <p:cNvSpPr/>
            <p:nvPr/>
          </p:nvSpPr>
          <p:spPr>
            <a:xfrm>
              <a:off x="6454750" y="689663"/>
              <a:ext cx="537600" cy="5379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974" name="Google Shape;2974;p257"/>
            <p:cNvSpPr/>
            <p:nvPr/>
          </p:nvSpPr>
          <p:spPr>
            <a:xfrm>
              <a:off x="537600" y="2302613"/>
              <a:ext cx="537600" cy="5379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975" name="Google Shape;2975;p257"/>
            <p:cNvSpPr/>
            <p:nvPr/>
          </p:nvSpPr>
          <p:spPr>
            <a:xfrm>
              <a:off x="8068150" y="2302800"/>
              <a:ext cx="537600" cy="5379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976" name="Google Shape;2976;p257"/>
            <p:cNvSpPr/>
            <p:nvPr/>
          </p:nvSpPr>
          <p:spPr>
            <a:xfrm rot="5400000">
              <a:off x="537644" y="689619"/>
              <a:ext cx="1075800" cy="1075800"/>
            </a:xfrm>
            <a:prstGeom prst="rtTriangle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977" name="Google Shape;2977;p257"/>
            <p:cNvSpPr/>
            <p:nvPr/>
          </p:nvSpPr>
          <p:spPr>
            <a:xfrm rot="5400000">
              <a:off x="7530319" y="3378269"/>
              <a:ext cx="1075800" cy="1075800"/>
            </a:xfrm>
            <a:prstGeom prst="rtTriangle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978" name="Google Shape;2978;p257"/>
            <p:cNvSpPr/>
            <p:nvPr/>
          </p:nvSpPr>
          <p:spPr>
            <a:xfrm rot="-5400000">
              <a:off x="7530231" y="3378269"/>
              <a:ext cx="1075800" cy="1075800"/>
            </a:xfrm>
            <a:prstGeom prst="rtTriangle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979" name="Google Shape;2979;p257"/>
            <p:cNvSpPr/>
            <p:nvPr/>
          </p:nvSpPr>
          <p:spPr>
            <a:xfrm rot="10800000">
              <a:off x="537600" y="3377763"/>
              <a:ext cx="1075800" cy="1075800"/>
            </a:xfrm>
            <a:prstGeom prst="rtTriangle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980" name="Google Shape;2980;p257"/>
            <p:cNvSpPr/>
            <p:nvPr/>
          </p:nvSpPr>
          <p:spPr>
            <a:xfrm>
              <a:off x="537600" y="3377675"/>
              <a:ext cx="1075800" cy="1075800"/>
            </a:xfrm>
            <a:prstGeom prst="rtTriangle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981" name="Google Shape;2981;p257"/>
            <p:cNvSpPr/>
            <p:nvPr/>
          </p:nvSpPr>
          <p:spPr>
            <a:xfrm>
              <a:off x="7530275" y="689375"/>
              <a:ext cx="1075800" cy="1075800"/>
            </a:xfrm>
            <a:prstGeom prst="rtTriangle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982" name="Google Shape;2982;p257"/>
            <p:cNvSpPr/>
            <p:nvPr/>
          </p:nvSpPr>
          <p:spPr>
            <a:xfrm rot="10800000">
              <a:off x="7530275" y="689463"/>
              <a:ext cx="1075800" cy="1075800"/>
            </a:xfrm>
            <a:prstGeom prst="rtTriangle">
              <a:avLst/>
            </a:prstGeom>
            <a:solidFill>
              <a:schemeClr val="l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</p:grpSp>
      <p:sp>
        <p:nvSpPr>
          <p:cNvPr id="2983" name="Google Shape;2983;p257"/>
          <p:cNvSpPr txBox="1"/>
          <p:nvPr>
            <p:ph type="title"/>
          </p:nvPr>
        </p:nvSpPr>
        <p:spPr>
          <a:xfrm>
            <a:off x="1241550" y="2010150"/>
            <a:ext cx="6660900" cy="112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984" name="Google Shape;2984;p257"/>
          <p:cNvSpPr txBox="1"/>
          <p:nvPr>
            <p:ph idx="1" type="body"/>
          </p:nvPr>
        </p:nvSpPr>
        <p:spPr>
          <a:xfrm>
            <a:off x="421035" y="224850"/>
            <a:ext cx="1947600" cy="3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●"/>
              <a:defRPr sz="1400"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○"/>
              <a:defRPr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■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●"/>
              <a:defRPr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○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■"/>
              <a:defRPr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●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○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■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985" name="Google Shape;2985;p257"/>
          <p:cNvSpPr txBox="1"/>
          <p:nvPr>
            <p:ph idx="2" type="body"/>
          </p:nvPr>
        </p:nvSpPr>
        <p:spPr>
          <a:xfrm>
            <a:off x="6772321" y="224850"/>
            <a:ext cx="1947600" cy="3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 algn="r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●"/>
              <a:defRPr sz="1400"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algn="r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○"/>
              <a:defRPr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algn="r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■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algn="r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●"/>
              <a:defRPr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algn="r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○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algn="r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■"/>
              <a:defRPr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algn="r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●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algn="r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○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algn="r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■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986" name="Google Shape;2986;p257"/>
          <p:cNvSpPr txBox="1"/>
          <p:nvPr>
            <p:ph idx="3" type="body"/>
          </p:nvPr>
        </p:nvSpPr>
        <p:spPr>
          <a:xfrm>
            <a:off x="421035" y="4573625"/>
            <a:ext cx="1947600" cy="3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●"/>
              <a:defRPr sz="1400"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○"/>
              <a:defRPr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■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●"/>
              <a:defRPr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○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■"/>
              <a:defRPr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●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○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■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987" name="Google Shape;2987;p257"/>
          <p:cNvSpPr txBox="1"/>
          <p:nvPr>
            <p:ph idx="4" type="body"/>
          </p:nvPr>
        </p:nvSpPr>
        <p:spPr>
          <a:xfrm>
            <a:off x="6772321" y="4573625"/>
            <a:ext cx="1947600" cy="3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 algn="r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●"/>
              <a:defRPr sz="1400"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algn="r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○"/>
              <a:defRPr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algn="r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■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algn="r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●"/>
              <a:defRPr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algn="r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○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algn="r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■"/>
              <a:defRPr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algn="r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●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algn="r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○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algn="r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■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CUSTOM">
    <p:spTree>
      <p:nvGrpSpPr>
        <p:cNvPr id="2988" name="Shape 29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9" name="Google Shape;2989;p258"/>
          <p:cNvSpPr/>
          <p:nvPr>
            <p:ph idx="2" type="pic"/>
          </p:nvPr>
        </p:nvSpPr>
        <p:spPr>
          <a:xfrm>
            <a:off x="320135" y="3180164"/>
            <a:ext cx="2833200" cy="1635300"/>
          </a:xfrm>
          <a:prstGeom prst="rect">
            <a:avLst/>
          </a:prstGeom>
          <a:noFill/>
          <a:ln>
            <a:noFill/>
          </a:ln>
        </p:spPr>
      </p:sp>
      <p:sp>
        <p:nvSpPr>
          <p:cNvPr id="2990" name="Google Shape;2990;p258"/>
          <p:cNvSpPr/>
          <p:nvPr/>
        </p:nvSpPr>
        <p:spPr>
          <a:xfrm>
            <a:off x="320135" y="1405791"/>
            <a:ext cx="805800" cy="558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2991" name="Google Shape;2991;p258"/>
          <p:cNvSpPr/>
          <p:nvPr/>
        </p:nvSpPr>
        <p:spPr>
          <a:xfrm>
            <a:off x="320100" y="1963005"/>
            <a:ext cx="2833200" cy="121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2992" name="Google Shape;2992;p258"/>
          <p:cNvSpPr txBox="1"/>
          <p:nvPr>
            <p:ph idx="1" type="subTitle"/>
          </p:nvPr>
        </p:nvSpPr>
        <p:spPr>
          <a:xfrm>
            <a:off x="382576" y="1404325"/>
            <a:ext cx="668700" cy="51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2993" name="Google Shape;2993;p258"/>
          <p:cNvSpPr txBox="1"/>
          <p:nvPr>
            <p:ph idx="3" type="body"/>
          </p:nvPr>
        </p:nvSpPr>
        <p:spPr>
          <a:xfrm>
            <a:off x="382576" y="2021134"/>
            <a:ext cx="2690700" cy="109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94" name="Google Shape;2994;p258"/>
          <p:cNvSpPr/>
          <p:nvPr>
            <p:ph idx="4" type="pic"/>
          </p:nvPr>
        </p:nvSpPr>
        <p:spPr>
          <a:xfrm>
            <a:off x="3153490" y="3180164"/>
            <a:ext cx="2833200" cy="1635300"/>
          </a:xfrm>
          <a:prstGeom prst="rect">
            <a:avLst/>
          </a:prstGeom>
          <a:noFill/>
          <a:ln>
            <a:noFill/>
          </a:ln>
        </p:spPr>
      </p:sp>
      <p:sp>
        <p:nvSpPr>
          <p:cNvPr id="2995" name="Google Shape;2995;p258"/>
          <p:cNvSpPr/>
          <p:nvPr/>
        </p:nvSpPr>
        <p:spPr>
          <a:xfrm>
            <a:off x="3153490" y="1405791"/>
            <a:ext cx="805800" cy="558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2996" name="Google Shape;2996;p258"/>
          <p:cNvSpPr/>
          <p:nvPr/>
        </p:nvSpPr>
        <p:spPr>
          <a:xfrm>
            <a:off x="3153455" y="1963005"/>
            <a:ext cx="2833200" cy="1217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2997" name="Google Shape;2997;p258"/>
          <p:cNvSpPr txBox="1"/>
          <p:nvPr>
            <p:ph idx="5" type="subTitle"/>
          </p:nvPr>
        </p:nvSpPr>
        <p:spPr>
          <a:xfrm>
            <a:off x="3215931" y="1404325"/>
            <a:ext cx="668700" cy="51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2998" name="Google Shape;2998;p258"/>
          <p:cNvSpPr txBox="1"/>
          <p:nvPr>
            <p:ph idx="6" type="body"/>
          </p:nvPr>
        </p:nvSpPr>
        <p:spPr>
          <a:xfrm>
            <a:off x="3215931" y="2021134"/>
            <a:ext cx="2690700" cy="109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99" name="Google Shape;2999;p258"/>
          <p:cNvSpPr/>
          <p:nvPr>
            <p:ph idx="7" type="pic"/>
          </p:nvPr>
        </p:nvSpPr>
        <p:spPr>
          <a:xfrm>
            <a:off x="5986869" y="3180164"/>
            <a:ext cx="2833200" cy="1635300"/>
          </a:xfrm>
          <a:prstGeom prst="rect">
            <a:avLst/>
          </a:prstGeom>
          <a:noFill/>
          <a:ln>
            <a:noFill/>
          </a:ln>
        </p:spPr>
      </p:sp>
      <p:sp>
        <p:nvSpPr>
          <p:cNvPr id="3000" name="Google Shape;3000;p258"/>
          <p:cNvSpPr/>
          <p:nvPr/>
        </p:nvSpPr>
        <p:spPr>
          <a:xfrm>
            <a:off x="5986869" y="1405791"/>
            <a:ext cx="805800" cy="558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3001" name="Google Shape;3001;p258"/>
          <p:cNvSpPr/>
          <p:nvPr/>
        </p:nvSpPr>
        <p:spPr>
          <a:xfrm>
            <a:off x="5986834" y="1963005"/>
            <a:ext cx="2833200" cy="121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3002" name="Google Shape;3002;p258"/>
          <p:cNvSpPr txBox="1"/>
          <p:nvPr>
            <p:ph idx="8" type="subTitle"/>
          </p:nvPr>
        </p:nvSpPr>
        <p:spPr>
          <a:xfrm>
            <a:off x="6049311" y="1404325"/>
            <a:ext cx="668700" cy="51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3003" name="Google Shape;3003;p258"/>
          <p:cNvSpPr txBox="1"/>
          <p:nvPr>
            <p:ph idx="9" type="body"/>
          </p:nvPr>
        </p:nvSpPr>
        <p:spPr>
          <a:xfrm>
            <a:off x="6049311" y="2021134"/>
            <a:ext cx="2690700" cy="109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04" name="Google Shape;3004;p258"/>
          <p:cNvSpPr txBox="1"/>
          <p:nvPr>
            <p:ph type="title"/>
          </p:nvPr>
        </p:nvSpPr>
        <p:spPr>
          <a:xfrm>
            <a:off x="408650" y="463000"/>
            <a:ext cx="83319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CUSTOM_1">
    <p:spTree>
      <p:nvGrpSpPr>
        <p:cNvPr id="3005" name="Shape 30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6" name="Google Shape;3006;p259"/>
          <p:cNvSpPr/>
          <p:nvPr>
            <p:ph idx="2" type="pic"/>
          </p:nvPr>
        </p:nvSpPr>
        <p:spPr>
          <a:xfrm>
            <a:off x="320153" y="3180166"/>
            <a:ext cx="4249800" cy="1635300"/>
          </a:xfrm>
          <a:prstGeom prst="rect">
            <a:avLst/>
          </a:prstGeom>
          <a:noFill/>
          <a:ln>
            <a:noFill/>
          </a:ln>
        </p:spPr>
      </p:sp>
      <p:sp>
        <p:nvSpPr>
          <p:cNvPr id="3007" name="Google Shape;3007;p259"/>
          <p:cNvSpPr/>
          <p:nvPr/>
        </p:nvSpPr>
        <p:spPr>
          <a:xfrm>
            <a:off x="320135" y="1405791"/>
            <a:ext cx="805800" cy="558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3008" name="Google Shape;3008;p259"/>
          <p:cNvSpPr/>
          <p:nvPr/>
        </p:nvSpPr>
        <p:spPr>
          <a:xfrm>
            <a:off x="320100" y="1963000"/>
            <a:ext cx="4249800" cy="121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3009" name="Google Shape;3009;p259"/>
          <p:cNvSpPr txBox="1"/>
          <p:nvPr>
            <p:ph idx="1" type="subTitle"/>
          </p:nvPr>
        </p:nvSpPr>
        <p:spPr>
          <a:xfrm>
            <a:off x="382576" y="1404325"/>
            <a:ext cx="668700" cy="51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3010" name="Google Shape;3010;p259"/>
          <p:cNvSpPr txBox="1"/>
          <p:nvPr>
            <p:ph idx="3" type="body"/>
          </p:nvPr>
        </p:nvSpPr>
        <p:spPr>
          <a:xfrm>
            <a:off x="413816" y="2021129"/>
            <a:ext cx="4036200" cy="109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11" name="Google Shape;3011;p259"/>
          <p:cNvSpPr/>
          <p:nvPr>
            <p:ph idx="4" type="pic"/>
          </p:nvPr>
        </p:nvSpPr>
        <p:spPr>
          <a:xfrm>
            <a:off x="4570230" y="3180166"/>
            <a:ext cx="4249800" cy="1635300"/>
          </a:xfrm>
          <a:prstGeom prst="rect">
            <a:avLst/>
          </a:prstGeom>
          <a:noFill/>
          <a:ln>
            <a:noFill/>
          </a:ln>
        </p:spPr>
      </p:sp>
      <p:sp>
        <p:nvSpPr>
          <p:cNvPr id="3012" name="Google Shape;3012;p259"/>
          <p:cNvSpPr/>
          <p:nvPr/>
        </p:nvSpPr>
        <p:spPr>
          <a:xfrm>
            <a:off x="4570578" y="1405791"/>
            <a:ext cx="805800" cy="558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3013" name="Google Shape;3013;p259"/>
          <p:cNvSpPr/>
          <p:nvPr/>
        </p:nvSpPr>
        <p:spPr>
          <a:xfrm>
            <a:off x="4570177" y="1963000"/>
            <a:ext cx="4249800" cy="1217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3014" name="Google Shape;3014;p259"/>
          <p:cNvSpPr txBox="1"/>
          <p:nvPr>
            <p:ph idx="5" type="subTitle"/>
          </p:nvPr>
        </p:nvSpPr>
        <p:spPr>
          <a:xfrm>
            <a:off x="4633019" y="1404325"/>
            <a:ext cx="668700" cy="51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3015" name="Google Shape;3015;p259"/>
          <p:cNvSpPr txBox="1"/>
          <p:nvPr>
            <p:ph idx="6" type="body"/>
          </p:nvPr>
        </p:nvSpPr>
        <p:spPr>
          <a:xfrm>
            <a:off x="4663893" y="2021129"/>
            <a:ext cx="4036200" cy="109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16" name="Google Shape;3016;p259"/>
          <p:cNvSpPr txBox="1"/>
          <p:nvPr>
            <p:ph type="title"/>
          </p:nvPr>
        </p:nvSpPr>
        <p:spPr>
          <a:xfrm>
            <a:off x="408650" y="463000"/>
            <a:ext cx="83319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3033">
          <p15:clr>
            <a:srgbClr val="E46962"/>
          </p15:clr>
        </p15:guide>
        <p15:guide id="2" pos="202">
          <p15:clr>
            <a:srgbClr val="E46962"/>
          </p15:clr>
        </p15:guide>
        <p15:guide id="3" pos="5556">
          <p15:clr>
            <a:srgbClr val="E46962"/>
          </p15:clr>
        </p15:guide>
      </p15:sldGuideLst>
    </p:ext>
  </p:extLst>
</p:sldLayout>
</file>

<file path=ppt/slideLayouts/slideLayout2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 type="secHead">
  <p:cSld name="SECTION_HEADER">
    <p:spTree>
      <p:nvGrpSpPr>
        <p:cNvPr id="3017" name="Shape 30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8" name="Google Shape;3018;p260"/>
          <p:cNvSpPr/>
          <p:nvPr/>
        </p:nvSpPr>
        <p:spPr>
          <a:xfrm>
            <a:off x="0" y="1370900"/>
            <a:ext cx="4569600" cy="3772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019" name="Google Shape;3019;p26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020" name="Google Shape;3020;p260"/>
          <p:cNvSpPr txBox="1"/>
          <p:nvPr>
            <p:ph idx="1" type="subTitle"/>
          </p:nvPr>
        </p:nvSpPr>
        <p:spPr>
          <a:xfrm>
            <a:off x="452100" y="1677650"/>
            <a:ext cx="3755400" cy="69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3021" name="Google Shape;3021;p260"/>
          <p:cNvSpPr txBox="1"/>
          <p:nvPr>
            <p:ph idx="2" type="body"/>
          </p:nvPr>
        </p:nvSpPr>
        <p:spPr>
          <a:xfrm>
            <a:off x="452100" y="2505325"/>
            <a:ext cx="3755400" cy="215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22" name="Google Shape;3022;p260"/>
          <p:cNvSpPr/>
          <p:nvPr/>
        </p:nvSpPr>
        <p:spPr>
          <a:xfrm>
            <a:off x="4574400" y="1370900"/>
            <a:ext cx="4569600" cy="3772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023" name="Google Shape;3023;p260"/>
          <p:cNvSpPr txBox="1"/>
          <p:nvPr>
            <p:ph idx="3" type="subTitle"/>
          </p:nvPr>
        </p:nvSpPr>
        <p:spPr>
          <a:xfrm>
            <a:off x="5026500" y="1677650"/>
            <a:ext cx="3755400" cy="69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3024" name="Google Shape;3024;p260"/>
          <p:cNvSpPr txBox="1"/>
          <p:nvPr>
            <p:ph idx="4" type="body"/>
          </p:nvPr>
        </p:nvSpPr>
        <p:spPr>
          <a:xfrm>
            <a:off x="5026500" y="2505325"/>
            <a:ext cx="3755400" cy="215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25" name="Google Shape;3025;p260"/>
          <p:cNvSpPr txBox="1"/>
          <p:nvPr>
            <p:ph type="title"/>
          </p:nvPr>
        </p:nvSpPr>
        <p:spPr>
          <a:xfrm>
            <a:off x="408650" y="463000"/>
            <a:ext cx="83319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SECTION_HEADER_3">
    <p:spTree>
      <p:nvGrpSpPr>
        <p:cNvPr id="3026" name="Shape 3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7" name="Google Shape;3027;p261"/>
          <p:cNvSpPr/>
          <p:nvPr/>
        </p:nvSpPr>
        <p:spPr>
          <a:xfrm>
            <a:off x="0" y="1370900"/>
            <a:ext cx="4569600" cy="187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028" name="Google Shape;3028;p26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029" name="Google Shape;3029;p261"/>
          <p:cNvSpPr/>
          <p:nvPr/>
        </p:nvSpPr>
        <p:spPr>
          <a:xfrm>
            <a:off x="4569600" y="1370900"/>
            <a:ext cx="4574400" cy="1870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030" name="Google Shape;3030;p261"/>
          <p:cNvSpPr txBox="1"/>
          <p:nvPr>
            <p:ph type="title"/>
          </p:nvPr>
        </p:nvSpPr>
        <p:spPr>
          <a:xfrm>
            <a:off x="408650" y="463000"/>
            <a:ext cx="83319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3031" name="Google Shape;3031;p261"/>
          <p:cNvSpPr/>
          <p:nvPr/>
        </p:nvSpPr>
        <p:spPr>
          <a:xfrm>
            <a:off x="0" y="3241100"/>
            <a:ext cx="4569600" cy="1902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032" name="Google Shape;3032;p261"/>
          <p:cNvSpPr txBox="1"/>
          <p:nvPr>
            <p:ph idx="1" type="subTitle"/>
          </p:nvPr>
        </p:nvSpPr>
        <p:spPr>
          <a:xfrm>
            <a:off x="452100" y="3530600"/>
            <a:ext cx="3755400" cy="48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3033" name="Google Shape;3033;p261"/>
          <p:cNvSpPr txBox="1"/>
          <p:nvPr>
            <p:ph idx="2" type="body"/>
          </p:nvPr>
        </p:nvSpPr>
        <p:spPr>
          <a:xfrm>
            <a:off x="452100" y="4153800"/>
            <a:ext cx="3755400" cy="84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34" name="Google Shape;3034;p261"/>
          <p:cNvSpPr/>
          <p:nvPr/>
        </p:nvSpPr>
        <p:spPr>
          <a:xfrm>
            <a:off x="4569600" y="3241100"/>
            <a:ext cx="4574400" cy="1902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035" name="Google Shape;3035;p261"/>
          <p:cNvSpPr txBox="1"/>
          <p:nvPr>
            <p:ph idx="3" type="subTitle"/>
          </p:nvPr>
        </p:nvSpPr>
        <p:spPr>
          <a:xfrm>
            <a:off x="452100" y="1540450"/>
            <a:ext cx="3755400" cy="48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3036" name="Google Shape;3036;p261"/>
          <p:cNvSpPr txBox="1"/>
          <p:nvPr>
            <p:ph idx="4" type="body"/>
          </p:nvPr>
        </p:nvSpPr>
        <p:spPr>
          <a:xfrm>
            <a:off x="452100" y="2163650"/>
            <a:ext cx="3755400" cy="84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37" name="Google Shape;3037;p261"/>
          <p:cNvSpPr txBox="1"/>
          <p:nvPr>
            <p:ph idx="5" type="subTitle"/>
          </p:nvPr>
        </p:nvSpPr>
        <p:spPr>
          <a:xfrm>
            <a:off x="4979100" y="1540450"/>
            <a:ext cx="3755400" cy="48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3038" name="Google Shape;3038;p261"/>
          <p:cNvSpPr txBox="1"/>
          <p:nvPr>
            <p:ph idx="6" type="body"/>
          </p:nvPr>
        </p:nvSpPr>
        <p:spPr>
          <a:xfrm>
            <a:off x="4979100" y="2163650"/>
            <a:ext cx="3755400" cy="84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39" name="Google Shape;3039;p261"/>
          <p:cNvSpPr txBox="1"/>
          <p:nvPr>
            <p:ph idx="7" type="subTitle"/>
          </p:nvPr>
        </p:nvSpPr>
        <p:spPr>
          <a:xfrm>
            <a:off x="4979100" y="3459750"/>
            <a:ext cx="3755400" cy="48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3040" name="Google Shape;3040;p261"/>
          <p:cNvSpPr txBox="1"/>
          <p:nvPr>
            <p:ph idx="8" type="body"/>
          </p:nvPr>
        </p:nvSpPr>
        <p:spPr>
          <a:xfrm>
            <a:off x="4979100" y="4082950"/>
            <a:ext cx="3755400" cy="84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2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SECTION_HEADER_2">
    <p:spTree>
      <p:nvGrpSpPr>
        <p:cNvPr id="3041" name="Shape 30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2" name="Google Shape;3042;p262"/>
          <p:cNvSpPr/>
          <p:nvPr/>
        </p:nvSpPr>
        <p:spPr>
          <a:xfrm>
            <a:off x="0" y="1370900"/>
            <a:ext cx="3048000" cy="3772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043" name="Google Shape;3043;p26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044" name="Google Shape;3044;p262"/>
          <p:cNvSpPr txBox="1"/>
          <p:nvPr>
            <p:ph type="title"/>
          </p:nvPr>
        </p:nvSpPr>
        <p:spPr>
          <a:xfrm>
            <a:off x="408650" y="463000"/>
            <a:ext cx="83319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3045" name="Google Shape;3045;p262"/>
          <p:cNvSpPr/>
          <p:nvPr/>
        </p:nvSpPr>
        <p:spPr>
          <a:xfrm>
            <a:off x="3048000" y="1370900"/>
            <a:ext cx="3048000" cy="3772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046" name="Google Shape;3046;p262"/>
          <p:cNvSpPr/>
          <p:nvPr/>
        </p:nvSpPr>
        <p:spPr>
          <a:xfrm>
            <a:off x="6096000" y="1370900"/>
            <a:ext cx="3048000" cy="3772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047" name="Google Shape;3047;p262"/>
          <p:cNvSpPr txBox="1"/>
          <p:nvPr>
            <p:ph idx="1" type="subTitle"/>
          </p:nvPr>
        </p:nvSpPr>
        <p:spPr>
          <a:xfrm>
            <a:off x="338225" y="1677650"/>
            <a:ext cx="2321400" cy="69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3048" name="Google Shape;3048;p262"/>
          <p:cNvSpPr txBox="1"/>
          <p:nvPr>
            <p:ph idx="2" type="body"/>
          </p:nvPr>
        </p:nvSpPr>
        <p:spPr>
          <a:xfrm>
            <a:off x="338225" y="2505325"/>
            <a:ext cx="2321400" cy="215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49" name="Google Shape;3049;p262"/>
          <p:cNvSpPr txBox="1"/>
          <p:nvPr>
            <p:ph idx="3" type="subTitle"/>
          </p:nvPr>
        </p:nvSpPr>
        <p:spPr>
          <a:xfrm>
            <a:off x="3411300" y="1677650"/>
            <a:ext cx="2321400" cy="69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3050" name="Google Shape;3050;p262"/>
          <p:cNvSpPr txBox="1"/>
          <p:nvPr>
            <p:ph idx="4" type="body"/>
          </p:nvPr>
        </p:nvSpPr>
        <p:spPr>
          <a:xfrm>
            <a:off x="3411300" y="2505325"/>
            <a:ext cx="2321400" cy="215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51" name="Google Shape;3051;p262"/>
          <p:cNvSpPr txBox="1"/>
          <p:nvPr>
            <p:ph idx="5" type="subTitle"/>
          </p:nvPr>
        </p:nvSpPr>
        <p:spPr>
          <a:xfrm>
            <a:off x="6484375" y="1677650"/>
            <a:ext cx="2321400" cy="69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3052" name="Google Shape;3052;p262"/>
          <p:cNvSpPr txBox="1"/>
          <p:nvPr>
            <p:ph idx="6" type="body"/>
          </p:nvPr>
        </p:nvSpPr>
        <p:spPr>
          <a:xfrm>
            <a:off x="6484375" y="2505325"/>
            <a:ext cx="2321400" cy="215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2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title, body and image">
  <p:cSld name="SECTION_HEADER_1">
    <p:spTree>
      <p:nvGrpSpPr>
        <p:cNvPr id="3053" name="Shape 30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4" name="Google Shape;3054;p263"/>
          <p:cNvSpPr/>
          <p:nvPr/>
        </p:nvSpPr>
        <p:spPr>
          <a:xfrm>
            <a:off x="0" y="1374200"/>
            <a:ext cx="4569600" cy="3769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055" name="Google Shape;3055;p26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056" name="Google Shape;3056;p263"/>
          <p:cNvSpPr/>
          <p:nvPr>
            <p:ph idx="2" type="pic"/>
          </p:nvPr>
        </p:nvSpPr>
        <p:spPr>
          <a:xfrm>
            <a:off x="4569600" y="1374200"/>
            <a:ext cx="4574400" cy="3769200"/>
          </a:xfrm>
          <a:prstGeom prst="rect">
            <a:avLst/>
          </a:prstGeom>
          <a:noFill/>
          <a:ln>
            <a:noFill/>
          </a:ln>
        </p:spPr>
      </p:sp>
      <p:sp>
        <p:nvSpPr>
          <p:cNvPr id="3057" name="Google Shape;3057;p263"/>
          <p:cNvSpPr txBox="1"/>
          <p:nvPr>
            <p:ph type="title"/>
          </p:nvPr>
        </p:nvSpPr>
        <p:spPr>
          <a:xfrm>
            <a:off x="408650" y="463000"/>
            <a:ext cx="83319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3058" name="Google Shape;3058;p263"/>
          <p:cNvSpPr txBox="1"/>
          <p:nvPr>
            <p:ph idx="1" type="body"/>
          </p:nvPr>
        </p:nvSpPr>
        <p:spPr>
          <a:xfrm>
            <a:off x="452100" y="1869650"/>
            <a:ext cx="3755400" cy="277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59" name="Google Shape;3059;p263"/>
          <p:cNvSpPr txBox="1"/>
          <p:nvPr>
            <p:ph idx="3" type="body"/>
          </p:nvPr>
        </p:nvSpPr>
        <p:spPr>
          <a:xfrm>
            <a:off x="433560" y="295600"/>
            <a:ext cx="1803300" cy="16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●"/>
              <a:defRPr sz="1400"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○"/>
              <a:defRPr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■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●"/>
              <a:defRPr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○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■"/>
              <a:defRPr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●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○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■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SECTION_HEADER_1_1">
    <p:spTree>
      <p:nvGrpSpPr>
        <p:cNvPr id="3060" name="Shape 30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1" name="Google Shape;3061;p26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062" name="Google Shape;3062;p264"/>
          <p:cNvSpPr/>
          <p:nvPr>
            <p:ph idx="2" type="pic"/>
          </p:nvPr>
        </p:nvSpPr>
        <p:spPr>
          <a:xfrm>
            <a:off x="0" y="1374200"/>
            <a:ext cx="9144000" cy="3791400"/>
          </a:xfrm>
          <a:prstGeom prst="rect">
            <a:avLst/>
          </a:prstGeom>
          <a:noFill/>
          <a:ln>
            <a:noFill/>
          </a:ln>
        </p:spPr>
      </p:sp>
      <p:sp>
        <p:nvSpPr>
          <p:cNvPr id="3063" name="Google Shape;3063;p264"/>
          <p:cNvSpPr txBox="1"/>
          <p:nvPr>
            <p:ph type="title"/>
          </p:nvPr>
        </p:nvSpPr>
        <p:spPr>
          <a:xfrm>
            <a:off x="408650" y="463000"/>
            <a:ext cx="83319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subtitle, body and image " type="tx">
  <p:cSld name="TITLE_AND_BODY">
    <p:spTree>
      <p:nvGrpSpPr>
        <p:cNvPr id="3064" name="Shape 30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5" name="Google Shape;3065;p26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066" name="Google Shape;3066;p265"/>
          <p:cNvSpPr/>
          <p:nvPr/>
        </p:nvSpPr>
        <p:spPr>
          <a:xfrm>
            <a:off x="0" y="1370900"/>
            <a:ext cx="4907100" cy="3772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067" name="Google Shape;3067;p265"/>
          <p:cNvSpPr txBox="1"/>
          <p:nvPr>
            <p:ph idx="1" type="body"/>
          </p:nvPr>
        </p:nvSpPr>
        <p:spPr>
          <a:xfrm>
            <a:off x="433560" y="295600"/>
            <a:ext cx="1803300" cy="16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●"/>
              <a:defRPr sz="1400"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○"/>
              <a:defRPr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■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●"/>
              <a:defRPr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○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■"/>
              <a:defRPr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●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○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■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3068" name="Google Shape;3068;p265"/>
          <p:cNvSpPr txBox="1"/>
          <p:nvPr>
            <p:ph idx="2" type="subTitle"/>
          </p:nvPr>
        </p:nvSpPr>
        <p:spPr>
          <a:xfrm>
            <a:off x="452100" y="1677650"/>
            <a:ext cx="3755400" cy="69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3069" name="Google Shape;3069;p265"/>
          <p:cNvSpPr txBox="1"/>
          <p:nvPr>
            <p:ph idx="3" type="body"/>
          </p:nvPr>
        </p:nvSpPr>
        <p:spPr>
          <a:xfrm>
            <a:off x="452100" y="2505325"/>
            <a:ext cx="3755400" cy="215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70" name="Google Shape;3070;p265"/>
          <p:cNvSpPr/>
          <p:nvPr>
            <p:ph idx="4" type="pic"/>
          </p:nvPr>
        </p:nvSpPr>
        <p:spPr>
          <a:xfrm>
            <a:off x="4907150" y="0"/>
            <a:ext cx="4236900" cy="5153400"/>
          </a:xfrm>
          <a:prstGeom prst="rect">
            <a:avLst/>
          </a:prstGeom>
          <a:noFill/>
          <a:ln>
            <a:noFill/>
          </a:ln>
        </p:spPr>
      </p:sp>
      <p:sp>
        <p:nvSpPr>
          <p:cNvPr id="3071" name="Google Shape;3071;p265"/>
          <p:cNvSpPr txBox="1"/>
          <p:nvPr>
            <p:ph type="title"/>
          </p:nvPr>
        </p:nvSpPr>
        <p:spPr>
          <a:xfrm>
            <a:off x="408650" y="463000"/>
            <a:ext cx="4419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one column text">
  <p:cSld name="TITLE_AND_BODY_1">
    <p:spTree>
      <p:nvGrpSpPr>
        <p:cNvPr id="3072" name="Shape 30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3" name="Google Shape;3073;p26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074" name="Google Shape;3074;p266"/>
          <p:cNvSpPr/>
          <p:nvPr/>
        </p:nvSpPr>
        <p:spPr>
          <a:xfrm>
            <a:off x="0" y="1370900"/>
            <a:ext cx="4907100" cy="3772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075" name="Google Shape;3075;p266"/>
          <p:cNvSpPr/>
          <p:nvPr/>
        </p:nvSpPr>
        <p:spPr>
          <a:xfrm>
            <a:off x="4909625" y="-100"/>
            <a:ext cx="42345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076" name="Google Shape;3076;p266"/>
          <p:cNvSpPr txBox="1"/>
          <p:nvPr>
            <p:ph idx="1" type="subTitle"/>
          </p:nvPr>
        </p:nvSpPr>
        <p:spPr>
          <a:xfrm>
            <a:off x="452100" y="1677650"/>
            <a:ext cx="3755400" cy="69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3077" name="Google Shape;3077;p266"/>
          <p:cNvSpPr txBox="1"/>
          <p:nvPr>
            <p:ph idx="2" type="body"/>
          </p:nvPr>
        </p:nvSpPr>
        <p:spPr>
          <a:xfrm>
            <a:off x="452100" y="2505325"/>
            <a:ext cx="3755400" cy="215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78" name="Google Shape;3078;p266"/>
          <p:cNvSpPr txBox="1"/>
          <p:nvPr>
            <p:ph idx="3" type="body"/>
          </p:nvPr>
        </p:nvSpPr>
        <p:spPr>
          <a:xfrm>
            <a:off x="433560" y="295600"/>
            <a:ext cx="1803300" cy="16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●"/>
              <a:defRPr sz="1400"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○"/>
              <a:defRPr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■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●"/>
              <a:defRPr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○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■"/>
              <a:defRPr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●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○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■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3079" name="Google Shape;3079;p266"/>
          <p:cNvSpPr txBox="1"/>
          <p:nvPr>
            <p:ph type="title"/>
          </p:nvPr>
        </p:nvSpPr>
        <p:spPr>
          <a:xfrm>
            <a:off x="408650" y="463000"/>
            <a:ext cx="4419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twoColTx">
  <p:cSld name="TITLE_AND_TWO_COLUMNS">
    <p:spTree>
      <p:nvGrpSpPr>
        <p:cNvPr id="3080" name="Shape 30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1" name="Google Shape;3081;p26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3082" name="Google Shape;3082;p267"/>
          <p:cNvGrpSpPr/>
          <p:nvPr/>
        </p:nvGrpSpPr>
        <p:grpSpPr>
          <a:xfrm>
            <a:off x="-300" y="-104"/>
            <a:ext cx="9144304" cy="5143511"/>
            <a:chOff x="-300" y="-104"/>
            <a:chExt cx="9144304" cy="5143511"/>
          </a:xfrm>
        </p:grpSpPr>
        <p:sp>
          <p:nvSpPr>
            <p:cNvPr id="3083" name="Google Shape;3083;p267"/>
            <p:cNvSpPr/>
            <p:nvPr/>
          </p:nvSpPr>
          <p:spPr>
            <a:xfrm>
              <a:off x="0" y="4635807"/>
              <a:ext cx="507300" cy="5076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084" name="Google Shape;3084;p267"/>
            <p:cNvSpPr/>
            <p:nvPr/>
          </p:nvSpPr>
          <p:spPr>
            <a:xfrm rot="-5400000">
              <a:off x="1523553" y="4635496"/>
              <a:ext cx="507600" cy="507900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5" name="Google Shape;3085;p267"/>
            <p:cNvSpPr/>
            <p:nvPr/>
          </p:nvSpPr>
          <p:spPr>
            <a:xfrm rot="-5400000">
              <a:off x="507453" y="4635496"/>
              <a:ext cx="507600" cy="507900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6" name="Google Shape;3086;p267"/>
            <p:cNvSpPr/>
            <p:nvPr/>
          </p:nvSpPr>
          <p:spPr>
            <a:xfrm rot="-5400000">
              <a:off x="1015503" y="4635496"/>
              <a:ext cx="507600" cy="5079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087" name="Google Shape;3087;p267"/>
            <p:cNvSpPr/>
            <p:nvPr/>
          </p:nvSpPr>
          <p:spPr>
            <a:xfrm rot="-5400000">
              <a:off x="2031603" y="4635496"/>
              <a:ext cx="507600" cy="5079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088" name="Google Shape;3088;p267"/>
            <p:cNvSpPr/>
            <p:nvPr/>
          </p:nvSpPr>
          <p:spPr>
            <a:xfrm rot="-5400000">
              <a:off x="3555754" y="4635496"/>
              <a:ext cx="507600" cy="507900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9" name="Google Shape;3089;p267"/>
            <p:cNvSpPr/>
            <p:nvPr/>
          </p:nvSpPr>
          <p:spPr>
            <a:xfrm rot="-5400000">
              <a:off x="2539653" y="4635496"/>
              <a:ext cx="507600" cy="507900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0" name="Google Shape;3090;p267"/>
            <p:cNvSpPr/>
            <p:nvPr/>
          </p:nvSpPr>
          <p:spPr>
            <a:xfrm rot="-5400000">
              <a:off x="3047704" y="4635496"/>
              <a:ext cx="507600" cy="5079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091" name="Google Shape;3091;p267"/>
            <p:cNvSpPr/>
            <p:nvPr/>
          </p:nvSpPr>
          <p:spPr>
            <a:xfrm rot="-5400000">
              <a:off x="4063804" y="4635496"/>
              <a:ext cx="507600" cy="5079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092" name="Google Shape;3092;p267"/>
            <p:cNvSpPr/>
            <p:nvPr/>
          </p:nvSpPr>
          <p:spPr>
            <a:xfrm rot="-5400000">
              <a:off x="4571854" y="4635496"/>
              <a:ext cx="507600" cy="507900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3" name="Google Shape;3093;p267"/>
            <p:cNvSpPr/>
            <p:nvPr/>
          </p:nvSpPr>
          <p:spPr>
            <a:xfrm rot="-5400000">
              <a:off x="5079904" y="4635496"/>
              <a:ext cx="507600" cy="5079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094" name="Google Shape;3094;p267"/>
            <p:cNvSpPr/>
            <p:nvPr/>
          </p:nvSpPr>
          <p:spPr>
            <a:xfrm rot="-5400000">
              <a:off x="5587954" y="4635496"/>
              <a:ext cx="507600" cy="507900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5" name="Google Shape;3095;p267"/>
            <p:cNvSpPr/>
            <p:nvPr/>
          </p:nvSpPr>
          <p:spPr>
            <a:xfrm rot="-5400000">
              <a:off x="6096004" y="4635496"/>
              <a:ext cx="507600" cy="5079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096" name="Google Shape;3096;p267"/>
            <p:cNvSpPr/>
            <p:nvPr/>
          </p:nvSpPr>
          <p:spPr>
            <a:xfrm rot="-5400000">
              <a:off x="6604054" y="4635496"/>
              <a:ext cx="507600" cy="507900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7" name="Google Shape;3097;p267"/>
            <p:cNvSpPr/>
            <p:nvPr/>
          </p:nvSpPr>
          <p:spPr>
            <a:xfrm rot="-5400000">
              <a:off x="7112104" y="4635496"/>
              <a:ext cx="507600" cy="5079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098" name="Google Shape;3098;p267"/>
            <p:cNvSpPr/>
            <p:nvPr/>
          </p:nvSpPr>
          <p:spPr>
            <a:xfrm rot="-5400000">
              <a:off x="7620154" y="4635496"/>
              <a:ext cx="507600" cy="507900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9" name="Google Shape;3099;p267"/>
            <p:cNvSpPr/>
            <p:nvPr/>
          </p:nvSpPr>
          <p:spPr>
            <a:xfrm rot="-5400000">
              <a:off x="8128204" y="4635496"/>
              <a:ext cx="507600" cy="5079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100" name="Google Shape;3100;p267"/>
            <p:cNvSpPr/>
            <p:nvPr/>
          </p:nvSpPr>
          <p:spPr>
            <a:xfrm rot="-5400000">
              <a:off x="8636254" y="4635496"/>
              <a:ext cx="507600" cy="507900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1" name="Google Shape;3101;p267"/>
            <p:cNvSpPr/>
            <p:nvPr/>
          </p:nvSpPr>
          <p:spPr>
            <a:xfrm>
              <a:off x="-300" y="1030152"/>
              <a:ext cx="507900" cy="515100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2" name="Google Shape;3102;p267"/>
            <p:cNvSpPr/>
            <p:nvPr/>
          </p:nvSpPr>
          <p:spPr>
            <a:xfrm>
              <a:off x="-300" y="0"/>
              <a:ext cx="507900" cy="515100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3" name="Google Shape;3103;p267"/>
            <p:cNvSpPr/>
            <p:nvPr/>
          </p:nvSpPr>
          <p:spPr>
            <a:xfrm>
              <a:off x="-300" y="504275"/>
              <a:ext cx="507900" cy="5259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104" name="Google Shape;3104;p267"/>
            <p:cNvSpPr/>
            <p:nvPr/>
          </p:nvSpPr>
          <p:spPr>
            <a:xfrm>
              <a:off x="-300" y="1545228"/>
              <a:ext cx="507900" cy="5151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105" name="Google Shape;3105;p267"/>
            <p:cNvSpPr/>
            <p:nvPr/>
          </p:nvSpPr>
          <p:spPr>
            <a:xfrm>
              <a:off x="-300" y="3090456"/>
              <a:ext cx="507900" cy="515100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6" name="Google Shape;3106;p267"/>
            <p:cNvSpPr/>
            <p:nvPr/>
          </p:nvSpPr>
          <p:spPr>
            <a:xfrm>
              <a:off x="-300" y="2060304"/>
              <a:ext cx="507900" cy="515100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7" name="Google Shape;3107;p267"/>
            <p:cNvSpPr/>
            <p:nvPr/>
          </p:nvSpPr>
          <p:spPr>
            <a:xfrm>
              <a:off x="-300" y="2575380"/>
              <a:ext cx="507900" cy="5151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108" name="Google Shape;3108;p267"/>
            <p:cNvSpPr/>
            <p:nvPr/>
          </p:nvSpPr>
          <p:spPr>
            <a:xfrm>
              <a:off x="-300" y="3605532"/>
              <a:ext cx="507900" cy="5151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109" name="Google Shape;3109;p267"/>
            <p:cNvSpPr/>
            <p:nvPr/>
          </p:nvSpPr>
          <p:spPr>
            <a:xfrm>
              <a:off x="-300" y="4120608"/>
              <a:ext cx="507900" cy="515100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0" name="Google Shape;3110;p267"/>
            <p:cNvSpPr/>
            <p:nvPr/>
          </p:nvSpPr>
          <p:spPr>
            <a:xfrm>
              <a:off x="507600" y="57"/>
              <a:ext cx="507300" cy="5076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111" name="Google Shape;3111;p267"/>
            <p:cNvSpPr/>
            <p:nvPr/>
          </p:nvSpPr>
          <p:spPr>
            <a:xfrm rot="-5400000">
              <a:off x="2031153" y="-254"/>
              <a:ext cx="507600" cy="507900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2" name="Google Shape;3112;p267"/>
            <p:cNvSpPr/>
            <p:nvPr/>
          </p:nvSpPr>
          <p:spPr>
            <a:xfrm rot="-5400000">
              <a:off x="1015053" y="-254"/>
              <a:ext cx="507600" cy="507900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3" name="Google Shape;3113;p267"/>
            <p:cNvSpPr/>
            <p:nvPr/>
          </p:nvSpPr>
          <p:spPr>
            <a:xfrm rot="-5400000">
              <a:off x="1523103" y="-254"/>
              <a:ext cx="507600" cy="5079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114" name="Google Shape;3114;p267"/>
            <p:cNvSpPr/>
            <p:nvPr/>
          </p:nvSpPr>
          <p:spPr>
            <a:xfrm rot="-5400000">
              <a:off x="2539203" y="-254"/>
              <a:ext cx="507600" cy="5079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115" name="Google Shape;3115;p267"/>
            <p:cNvSpPr/>
            <p:nvPr/>
          </p:nvSpPr>
          <p:spPr>
            <a:xfrm rot="-5400000">
              <a:off x="4063354" y="-254"/>
              <a:ext cx="507600" cy="507900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6" name="Google Shape;3116;p267"/>
            <p:cNvSpPr/>
            <p:nvPr/>
          </p:nvSpPr>
          <p:spPr>
            <a:xfrm rot="-5400000">
              <a:off x="3047253" y="-254"/>
              <a:ext cx="507600" cy="507900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7" name="Google Shape;3117;p267"/>
            <p:cNvSpPr/>
            <p:nvPr/>
          </p:nvSpPr>
          <p:spPr>
            <a:xfrm rot="-5400000">
              <a:off x="3555304" y="-254"/>
              <a:ext cx="507600" cy="5079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118" name="Google Shape;3118;p267"/>
            <p:cNvSpPr/>
            <p:nvPr/>
          </p:nvSpPr>
          <p:spPr>
            <a:xfrm rot="-5400000">
              <a:off x="4571404" y="-254"/>
              <a:ext cx="507600" cy="5079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119" name="Google Shape;3119;p267"/>
            <p:cNvSpPr/>
            <p:nvPr/>
          </p:nvSpPr>
          <p:spPr>
            <a:xfrm rot="-5400000">
              <a:off x="5079454" y="-254"/>
              <a:ext cx="507600" cy="507900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0" name="Google Shape;3120;p267"/>
            <p:cNvSpPr/>
            <p:nvPr/>
          </p:nvSpPr>
          <p:spPr>
            <a:xfrm rot="-5400000">
              <a:off x="5587504" y="-254"/>
              <a:ext cx="507600" cy="5079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121" name="Google Shape;3121;p267"/>
            <p:cNvSpPr/>
            <p:nvPr/>
          </p:nvSpPr>
          <p:spPr>
            <a:xfrm rot="-5400000">
              <a:off x="6095554" y="-254"/>
              <a:ext cx="507600" cy="507900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2" name="Google Shape;3122;p267"/>
            <p:cNvSpPr/>
            <p:nvPr/>
          </p:nvSpPr>
          <p:spPr>
            <a:xfrm rot="-5400000">
              <a:off x="6603604" y="-254"/>
              <a:ext cx="507600" cy="5079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123" name="Google Shape;3123;p267"/>
            <p:cNvSpPr/>
            <p:nvPr/>
          </p:nvSpPr>
          <p:spPr>
            <a:xfrm rot="-5400000">
              <a:off x="7111654" y="-254"/>
              <a:ext cx="507600" cy="507900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4" name="Google Shape;3124;p267"/>
            <p:cNvSpPr/>
            <p:nvPr/>
          </p:nvSpPr>
          <p:spPr>
            <a:xfrm rot="-5400000">
              <a:off x="7619704" y="-254"/>
              <a:ext cx="507600" cy="5079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125" name="Google Shape;3125;p267"/>
            <p:cNvSpPr/>
            <p:nvPr/>
          </p:nvSpPr>
          <p:spPr>
            <a:xfrm rot="-5400000">
              <a:off x="8127754" y="-254"/>
              <a:ext cx="507600" cy="507900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6" name="Google Shape;3126;p267"/>
            <p:cNvSpPr/>
            <p:nvPr/>
          </p:nvSpPr>
          <p:spPr>
            <a:xfrm rot="-5400000">
              <a:off x="8635804" y="-238"/>
              <a:ext cx="507600" cy="5079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127" name="Google Shape;3127;p267"/>
            <p:cNvSpPr/>
            <p:nvPr/>
          </p:nvSpPr>
          <p:spPr>
            <a:xfrm rot="10800000">
              <a:off x="8636100" y="3605532"/>
              <a:ext cx="507900" cy="515100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8" name="Google Shape;3128;p267"/>
            <p:cNvSpPr/>
            <p:nvPr/>
          </p:nvSpPr>
          <p:spPr>
            <a:xfrm rot="10800000">
              <a:off x="8636100" y="4120608"/>
              <a:ext cx="507900" cy="5151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129" name="Google Shape;3129;p267"/>
            <p:cNvSpPr/>
            <p:nvPr/>
          </p:nvSpPr>
          <p:spPr>
            <a:xfrm rot="10800000">
              <a:off x="8636100" y="3090456"/>
              <a:ext cx="507900" cy="5151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130" name="Google Shape;3130;p267"/>
            <p:cNvSpPr/>
            <p:nvPr/>
          </p:nvSpPr>
          <p:spPr>
            <a:xfrm rot="10800000">
              <a:off x="8636100" y="1545228"/>
              <a:ext cx="507900" cy="515100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1" name="Google Shape;3131;p267"/>
            <p:cNvSpPr/>
            <p:nvPr/>
          </p:nvSpPr>
          <p:spPr>
            <a:xfrm rot="10800000">
              <a:off x="8636100" y="2575380"/>
              <a:ext cx="507900" cy="515100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2" name="Google Shape;3132;p267"/>
            <p:cNvSpPr/>
            <p:nvPr/>
          </p:nvSpPr>
          <p:spPr>
            <a:xfrm rot="10800000">
              <a:off x="8636100" y="2060304"/>
              <a:ext cx="507900" cy="5151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133" name="Google Shape;3133;p267"/>
            <p:cNvSpPr/>
            <p:nvPr/>
          </p:nvSpPr>
          <p:spPr>
            <a:xfrm rot="10800000">
              <a:off x="8636100" y="1030152"/>
              <a:ext cx="507900" cy="5151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134" name="Google Shape;3134;p267"/>
            <p:cNvSpPr/>
            <p:nvPr/>
          </p:nvSpPr>
          <p:spPr>
            <a:xfrm rot="10800000">
              <a:off x="8636100" y="504275"/>
              <a:ext cx="507900" cy="525900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135" name="Google Shape;3135;p267"/>
          <p:cNvSpPr txBox="1"/>
          <p:nvPr>
            <p:ph type="title"/>
          </p:nvPr>
        </p:nvSpPr>
        <p:spPr>
          <a:xfrm>
            <a:off x="1241550" y="2010150"/>
            <a:ext cx="6660900" cy="112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2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TITLE_AND_TWO_COLUMNS_1">
    <p:spTree>
      <p:nvGrpSpPr>
        <p:cNvPr id="3136" name="Shape 3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7" name="Google Shape;3137;p26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3138" name="Google Shape;3138;p268"/>
          <p:cNvGrpSpPr/>
          <p:nvPr/>
        </p:nvGrpSpPr>
        <p:grpSpPr>
          <a:xfrm>
            <a:off x="-300" y="-104"/>
            <a:ext cx="9144304" cy="5143511"/>
            <a:chOff x="-300" y="-104"/>
            <a:chExt cx="9144304" cy="5143511"/>
          </a:xfrm>
        </p:grpSpPr>
        <p:sp>
          <p:nvSpPr>
            <p:cNvPr id="3139" name="Google Shape;3139;p268"/>
            <p:cNvSpPr/>
            <p:nvPr/>
          </p:nvSpPr>
          <p:spPr>
            <a:xfrm>
              <a:off x="0" y="4635807"/>
              <a:ext cx="507300" cy="5076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140" name="Google Shape;3140;p268"/>
            <p:cNvSpPr/>
            <p:nvPr/>
          </p:nvSpPr>
          <p:spPr>
            <a:xfrm rot="-5400000">
              <a:off x="1523553" y="4635496"/>
              <a:ext cx="507600" cy="507900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1" name="Google Shape;3141;p268"/>
            <p:cNvSpPr/>
            <p:nvPr/>
          </p:nvSpPr>
          <p:spPr>
            <a:xfrm rot="-5400000">
              <a:off x="507453" y="4635496"/>
              <a:ext cx="507600" cy="507900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2" name="Google Shape;3142;p268"/>
            <p:cNvSpPr/>
            <p:nvPr/>
          </p:nvSpPr>
          <p:spPr>
            <a:xfrm rot="-5400000">
              <a:off x="1015503" y="4635496"/>
              <a:ext cx="507600" cy="5079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143" name="Google Shape;3143;p268"/>
            <p:cNvSpPr/>
            <p:nvPr/>
          </p:nvSpPr>
          <p:spPr>
            <a:xfrm rot="-5400000">
              <a:off x="2031603" y="4635496"/>
              <a:ext cx="507600" cy="5079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144" name="Google Shape;3144;p268"/>
            <p:cNvSpPr/>
            <p:nvPr/>
          </p:nvSpPr>
          <p:spPr>
            <a:xfrm rot="-5400000">
              <a:off x="3555754" y="4635496"/>
              <a:ext cx="507600" cy="507900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5" name="Google Shape;3145;p268"/>
            <p:cNvSpPr/>
            <p:nvPr/>
          </p:nvSpPr>
          <p:spPr>
            <a:xfrm rot="-5400000">
              <a:off x="2539653" y="4635496"/>
              <a:ext cx="507600" cy="507900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6" name="Google Shape;3146;p268"/>
            <p:cNvSpPr/>
            <p:nvPr/>
          </p:nvSpPr>
          <p:spPr>
            <a:xfrm rot="-5400000">
              <a:off x="3047704" y="4635496"/>
              <a:ext cx="507600" cy="5079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147" name="Google Shape;3147;p268"/>
            <p:cNvSpPr/>
            <p:nvPr/>
          </p:nvSpPr>
          <p:spPr>
            <a:xfrm rot="-5400000">
              <a:off x="4063804" y="4635496"/>
              <a:ext cx="507600" cy="5079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148" name="Google Shape;3148;p268"/>
            <p:cNvSpPr/>
            <p:nvPr/>
          </p:nvSpPr>
          <p:spPr>
            <a:xfrm rot="-5400000">
              <a:off x="4571854" y="4635496"/>
              <a:ext cx="507600" cy="507900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9" name="Google Shape;3149;p268"/>
            <p:cNvSpPr/>
            <p:nvPr/>
          </p:nvSpPr>
          <p:spPr>
            <a:xfrm rot="-5400000">
              <a:off x="5079904" y="4635496"/>
              <a:ext cx="507600" cy="5079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150" name="Google Shape;3150;p268"/>
            <p:cNvSpPr/>
            <p:nvPr/>
          </p:nvSpPr>
          <p:spPr>
            <a:xfrm rot="-5400000">
              <a:off x="5587954" y="4635496"/>
              <a:ext cx="507600" cy="507900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1" name="Google Shape;3151;p268"/>
            <p:cNvSpPr/>
            <p:nvPr/>
          </p:nvSpPr>
          <p:spPr>
            <a:xfrm rot="-5400000">
              <a:off x="6096004" y="4635496"/>
              <a:ext cx="507600" cy="5079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152" name="Google Shape;3152;p268"/>
            <p:cNvSpPr/>
            <p:nvPr/>
          </p:nvSpPr>
          <p:spPr>
            <a:xfrm rot="-5400000">
              <a:off x="6604054" y="4635496"/>
              <a:ext cx="507600" cy="507900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3" name="Google Shape;3153;p268"/>
            <p:cNvSpPr/>
            <p:nvPr/>
          </p:nvSpPr>
          <p:spPr>
            <a:xfrm rot="-5400000">
              <a:off x="7112104" y="4635496"/>
              <a:ext cx="507600" cy="5079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154" name="Google Shape;3154;p268"/>
            <p:cNvSpPr/>
            <p:nvPr/>
          </p:nvSpPr>
          <p:spPr>
            <a:xfrm rot="-5400000">
              <a:off x="7620154" y="4635496"/>
              <a:ext cx="507600" cy="507900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5" name="Google Shape;3155;p268"/>
            <p:cNvSpPr/>
            <p:nvPr/>
          </p:nvSpPr>
          <p:spPr>
            <a:xfrm rot="-5400000">
              <a:off x="8128204" y="4635496"/>
              <a:ext cx="507600" cy="5079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156" name="Google Shape;3156;p268"/>
            <p:cNvSpPr/>
            <p:nvPr/>
          </p:nvSpPr>
          <p:spPr>
            <a:xfrm rot="-5400000">
              <a:off x="8636254" y="4635496"/>
              <a:ext cx="507600" cy="507900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7" name="Google Shape;3157;p268"/>
            <p:cNvSpPr/>
            <p:nvPr/>
          </p:nvSpPr>
          <p:spPr>
            <a:xfrm>
              <a:off x="-300" y="1030152"/>
              <a:ext cx="507900" cy="515100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8" name="Google Shape;3158;p268"/>
            <p:cNvSpPr/>
            <p:nvPr/>
          </p:nvSpPr>
          <p:spPr>
            <a:xfrm>
              <a:off x="-300" y="0"/>
              <a:ext cx="507900" cy="515100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9" name="Google Shape;3159;p268"/>
            <p:cNvSpPr/>
            <p:nvPr/>
          </p:nvSpPr>
          <p:spPr>
            <a:xfrm>
              <a:off x="-300" y="504275"/>
              <a:ext cx="507900" cy="5259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160" name="Google Shape;3160;p268"/>
            <p:cNvSpPr/>
            <p:nvPr/>
          </p:nvSpPr>
          <p:spPr>
            <a:xfrm>
              <a:off x="-300" y="1545228"/>
              <a:ext cx="507900" cy="5151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161" name="Google Shape;3161;p268"/>
            <p:cNvSpPr/>
            <p:nvPr/>
          </p:nvSpPr>
          <p:spPr>
            <a:xfrm>
              <a:off x="-300" y="3090456"/>
              <a:ext cx="507900" cy="515100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2" name="Google Shape;3162;p268"/>
            <p:cNvSpPr/>
            <p:nvPr/>
          </p:nvSpPr>
          <p:spPr>
            <a:xfrm>
              <a:off x="-300" y="2060304"/>
              <a:ext cx="507900" cy="515100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3" name="Google Shape;3163;p268"/>
            <p:cNvSpPr/>
            <p:nvPr/>
          </p:nvSpPr>
          <p:spPr>
            <a:xfrm>
              <a:off x="-300" y="2575380"/>
              <a:ext cx="507900" cy="5151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164" name="Google Shape;3164;p268"/>
            <p:cNvSpPr/>
            <p:nvPr/>
          </p:nvSpPr>
          <p:spPr>
            <a:xfrm>
              <a:off x="-300" y="3605532"/>
              <a:ext cx="507900" cy="5151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165" name="Google Shape;3165;p268"/>
            <p:cNvSpPr/>
            <p:nvPr/>
          </p:nvSpPr>
          <p:spPr>
            <a:xfrm>
              <a:off x="-300" y="4120608"/>
              <a:ext cx="507900" cy="515100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6" name="Google Shape;3166;p268"/>
            <p:cNvSpPr/>
            <p:nvPr/>
          </p:nvSpPr>
          <p:spPr>
            <a:xfrm>
              <a:off x="507600" y="57"/>
              <a:ext cx="507300" cy="5076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167" name="Google Shape;3167;p268"/>
            <p:cNvSpPr/>
            <p:nvPr/>
          </p:nvSpPr>
          <p:spPr>
            <a:xfrm rot="-5400000">
              <a:off x="2031153" y="-254"/>
              <a:ext cx="507600" cy="507900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8" name="Google Shape;3168;p268"/>
            <p:cNvSpPr/>
            <p:nvPr/>
          </p:nvSpPr>
          <p:spPr>
            <a:xfrm rot="-5400000">
              <a:off x="1015053" y="-254"/>
              <a:ext cx="507600" cy="507900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9" name="Google Shape;3169;p268"/>
            <p:cNvSpPr/>
            <p:nvPr/>
          </p:nvSpPr>
          <p:spPr>
            <a:xfrm rot="-5400000">
              <a:off x="1523103" y="-254"/>
              <a:ext cx="507600" cy="5079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170" name="Google Shape;3170;p268"/>
            <p:cNvSpPr/>
            <p:nvPr/>
          </p:nvSpPr>
          <p:spPr>
            <a:xfrm rot="-5400000">
              <a:off x="2539203" y="-254"/>
              <a:ext cx="507600" cy="5079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171" name="Google Shape;3171;p268"/>
            <p:cNvSpPr/>
            <p:nvPr/>
          </p:nvSpPr>
          <p:spPr>
            <a:xfrm rot="-5400000">
              <a:off x="4063354" y="-254"/>
              <a:ext cx="507600" cy="507900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2" name="Google Shape;3172;p268"/>
            <p:cNvSpPr/>
            <p:nvPr/>
          </p:nvSpPr>
          <p:spPr>
            <a:xfrm rot="-5400000">
              <a:off x="3047253" y="-254"/>
              <a:ext cx="507600" cy="507900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3" name="Google Shape;3173;p268"/>
            <p:cNvSpPr/>
            <p:nvPr/>
          </p:nvSpPr>
          <p:spPr>
            <a:xfrm rot="-5400000">
              <a:off x="3555304" y="-254"/>
              <a:ext cx="507600" cy="5079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174" name="Google Shape;3174;p268"/>
            <p:cNvSpPr/>
            <p:nvPr/>
          </p:nvSpPr>
          <p:spPr>
            <a:xfrm rot="-5400000">
              <a:off x="4571404" y="-254"/>
              <a:ext cx="507600" cy="5079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175" name="Google Shape;3175;p268"/>
            <p:cNvSpPr/>
            <p:nvPr/>
          </p:nvSpPr>
          <p:spPr>
            <a:xfrm rot="-5400000">
              <a:off x="5079454" y="-254"/>
              <a:ext cx="507600" cy="507900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6" name="Google Shape;3176;p268"/>
            <p:cNvSpPr/>
            <p:nvPr/>
          </p:nvSpPr>
          <p:spPr>
            <a:xfrm rot="-5400000">
              <a:off x="5587504" y="-254"/>
              <a:ext cx="507600" cy="5079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177" name="Google Shape;3177;p268"/>
            <p:cNvSpPr/>
            <p:nvPr/>
          </p:nvSpPr>
          <p:spPr>
            <a:xfrm rot="-5400000">
              <a:off x="6095554" y="-254"/>
              <a:ext cx="507600" cy="507900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8" name="Google Shape;3178;p268"/>
            <p:cNvSpPr/>
            <p:nvPr/>
          </p:nvSpPr>
          <p:spPr>
            <a:xfrm rot="-5400000">
              <a:off x="6603604" y="-254"/>
              <a:ext cx="507600" cy="5079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179" name="Google Shape;3179;p268"/>
            <p:cNvSpPr/>
            <p:nvPr/>
          </p:nvSpPr>
          <p:spPr>
            <a:xfrm rot="-5400000">
              <a:off x="7111654" y="-254"/>
              <a:ext cx="507600" cy="507900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0" name="Google Shape;3180;p268"/>
            <p:cNvSpPr/>
            <p:nvPr/>
          </p:nvSpPr>
          <p:spPr>
            <a:xfrm rot="-5400000">
              <a:off x="7619704" y="-254"/>
              <a:ext cx="507600" cy="5079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181" name="Google Shape;3181;p268"/>
            <p:cNvSpPr/>
            <p:nvPr/>
          </p:nvSpPr>
          <p:spPr>
            <a:xfrm rot="-5400000">
              <a:off x="8127754" y="-254"/>
              <a:ext cx="507600" cy="507900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2" name="Google Shape;3182;p268"/>
            <p:cNvSpPr/>
            <p:nvPr/>
          </p:nvSpPr>
          <p:spPr>
            <a:xfrm rot="-5400000">
              <a:off x="8635804" y="-238"/>
              <a:ext cx="507600" cy="5079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183" name="Google Shape;3183;p268"/>
            <p:cNvSpPr/>
            <p:nvPr/>
          </p:nvSpPr>
          <p:spPr>
            <a:xfrm rot="10800000">
              <a:off x="8636100" y="3605532"/>
              <a:ext cx="507900" cy="515100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4" name="Google Shape;3184;p268"/>
            <p:cNvSpPr/>
            <p:nvPr/>
          </p:nvSpPr>
          <p:spPr>
            <a:xfrm rot="10800000">
              <a:off x="8636100" y="4120608"/>
              <a:ext cx="507900" cy="5151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185" name="Google Shape;3185;p268"/>
            <p:cNvSpPr/>
            <p:nvPr/>
          </p:nvSpPr>
          <p:spPr>
            <a:xfrm rot="10800000">
              <a:off x="8636100" y="3090456"/>
              <a:ext cx="507900" cy="5151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186" name="Google Shape;3186;p268"/>
            <p:cNvSpPr/>
            <p:nvPr/>
          </p:nvSpPr>
          <p:spPr>
            <a:xfrm rot="10800000">
              <a:off x="8636100" y="1545228"/>
              <a:ext cx="507900" cy="515100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7" name="Google Shape;3187;p268"/>
            <p:cNvSpPr/>
            <p:nvPr/>
          </p:nvSpPr>
          <p:spPr>
            <a:xfrm rot="10800000">
              <a:off x="8636100" y="2575380"/>
              <a:ext cx="507900" cy="515100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8" name="Google Shape;3188;p268"/>
            <p:cNvSpPr/>
            <p:nvPr/>
          </p:nvSpPr>
          <p:spPr>
            <a:xfrm rot="10800000">
              <a:off x="8636100" y="2060304"/>
              <a:ext cx="507900" cy="5151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189" name="Google Shape;3189;p268"/>
            <p:cNvSpPr/>
            <p:nvPr/>
          </p:nvSpPr>
          <p:spPr>
            <a:xfrm rot="10800000">
              <a:off x="8636100" y="1030152"/>
              <a:ext cx="507900" cy="515100"/>
            </a:xfrm>
            <a:prstGeom prst="rect">
              <a:avLst/>
            </a:prstGeom>
            <a:solidFill>
              <a:schemeClr val="accent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190" name="Google Shape;3190;p268"/>
            <p:cNvSpPr/>
            <p:nvPr/>
          </p:nvSpPr>
          <p:spPr>
            <a:xfrm rot="10800000">
              <a:off x="8636100" y="504275"/>
              <a:ext cx="507900" cy="525900"/>
            </a:xfrm>
            <a:prstGeom prst="rect">
              <a:avLst/>
            </a:prstGeom>
            <a:solidFill>
              <a:schemeClr val="accent1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191" name="Google Shape;3191;p268"/>
          <p:cNvSpPr txBox="1"/>
          <p:nvPr>
            <p:ph type="title"/>
          </p:nvPr>
        </p:nvSpPr>
        <p:spPr>
          <a:xfrm>
            <a:off x="1319000" y="942200"/>
            <a:ext cx="6660900" cy="112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192" name="Google Shape;3192;p268"/>
          <p:cNvSpPr txBox="1"/>
          <p:nvPr>
            <p:ph idx="1" type="body"/>
          </p:nvPr>
        </p:nvSpPr>
        <p:spPr>
          <a:xfrm>
            <a:off x="885050" y="2505325"/>
            <a:ext cx="7528800" cy="172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2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1">
  <p:cSld name="TITLE_ONLY_3">
    <p:spTree>
      <p:nvGrpSpPr>
        <p:cNvPr id="3193" name="Shape 3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4" name="Google Shape;3194;p26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3195" name="Google Shape;3195;p269"/>
          <p:cNvGrpSpPr/>
          <p:nvPr/>
        </p:nvGrpSpPr>
        <p:grpSpPr>
          <a:xfrm>
            <a:off x="0" y="-125"/>
            <a:ext cx="9144300" cy="5143500"/>
            <a:chOff x="0" y="-125"/>
            <a:chExt cx="9144300" cy="5143500"/>
          </a:xfrm>
        </p:grpSpPr>
        <p:sp>
          <p:nvSpPr>
            <p:cNvPr id="3196" name="Google Shape;3196;p269"/>
            <p:cNvSpPr/>
            <p:nvPr/>
          </p:nvSpPr>
          <p:spPr>
            <a:xfrm>
              <a:off x="0" y="0"/>
              <a:ext cx="9144000" cy="91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3197" name="Google Shape;3197;p269"/>
            <p:cNvSpPr/>
            <p:nvPr/>
          </p:nvSpPr>
          <p:spPr>
            <a:xfrm>
              <a:off x="0" y="5051800"/>
              <a:ext cx="9144000" cy="91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3198" name="Google Shape;3198;p269"/>
            <p:cNvSpPr/>
            <p:nvPr/>
          </p:nvSpPr>
          <p:spPr>
            <a:xfrm rot="-5400000">
              <a:off x="-2526000" y="2525875"/>
              <a:ext cx="5143500" cy="91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3199" name="Google Shape;3199;p269"/>
            <p:cNvSpPr/>
            <p:nvPr/>
          </p:nvSpPr>
          <p:spPr>
            <a:xfrm rot="-5400000">
              <a:off x="6526800" y="2525875"/>
              <a:ext cx="5143500" cy="91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</p:grpSp>
      <p:sp>
        <p:nvSpPr>
          <p:cNvPr id="3200" name="Google Shape;3200;p269"/>
          <p:cNvSpPr txBox="1"/>
          <p:nvPr>
            <p:ph type="title"/>
          </p:nvPr>
        </p:nvSpPr>
        <p:spPr>
          <a:xfrm>
            <a:off x="433550" y="541825"/>
            <a:ext cx="83163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</p:spTree>
  </p:cSld>
  <p:clrMapOvr>
    <a:masterClrMapping/>
  </p:clrMapOvr>
</p:sldLayout>
</file>

<file path=ppt/slideLayouts/slideLayout2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_ONLY_3_1">
    <p:spTree>
      <p:nvGrpSpPr>
        <p:cNvPr id="3201" name="Shape 3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2" name="Google Shape;3202;p27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3203" name="Google Shape;3203;p270"/>
          <p:cNvGrpSpPr/>
          <p:nvPr/>
        </p:nvGrpSpPr>
        <p:grpSpPr>
          <a:xfrm>
            <a:off x="0" y="-125"/>
            <a:ext cx="9144300" cy="5143500"/>
            <a:chOff x="0" y="-125"/>
            <a:chExt cx="9144300" cy="5143500"/>
          </a:xfrm>
        </p:grpSpPr>
        <p:sp>
          <p:nvSpPr>
            <p:cNvPr id="3204" name="Google Shape;3204;p270"/>
            <p:cNvSpPr/>
            <p:nvPr/>
          </p:nvSpPr>
          <p:spPr>
            <a:xfrm>
              <a:off x="0" y="0"/>
              <a:ext cx="9144000" cy="91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3205" name="Google Shape;3205;p270"/>
            <p:cNvSpPr/>
            <p:nvPr/>
          </p:nvSpPr>
          <p:spPr>
            <a:xfrm>
              <a:off x="0" y="5051800"/>
              <a:ext cx="9144000" cy="91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3206" name="Google Shape;3206;p270"/>
            <p:cNvSpPr/>
            <p:nvPr/>
          </p:nvSpPr>
          <p:spPr>
            <a:xfrm rot="-5400000">
              <a:off x="-2526000" y="2525875"/>
              <a:ext cx="5143500" cy="91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3207" name="Google Shape;3207;p270"/>
            <p:cNvSpPr/>
            <p:nvPr/>
          </p:nvSpPr>
          <p:spPr>
            <a:xfrm rot="-5400000">
              <a:off x="6526800" y="2525875"/>
              <a:ext cx="5143500" cy="91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</p:grpSp>
      <p:sp>
        <p:nvSpPr>
          <p:cNvPr id="3208" name="Google Shape;3208;p270"/>
          <p:cNvSpPr txBox="1"/>
          <p:nvPr>
            <p:ph type="title"/>
          </p:nvPr>
        </p:nvSpPr>
        <p:spPr>
          <a:xfrm>
            <a:off x="433550" y="541825"/>
            <a:ext cx="83163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209" name="Google Shape;3209;p270"/>
          <p:cNvSpPr txBox="1"/>
          <p:nvPr>
            <p:ph idx="1" type="body"/>
          </p:nvPr>
        </p:nvSpPr>
        <p:spPr>
          <a:xfrm>
            <a:off x="599900" y="1492675"/>
            <a:ext cx="3755400" cy="215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2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_ONLY_3_1_1">
    <p:spTree>
      <p:nvGrpSpPr>
        <p:cNvPr id="3210" name="Shape 3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1" name="Google Shape;3211;p27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3212" name="Google Shape;3212;p271"/>
          <p:cNvGrpSpPr/>
          <p:nvPr/>
        </p:nvGrpSpPr>
        <p:grpSpPr>
          <a:xfrm>
            <a:off x="0" y="-125"/>
            <a:ext cx="9144300" cy="5143500"/>
            <a:chOff x="0" y="-125"/>
            <a:chExt cx="9144300" cy="5143500"/>
          </a:xfrm>
        </p:grpSpPr>
        <p:sp>
          <p:nvSpPr>
            <p:cNvPr id="3213" name="Google Shape;3213;p271"/>
            <p:cNvSpPr/>
            <p:nvPr/>
          </p:nvSpPr>
          <p:spPr>
            <a:xfrm>
              <a:off x="0" y="0"/>
              <a:ext cx="9144000" cy="91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3214" name="Google Shape;3214;p271"/>
            <p:cNvSpPr/>
            <p:nvPr/>
          </p:nvSpPr>
          <p:spPr>
            <a:xfrm>
              <a:off x="0" y="5051800"/>
              <a:ext cx="9144000" cy="91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3215" name="Google Shape;3215;p271"/>
            <p:cNvSpPr/>
            <p:nvPr/>
          </p:nvSpPr>
          <p:spPr>
            <a:xfrm rot="-5400000">
              <a:off x="-2526000" y="2525875"/>
              <a:ext cx="5143500" cy="91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3216" name="Google Shape;3216;p271"/>
            <p:cNvSpPr/>
            <p:nvPr/>
          </p:nvSpPr>
          <p:spPr>
            <a:xfrm rot="-5400000">
              <a:off x="6526800" y="2525875"/>
              <a:ext cx="5143500" cy="91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</p:grpSp>
      <p:sp>
        <p:nvSpPr>
          <p:cNvPr id="3217" name="Google Shape;3217;p271"/>
          <p:cNvSpPr txBox="1"/>
          <p:nvPr>
            <p:ph type="title"/>
          </p:nvPr>
        </p:nvSpPr>
        <p:spPr>
          <a:xfrm>
            <a:off x="433550" y="541825"/>
            <a:ext cx="83163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218" name="Google Shape;3218;p271"/>
          <p:cNvSpPr txBox="1"/>
          <p:nvPr>
            <p:ph idx="1" type="body"/>
          </p:nvPr>
        </p:nvSpPr>
        <p:spPr>
          <a:xfrm>
            <a:off x="599900" y="1492675"/>
            <a:ext cx="3755400" cy="215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19" name="Google Shape;3219;p271"/>
          <p:cNvSpPr txBox="1"/>
          <p:nvPr>
            <p:ph idx="2" type="body"/>
          </p:nvPr>
        </p:nvSpPr>
        <p:spPr>
          <a:xfrm>
            <a:off x="4853300" y="1492675"/>
            <a:ext cx="3755400" cy="215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2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TITLE_ONLY_2">
    <p:spTree>
      <p:nvGrpSpPr>
        <p:cNvPr id="3220" name="Shape 3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1" name="Google Shape;3221;p27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3222" name="Google Shape;3222;p272"/>
          <p:cNvGrpSpPr/>
          <p:nvPr/>
        </p:nvGrpSpPr>
        <p:grpSpPr>
          <a:xfrm>
            <a:off x="0" y="-125"/>
            <a:ext cx="9144300" cy="5143500"/>
            <a:chOff x="0" y="-125"/>
            <a:chExt cx="9144300" cy="5143500"/>
          </a:xfrm>
        </p:grpSpPr>
        <p:sp>
          <p:nvSpPr>
            <p:cNvPr id="3223" name="Google Shape;3223;p272"/>
            <p:cNvSpPr/>
            <p:nvPr/>
          </p:nvSpPr>
          <p:spPr>
            <a:xfrm>
              <a:off x="0" y="0"/>
              <a:ext cx="9144000" cy="91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3224" name="Google Shape;3224;p272"/>
            <p:cNvSpPr/>
            <p:nvPr/>
          </p:nvSpPr>
          <p:spPr>
            <a:xfrm>
              <a:off x="0" y="5051800"/>
              <a:ext cx="9144000" cy="91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3225" name="Google Shape;3225;p272"/>
            <p:cNvSpPr/>
            <p:nvPr/>
          </p:nvSpPr>
          <p:spPr>
            <a:xfrm rot="-5400000">
              <a:off x="-2526000" y="2525875"/>
              <a:ext cx="5143500" cy="91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3226" name="Google Shape;3226;p272"/>
            <p:cNvSpPr/>
            <p:nvPr/>
          </p:nvSpPr>
          <p:spPr>
            <a:xfrm rot="-5400000">
              <a:off x="6526800" y="2525875"/>
              <a:ext cx="5143500" cy="91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</p:grpSp>
    </p:spTree>
  </p:cSld>
  <p:clrMapOvr>
    <a:masterClrMapping/>
  </p:clrMapOvr>
</p:sldLayout>
</file>

<file path=ppt/slideLayouts/slideLayout2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TITLE_ONLY_2_1">
    <p:spTree>
      <p:nvGrpSpPr>
        <p:cNvPr id="3227" name="Shape 3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8" name="Google Shape;3228;p273"/>
          <p:cNvSpPr/>
          <p:nvPr>
            <p:ph idx="2" type="pic"/>
          </p:nvPr>
        </p:nvSpPr>
        <p:spPr>
          <a:xfrm>
            <a:off x="86925" y="86600"/>
            <a:ext cx="8970600" cy="4970100"/>
          </a:xfrm>
          <a:prstGeom prst="rect">
            <a:avLst/>
          </a:prstGeom>
          <a:noFill/>
          <a:ln>
            <a:noFill/>
          </a:ln>
        </p:spPr>
      </p:sp>
      <p:sp>
        <p:nvSpPr>
          <p:cNvPr id="3229" name="Google Shape;3229;p27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3230" name="Google Shape;3230;p273"/>
          <p:cNvGrpSpPr/>
          <p:nvPr/>
        </p:nvGrpSpPr>
        <p:grpSpPr>
          <a:xfrm>
            <a:off x="0" y="-125"/>
            <a:ext cx="9144300" cy="5143500"/>
            <a:chOff x="0" y="-125"/>
            <a:chExt cx="9144300" cy="5143500"/>
          </a:xfrm>
        </p:grpSpPr>
        <p:sp>
          <p:nvSpPr>
            <p:cNvPr id="3231" name="Google Shape;3231;p273"/>
            <p:cNvSpPr/>
            <p:nvPr/>
          </p:nvSpPr>
          <p:spPr>
            <a:xfrm>
              <a:off x="0" y="0"/>
              <a:ext cx="9144000" cy="91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3232" name="Google Shape;3232;p273"/>
            <p:cNvSpPr/>
            <p:nvPr/>
          </p:nvSpPr>
          <p:spPr>
            <a:xfrm>
              <a:off x="0" y="5051800"/>
              <a:ext cx="9144000" cy="91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3233" name="Google Shape;3233;p273"/>
            <p:cNvSpPr/>
            <p:nvPr/>
          </p:nvSpPr>
          <p:spPr>
            <a:xfrm rot="-5400000">
              <a:off x="-2526000" y="2525875"/>
              <a:ext cx="5143500" cy="91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3234" name="Google Shape;3234;p273"/>
            <p:cNvSpPr/>
            <p:nvPr/>
          </p:nvSpPr>
          <p:spPr>
            <a:xfrm rot="-5400000">
              <a:off x="6526800" y="2525875"/>
              <a:ext cx="5143500" cy="91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</p:grpSp>
    </p:spTree>
  </p:cSld>
  <p:clrMapOvr>
    <a:masterClrMapping/>
  </p:clrMapOvr>
</p:sldLayout>
</file>

<file path=ppt/slideLayouts/slideLayout2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TITLE_ONLY_2_1_1">
    <p:spTree>
      <p:nvGrpSpPr>
        <p:cNvPr id="3235" name="Shape 3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36" name="Google Shape;3236;p274"/>
          <p:cNvGrpSpPr/>
          <p:nvPr/>
        </p:nvGrpSpPr>
        <p:grpSpPr>
          <a:xfrm>
            <a:off x="0" y="-125"/>
            <a:ext cx="9144300" cy="5143500"/>
            <a:chOff x="0" y="-125"/>
            <a:chExt cx="9144300" cy="5143500"/>
          </a:xfrm>
        </p:grpSpPr>
        <p:sp>
          <p:nvSpPr>
            <p:cNvPr id="3237" name="Google Shape;3237;p274"/>
            <p:cNvSpPr/>
            <p:nvPr/>
          </p:nvSpPr>
          <p:spPr>
            <a:xfrm>
              <a:off x="0" y="0"/>
              <a:ext cx="9144000" cy="91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3238" name="Google Shape;3238;p274"/>
            <p:cNvSpPr/>
            <p:nvPr/>
          </p:nvSpPr>
          <p:spPr>
            <a:xfrm>
              <a:off x="0" y="5051800"/>
              <a:ext cx="9144000" cy="91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3239" name="Google Shape;3239;p274"/>
            <p:cNvSpPr/>
            <p:nvPr/>
          </p:nvSpPr>
          <p:spPr>
            <a:xfrm rot="-5400000">
              <a:off x="-2526000" y="2525875"/>
              <a:ext cx="5143500" cy="91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3240" name="Google Shape;3240;p274"/>
            <p:cNvSpPr/>
            <p:nvPr/>
          </p:nvSpPr>
          <p:spPr>
            <a:xfrm rot="-5400000">
              <a:off x="6526800" y="2525875"/>
              <a:ext cx="5143500" cy="91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</p:grpSp>
      <p:sp>
        <p:nvSpPr>
          <p:cNvPr id="3241" name="Google Shape;3241;p27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242" name="Google Shape;3242;p274"/>
          <p:cNvSpPr/>
          <p:nvPr/>
        </p:nvSpPr>
        <p:spPr>
          <a:xfrm>
            <a:off x="93700" y="1076175"/>
            <a:ext cx="2991600" cy="1327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3243" name="Google Shape;3243;p274"/>
          <p:cNvSpPr/>
          <p:nvPr/>
        </p:nvSpPr>
        <p:spPr>
          <a:xfrm>
            <a:off x="3085137" y="1076175"/>
            <a:ext cx="2991600" cy="132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3244" name="Google Shape;3244;p274"/>
          <p:cNvSpPr/>
          <p:nvPr/>
        </p:nvSpPr>
        <p:spPr>
          <a:xfrm>
            <a:off x="6076575" y="1076175"/>
            <a:ext cx="2991600" cy="1327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3245" name="Google Shape;3245;p274"/>
          <p:cNvSpPr/>
          <p:nvPr/>
        </p:nvSpPr>
        <p:spPr>
          <a:xfrm>
            <a:off x="93700" y="2403242"/>
            <a:ext cx="2991600" cy="132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3246" name="Google Shape;3246;p274"/>
          <p:cNvSpPr/>
          <p:nvPr/>
        </p:nvSpPr>
        <p:spPr>
          <a:xfrm>
            <a:off x="3085137" y="2403242"/>
            <a:ext cx="2991600" cy="1327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3247" name="Google Shape;3247;p274"/>
          <p:cNvSpPr/>
          <p:nvPr/>
        </p:nvSpPr>
        <p:spPr>
          <a:xfrm>
            <a:off x="6076575" y="2403242"/>
            <a:ext cx="2991600" cy="132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3248" name="Google Shape;3248;p274"/>
          <p:cNvSpPr/>
          <p:nvPr/>
        </p:nvSpPr>
        <p:spPr>
          <a:xfrm>
            <a:off x="93700" y="3729768"/>
            <a:ext cx="2991600" cy="1327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3249" name="Google Shape;3249;p274"/>
          <p:cNvSpPr/>
          <p:nvPr/>
        </p:nvSpPr>
        <p:spPr>
          <a:xfrm>
            <a:off x="3085137" y="3729768"/>
            <a:ext cx="2991600" cy="132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3250" name="Google Shape;3250;p274"/>
          <p:cNvSpPr/>
          <p:nvPr/>
        </p:nvSpPr>
        <p:spPr>
          <a:xfrm>
            <a:off x="6076575" y="3729768"/>
            <a:ext cx="2991600" cy="1327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3251" name="Google Shape;3251;p274"/>
          <p:cNvSpPr txBox="1"/>
          <p:nvPr>
            <p:ph type="title"/>
          </p:nvPr>
        </p:nvSpPr>
        <p:spPr>
          <a:xfrm>
            <a:off x="408650" y="193950"/>
            <a:ext cx="83319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3252" name="Google Shape;3252;p274"/>
          <p:cNvSpPr/>
          <p:nvPr>
            <p:ph idx="2" type="pic"/>
          </p:nvPr>
        </p:nvSpPr>
        <p:spPr>
          <a:xfrm>
            <a:off x="205750" y="1171125"/>
            <a:ext cx="2745900" cy="1122000"/>
          </a:xfrm>
          <a:prstGeom prst="rect">
            <a:avLst/>
          </a:prstGeom>
          <a:noFill/>
          <a:ln>
            <a:noFill/>
          </a:ln>
        </p:spPr>
      </p:sp>
      <p:sp>
        <p:nvSpPr>
          <p:cNvPr id="3253" name="Google Shape;3253;p274"/>
          <p:cNvSpPr/>
          <p:nvPr>
            <p:ph idx="3" type="pic"/>
          </p:nvPr>
        </p:nvSpPr>
        <p:spPr>
          <a:xfrm>
            <a:off x="3207988" y="1171125"/>
            <a:ext cx="2745900" cy="1122000"/>
          </a:xfrm>
          <a:prstGeom prst="rect">
            <a:avLst/>
          </a:prstGeom>
          <a:noFill/>
          <a:ln>
            <a:noFill/>
          </a:ln>
        </p:spPr>
      </p:sp>
      <p:sp>
        <p:nvSpPr>
          <p:cNvPr id="3254" name="Google Shape;3254;p274"/>
          <p:cNvSpPr/>
          <p:nvPr>
            <p:ph idx="4" type="pic"/>
          </p:nvPr>
        </p:nvSpPr>
        <p:spPr>
          <a:xfrm>
            <a:off x="6210188" y="1171125"/>
            <a:ext cx="2745900" cy="1122000"/>
          </a:xfrm>
          <a:prstGeom prst="rect">
            <a:avLst/>
          </a:prstGeom>
          <a:noFill/>
          <a:ln>
            <a:noFill/>
          </a:ln>
        </p:spPr>
      </p:sp>
      <p:sp>
        <p:nvSpPr>
          <p:cNvPr id="3255" name="Google Shape;3255;p274"/>
          <p:cNvSpPr/>
          <p:nvPr>
            <p:ph idx="5" type="pic"/>
          </p:nvPr>
        </p:nvSpPr>
        <p:spPr>
          <a:xfrm>
            <a:off x="205750" y="2505575"/>
            <a:ext cx="2745900" cy="1122000"/>
          </a:xfrm>
          <a:prstGeom prst="rect">
            <a:avLst/>
          </a:prstGeom>
          <a:noFill/>
          <a:ln>
            <a:noFill/>
          </a:ln>
        </p:spPr>
      </p:sp>
      <p:sp>
        <p:nvSpPr>
          <p:cNvPr id="3256" name="Google Shape;3256;p274"/>
          <p:cNvSpPr/>
          <p:nvPr>
            <p:ph idx="6" type="pic"/>
          </p:nvPr>
        </p:nvSpPr>
        <p:spPr>
          <a:xfrm>
            <a:off x="3207988" y="2505575"/>
            <a:ext cx="2745900" cy="1122000"/>
          </a:xfrm>
          <a:prstGeom prst="rect">
            <a:avLst/>
          </a:prstGeom>
          <a:noFill/>
          <a:ln>
            <a:noFill/>
          </a:ln>
        </p:spPr>
      </p:sp>
      <p:sp>
        <p:nvSpPr>
          <p:cNvPr id="3257" name="Google Shape;3257;p274"/>
          <p:cNvSpPr/>
          <p:nvPr>
            <p:ph idx="7" type="pic"/>
          </p:nvPr>
        </p:nvSpPr>
        <p:spPr>
          <a:xfrm>
            <a:off x="6210188" y="2505575"/>
            <a:ext cx="2745900" cy="1122000"/>
          </a:xfrm>
          <a:prstGeom prst="rect">
            <a:avLst/>
          </a:prstGeom>
          <a:noFill/>
          <a:ln>
            <a:noFill/>
          </a:ln>
        </p:spPr>
      </p:sp>
      <p:sp>
        <p:nvSpPr>
          <p:cNvPr id="3258" name="Google Shape;3258;p274"/>
          <p:cNvSpPr/>
          <p:nvPr>
            <p:ph idx="8" type="pic"/>
          </p:nvPr>
        </p:nvSpPr>
        <p:spPr>
          <a:xfrm>
            <a:off x="205750" y="3840575"/>
            <a:ext cx="2745900" cy="1122000"/>
          </a:xfrm>
          <a:prstGeom prst="rect">
            <a:avLst/>
          </a:prstGeom>
          <a:noFill/>
          <a:ln>
            <a:noFill/>
          </a:ln>
        </p:spPr>
      </p:sp>
      <p:sp>
        <p:nvSpPr>
          <p:cNvPr id="3259" name="Google Shape;3259;p274"/>
          <p:cNvSpPr/>
          <p:nvPr>
            <p:ph idx="9" type="pic"/>
          </p:nvPr>
        </p:nvSpPr>
        <p:spPr>
          <a:xfrm>
            <a:off x="3207988" y="3840575"/>
            <a:ext cx="2745900" cy="1122000"/>
          </a:xfrm>
          <a:prstGeom prst="rect">
            <a:avLst/>
          </a:prstGeom>
          <a:noFill/>
          <a:ln>
            <a:noFill/>
          </a:ln>
        </p:spPr>
      </p:sp>
      <p:sp>
        <p:nvSpPr>
          <p:cNvPr id="3260" name="Google Shape;3260;p274"/>
          <p:cNvSpPr/>
          <p:nvPr>
            <p:ph idx="13" type="pic"/>
          </p:nvPr>
        </p:nvSpPr>
        <p:spPr>
          <a:xfrm>
            <a:off x="6210188" y="3840575"/>
            <a:ext cx="2745900" cy="11220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2">
  <p:cSld name="TITLE_ONLY_1">
    <p:spTree>
      <p:nvGrpSpPr>
        <p:cNvPr id="3261" name="Shape 3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2" name="Google Shape;3262;p27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3263" name="Google Shape;3263;p275"/>
          <p:cNvGrpSpPr/>
          <p:nvPr/>
        </p:nvGrpSpPr>
        <p:grpSpPr>
          <a:xfrm>
            <a:off x="0" y="-125"/>
            <a:ext cx="9144300" cy="5143500"/>
            <a:chOff x="0" y="-125"/>
            <a:chExt cx="9144300" cy="5143500"/>
          </a:xfrm>
        </p:grpSpPr>
        <p:sp>
          <p:nvSpPr>
            <p:cNvPr id="3264" name="Google Shape;3264;p275"/>
            <p:cNvSpPr/>
            <p:nvPr/>
          </p:nvSpPr>
          <p:spPr>
            <a:xfrm>
              <a:off x="0" y="0"/>
              <a:ext cx="9144000" cy="915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3265" name="Google Shape;3265;p275"/>
            <p:cNvSpPr/>
            <p:nvPr/>
          </p:nvSpPr>
          <p:spPr>
            <a:xfrm>
              <a:off x="0" y="5051800"/>
              <a:ext cx="9144000" cy="915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3266" name="Google Shape;3266;p275"/>
            <p:cNvSpPr/>
            <p:nvPr/>
          </p:nvSpPr>
          <p:spPr>
            <a:xfrm rot="-5400000">
              <a:off x="-2526000" y="2525875"/>
              <a:ext cx="5143500" cy="915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3267" name="Google Shape;3267;p275"/>
            <p:cNvSpPr/>
            <p:nvPr/>
          </p:nvSpPr>
          <p:spPr>
            <a:xfrm rot="-5400000">
              <a:off x="6526800" y="2525875"/>
              <a:ext cx="5143500" cy="915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</p:grpSp>
      <p:sp>
        <p:nvSpPr>
          <p:cNvPr id="3268" name="Google Shape;3268;p275"/>
          <p:cNvSpPr txBox="1"/>
          <p:nvPr>
            <p:ph type="title"/>
          </p:nvPr>
        </p:nvSpPr>
        <p:spPr>
          <a:xfrm>
            <a:off x="433550" y="541825"/>
            <a:ext cx="83163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</p:spTree>
  </p:cSld>
  <p:clrMapOvr>
    <a:masterClrMapping/>
  </p:clrMapOvr>
</p:sldLayout>
</file>

<file path=ppt/slideLayouts/slideLayout2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TITLE_ONLY_1_1_2">
    <p:spTree>
      <p:nvGrpSpPr>
        <p:cNvPr id="3269" name="Shape 3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0" name="Google Shape;3270;p276"/>
          <p:cNvSpPr/>
          <p:nvPr/>
        </p:nvSpPr>
        <p:spPr>
          <a:xfrm>
            <a:off x="332700" y="1182025"/>
            <a:ext cx="4239300" cy="120510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1"/>
                </a:solidFill>
                <a:latin typeface="Lexend Light"/>
                <a:ea typeface="Lexend Light"/>
                <a:cs typeface="Lexend Light"/>
                <a:sym typeface="Lexend Light"/>
              </a:rPr>
              <a:t>Lorem ipsum dolor sit amet, consectetur adipiscing elit. Nunc vitae ultricies tortor. Pellentesque rhoncus congue mauris, vitae pretium congue nibh rutrum eget.</a:t>
            </a:r>
            <a:endParaRPr sz="1200">
              <a:solidFill>
                <a:schemeClr val="accent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3271" name="Google Shape;3271;p27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272" name="Google Shape;3272;p276"/>
          <p:cNvSpPr txBox="1"/>
          <p:nvPr>
            <p:ph type="title"/>
          </p:nvPr>
        </p:nvSpPr>
        <p:spPr>
          <a:xfrm>
            <a:off x="265500" y="297100"/>
            <a:ext cx="8471100" cy="73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273" name="Google Shape;3273;p276"/>
          <p:cNvSpPr txBox="1"/>
          <p:nvPr>
            <p:ph idx="1" type="subTitle"/>
          </p:nvPr>
        </p:nvSpPr>
        <p:spPr>
          <a:xfrm>
            <a:off x="464700" y="1297480"/>
            <a:ext cx="3934200" cy="97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grpSp>
        <p:nvGrpSpPr>
          <p:cNvPr id="3274" name="Google Shape;3274;p276"/>
          <p:cNvGrpSpPr/>
          <p:nvPr/>
        </p:nvGrpSpPr>
        <p:grpSpPr>
          <a:xfrm>
            <a:off x="0" y="-125"/>
            <a:ext cx="9144300" cy="5143500"/>
            <a:chOff x="0" y="-125"/>
            <a:chExt cx="9144300" cy="5143500"/>
          </a:xfrm>
        </p:grpSpPr>
        <p:sp>
          <p:nvSpPr>
            <p:cNvPr id="3275" name="Google Shape;3275;p276"/>
            <p:cNvSpPr/>
            <p:nvPr/>
          </p:nvSpPr>
          <p:spPr>
            <a:xfrm>
              <a:off x="0" y="0"/>
              <a:ext cx="9144000" cy="915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3276" name="Google Shape;3276;p276"/>
            <p:cNvSpPr/>
            <p:nvPr/>
          </p:nvSpPr>
          <p:spPr>
            <a:xfrm>
              <a:off x="0" y="5051800"/>
              <a:ext cx="9144000" cy="915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3277" name="Google Shape;3277;p276"/>
            <p:cNvSpPr/>
            <p:nvPr/>
          </p:nvSpPr>
          <p:spPr>
            <a:xfrm rot="-5400000">
              <a:off x="-2526000" y="2525875"/>
              <a:ext cx="5143500" cy="915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3278" name="Google Shape;3278;p276"/>
            <p:cNvSpPr/>
            <p:nvPr/>
          </p:nvSpPr>
          <p:spPr>
            <a:xfrm rot="-5400000">
              <a:off x="6526800" y="2525875"/>
              <a:ext cx="5143500" cy="915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</p:grpSp>
      <p:sp>
        <p:nvSpPr>
          <p:cNvPr id="3279" name="Google Shape;3279;p276"/>
          <p:cNvSpPr/>
          <p:nvPr/>
        </p:nvSpPr>
        <p:spPr>
          <a:xfrm>
            <a:off x="4572000" y="1182025"/>
            <a:ext cx="4239300" cy="1267800"/>
          </a:xfrm>
          <a:prstGeom prst="rect">
            <a:avLst/>
          </a:prstGeom>
          <a:solidFill>
            <a:schemeClr val="accent2"/>
          </a:solidFill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3280" name="Google Shape;3280;p276"/>
          <p:cNvSpPr txBox="1"/>
          <p:nvPr>
            <p:ph idx="2" type="subTitle"/>
          </p:nvPr>
        </p:nvSpPr>
        <p:spPr>
          <a:xfrm>
            <a:off x="4724550" y="1297480"/>
            <a:ext cx="3934200" cy="97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281" name="Google Shape;3281;p276"/>
          <p:cNvSpPr/>
          <p:nvPr/>
        </p:nvSpPr>
        <p:spPr>
          <a:xfrm>
            <a:off x="332700" y="2386993"/>
            <a:ext cx="4239300" cy="1205100"/>
          </a:xfrm>
          <a:prstGeom prst="rect">
            <a:avLst/>
          </a:prstGeom>
          <a:solidFill>
            <a:schemeClr val="accent2"/>
          </a:solidFill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3282" name="Google Shape;3282;p276"/>
          <p:cNvSpPr txBox="1"/>
          <p:nvPr>
            <p:ph idx="3" type="subTitle"/>
          </p:nvPr>
        </p:nvSpPr>
        <p:spPr>
          <a:xfrm>
            <a:off x="464700" y="2502449"/>
            <a:ext cx="3934200" cy="97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283" name="Google Shape;3283;p276"/>
          <p:cNvSpPr/>
          <p:nvPr/>
        </p:nvSpPr>
        <p:spPr>
          <a:xfrm>
            <a:off x="4572000" y="2386993"/>
            <a:ext cx="4239300" cy="120510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1"/>
                </a:solidFill>
                <a:latin typeface="Lexend Light"/>
                <a:ea typeface="Lexend Light"/>
                <a:cs typeface="Lexend Light"/>
                <a:sym typeface="Lexend Light"/>
              </a:rPr>
              <a:t>Lorem ipsum dolor sit amet, consectetur adipiscing elit. Nunc vitae ultricies tortor. Pellentesque rhoncus congue mauris, vitae pretium congue nibh rutrum eget.</a:t>
            </a:r>
            <a:endParaRPr sz="1200">
              <a:solidFill>
                <a:schemeClr val="accent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3284" name="Google Shape;3284;p276"/>
          <p:cNvSpPr txBox="1"/>
          <p:nvPr>
            <p:ph idx="4" type="subTitle"/>
          </p:nvPr>
        </p:nvSpPr>
        <p:spPr>
          <a:xfrm>
            <a:off x="4704000" y="2502449"/>
            <a:ext cx="3934200" cy="97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285" name="Google Shape;3285;p276"/>
          <p:cNvSpPr/>
          <p:nvPr/>
        </p:nvSpPr>
        <p:spPr>
          <a:xfrm>
            <a:off x="332700" y="3591961"/>
            <a:ext cx="4239300" cy="120510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1"/>
                </a:solidFill>
                <a:latin typeface="Lexend Light"/>
                <a:ea typeface="Lexend Light"/>
                <a:cs typeface="Lexend Light"/>
                <a:sym typeface="Lexend Light"/>
              </a:rPr>
              <a:t>Lorem ipsum dolor sit amet, consectetur adipiscing elit. Nunc vitae ultricies tortor. Pellentesque rhoncus congue mauris, vitae pretium congue nibh rutrum eget.</a:t>
            </a:r>
            <a:endParaRPr sz="1200">
              <a:solidFill>
                <a:schemeClr val="accent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3286" name="Google Shape;3286;p276"/>
          <p:cNvSpPr txBox="1"/>
          <p:nvPr>
            <p:ph idx="5" type="subTitle"/>
          </p:nvPr>
        </p:nvSpPr>
        <p:spPr>
          <a:xfrm>
            <a:off x="464700" y="3707417"/>
            <a:ext cx="3934200" cy="97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287" name="Google Shape;3287;p276"/>
          <p:cNvSpPr/>
          <p:nvPr/>
        </p:nvSpPr>
        <p:spPr>
          <a:xfrm>
            <a:off x="4572000" y="3591961"/>
            <a:ext cx="4239300" cy="1205100"/>
          </a:xfrm>
          <a:prstGeom prst="rect">
            <a:avLst/>
          </a:prstGeom>
          <a:solidFill>
            <a:schemeClr val="accent2"/>
          </a:solidFill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3288" name="Google Shape;3288;p276"/>
          <p:cNvSpPr txBox="1"/>
          <p:nvPr>
            <p:ph idx="6" type="subTitle"/>
          </p:nvPr>
        </p:nvSpPr>
        <p:spPr>
          <a:xfrm>
            <a:off x="4724550" y="3707417"/>
            <a:ext cx="3934200" cy="97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</p:spTree>
  </p:cSld>
  <p:clrMapOvr>
    <a:masterClrMapping/>
  </p:clrMapOvr>
</p:sldLayout>
</file>

<file path=ppt/slideLayouts/slideLayout2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TITLE_ONLY_1_1_1">
    <p:spTree>
      <p:nvGrpSpPr>
        <p:cNvPr id="3289" name="Shape 3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0" name="Google Shape;3290;p27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3291" name="Google Shape;3291;p277"/>
          <p:cNvGrpSpPr/>
          <p:nvPr/>
        </p:nvGrpSpPr>
        <p:grpSpPr>
          <a:xfrm>
            <a:off x="0" y="-125"/>
            <a:ext cx="9144300" cy="5143500"/>
            <a:chOff x="0" y="-125"/>
            <a:chExt cx="9144300" cy="5143500"/>
          </a:xfrm>
        </p:grpSpPr>
        <p:sp>
          <p:nvSpPr>
            <p:cNvPr id="3292" name="Google Shape;3292;p277"/>
            <p:cNvSpPr/>
            <p:nvPr/>
          </p:nvSpPr>
          <p:spPr>
            <a:xfrm>
              <a:off x="0" y="0"/>
              <a:ext cx="9144000" cy="915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3293" name="Google Shape;3293;p277"/>
            <p:cNvSpPr/>
            <p:nvPr/>
          </p:nvSpPr>
          <p:spPr>
            <a:xfrm>
              <a:off x="0" y="5051800"/>
              <a:ext cx="9144000" cy="915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3294" name="Google Shape;3294;p277"/>
            <p:cNvSpPr/>
            <p:nvPr/>
          </p:nvSpPr>
          <p:spPr>
            <a:xfrm rot="-5400000">
              <a:off x="-2526000" y="2525875"/>
              <a:ext cx="5143500" cy="915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3295" name="Google Shape;3295;p277"/>
            <p:cNvSpPr/>
            <p:nvPr/>
          </p:nvSpPr>
          <p:spPr>
            <a:xfrm rot="-5400000">
              <a:off x="6526800" y="2525875"/>
              <a:ext cx="5143500" cy="915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</p:grpSp>
      <p:sp>
        <p:nvSpPr>
          <p:cNvPr id="3296" name="Google Shape;3296;p277"/>
          <p:cNvSpPr txBox="1"/>
          <p:nvPr>
            <p:ph idx="1" type="body"/>
          </p:nvPr>
        </p:nvSpPr>
        <p:spPr>
          <a:xfrm>
            <a:off x="261775" y="4039275"/>
            <a:ext cx="5958300" cy="83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2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xplanation 1">
  <p:cSld name="ONE_COLUMN_TEXT">
    <p:bg>
      <p:bgPr>
        <a:solidFill>
          <a:schemeClr val="dk2"/>
        </a:solidFill>
      </p:bgPr>
    </p:bg>
    <p:spTree>
      <p:nvGrpSpPr>
        <p:cNvPr id="3297" name="Shape 3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8" name="Google Shape;3298;p27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299" name="Google Shape;3299;p278"/>
          <p:cNvSpPr/>
          <p:nvPr/>
        </p:nvSpPr>
        <p:spPr>
          <a:xfrm>
            <a:off x="0" y="1765150"/>
            <a:ext cx="9144000" cy="3378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300" name="Google Shape;3300;p278"/>
          <p:cNvSpPr txBox="1"/>
          <p:nvPr>
            <p:ph idx="1" type="body"/>
          </p:nvPr>
        </p:nvSpPr>
        <p:spPr>
          <a:xfrm>
            <a:off x="433550" y="295600"/>
            <a:ext cx="1803300" cy="16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●"/>
              <a:defRPr sz="1400"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○"/>
              <a:defRPr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■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●"/>
              <a:defRPr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○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■"/>
              <a:defRPr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●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○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■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3301" name="Google Shape;3301;p278"/>
          <p:cNvSpPr txBox="1"/>
          <p:nvPr>
            <p:ph idx="2" type="subTitle"/>
          </p:nvPr>
        </p:nvSpPr>
        <p:spPr>
          <a:xfrm>
            <a:off x="433550" y="2197100"/>
            <a:ext cx="7148400" cy="48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Spline Sans"/>
              <a:buNone/>
              <a:defRPr b="1" sz="2400">
                <a:latin typeface="Spline Sans"/>
                <a:ea typeface="Spline Sans"/>
                <a:cs typeface="Spline Sans"/>
                <a:sym typeface="Spline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Font typeface="Spline Sans"/>
              <a:buNone/>
              <a:defRPr b="1" sz="2400">
                <a:latin typeface="Spline Sans"/>
                <a:ea typeface="Spline Sans"/>
                <a:cs typeface="Spline Sans"/>
                <a:sym typeface="Spline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Font typeface="Spline Sans"/>
              <a:buNone/>
              <a:defRPr b="1" sz="2400">
                <a:latin typeface="Spline Sans"/>
                <a:ea typeface="Spline Sans"/>
                <a:cs typeface="Spline Sans"/>
                <a:sym typeface="Spline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Font typeface="Spline Sans"/>
              <a:buNone/>
              <a:defRPr b="1" sz="2400">
                <a:latin typeface="Spline Sans"/>
                <a:ea typeface="Spline Sans"/>
                <a:cs typeface="Spline Sans"/>
                <a:sym typeface="Spline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Font typeface="Spline Sans"/>
              <a:buNone/>
              <a:defRPr b="1" sz="2400">
                <a:latin typeface="Spline Sans"/>
                <a:ea typeface="Spline Sans"/>
                <a:cs typeface="Spline Sans"/>
                <a:sym typeface="Spline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Font typeface="Spline Sans"/>
              <a:buNone/>
              <a:defRPr b="1" sz="2400">
                <a:latin typeface="Spline Sans"/>
                <a:ea typeface="Spline Sans"/>
                <a:cs typeface="Spline Sans"/>
                <a:sym typeface="Spline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Font typeface="Spline Sans"/>
              <a:buNone/>
              <a:defRPr b="1" sz="2400">
                <a:latin typeface="Spline Sans"/>
                <a:ea typeface="Spline Sans"/>
                <a:cs typeface="Spline Sans"/>
                <a:sym typeface="Spline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Font typeface="Spline Sans"/>
              <a:buNone/>
              <a:defRPr b="1" sz="2400">
                <a:latin typeface="Spline Sans"/>
                <a:ea typeface="Spline Sans"/>
                <a:cs typeface="Spline Sans"/>
                <a:sym typeface="Spline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Font typeface="Spline Sans"/>
              <a:buNone/>
              <a:defRPr b="1" sz="2400">
                <a:latin typeface="Spline Sans"/>
                <a:ea typeface="Spline Sans"/>
                <a:cs typeface="Spline Sans"/>
                <a:sym typeface="Spline Sans"/>
              </a:defRPr>
            </a:lvl9pPr>
          </a:lstStyle>
          <a:p/>
        </p:txBody>
      </p:sp>
      <p:sp>
        <p:nvSpPr>
          <p:cNvPr id="3302" name="Google Shape;3302;p278"/>
          <p:cNvSpPr txBox="1"/>
          <p:nvPr>
            <p:ph idx="3" type="body"/>
          </p:nvPr>
        </p:nvSpPr>
        <p:spPr>
          <a:xfrm>
            <a:off x="433550" y="2914750"/>
            <a:ext cx="7148400" cy="174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303" name="Google Shape;3303;p278"/>
          <p:cNvSpPr txBox="1"/>
          <p:nvPr>
            <p:ph idx="4" type="body"/>
          </p:nvPr>
        </p:nvSpPr>
        <p:spPr>
          <a:xfrm>
            <a:off x="1181100" y="689575"/>
            <a:ext cx="6934200" cy="107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04" name="Google Shape;3304;p278"/>
          <p:cNvSpPr/>
          <p:nvPr/>
        </p:nvSpPr>
        <p:spPr>
          <a:xfrm>
            <a:off x="537600" y="689575"/>
            <a:ext cx="537900" cy="10791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Spline Sans"/>
              <a:ea typeface="Spline Sans"/>
              <a:cs typeface="Spline Sans"/>
              <a:sym typeface="Spline Sans"/>
            </a:endParaRPr>
          </a:p>
        </p:txBody>
      </p:sp>
      <p:sp>
        <p:nvSpPr>
          <p:cNvPr id="3305" name="Google Shape;3305;p278"/>
          <p:cNvSpPr txBox="1"/>
          <p:nvPr>
            <p:ph idx="5" type="subTitle"/>
          </p:nvPr>
        </p:nvSpPr>
        <p:spPr>
          <a:xfrm>
            <a:off x="532075" y="679900"/>
            <a:ext cx="548700" cy="55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Spline Sans"/>
              <a:buNone/>
              <a:defRPr b="1" sz="2400">
                <a:latin typeface="Spline Sans"/>
                <a:ea typeface="Spline Sans"/>
                <a:cs typeface="Spline Sans"/>
                <a:sym typeface="Spline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Spline Sans"/>
              <a:buNone/>
              <a:defRPr b="1">
                <a:latin typeface="Spline Sans"/>
                <a:ea typeface="Spline Sans"/>
                <a:cs typeface="Spline Sans"/>
                <a:sym typeface="Spline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Spline Sans"/>
              <a:buNone/>
              <a:defRPr b="1">
                <a:latin typeface="Spline Sans"/>
                <a:ea typeface="Spline Sans"/>
                <a:cs typeface="Spline Sans"/>
                <a:sym typeface="Spline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Spline Sans"/>
              <a:buNone/>
              <a:defRPr b="1">
                <a:latin typeface="Spline Sans"/>
                <a:ea typeface="Spline Sans"/>
                <a:cs typeface="Spline Sans"/>
                <a:sym typeface="Spline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Spline Sans"/>
              <a:buNone/>
              <a:defRPr b="1">
                <a:latin typeface="Spline Sans"/>
                <a:ea typeface="Spline Sans"/>
                <a:cs typeface="Spline Sans"/>
                <a:sym typeface="Spline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Spline Sans"/>
              <a:buNone/>
              <a:defRPr b="1">
                <a:latin typeface="Spline Sans"/>
                <a:ea typeface="Spline Sans"/>
                <a:cs typeface="Spline Sans"/>
                <a:sym typeface="Spline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Spline Sans"/>
              <a:buNone/>
              <a:defRPr b="1">
                <a:latin typeface="Spline Sans"/>
                <a:ea typeface="Spline Sans"/>
                <a:cs typeface="Spline Sans"/>
                <a:sym typeface="Spline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Spline Sans"/>
              <a:buNone/>
              <a:defRPr b="1">
                <a:latin typeface="Spline Sans"/>
                <a:ea typeface="Spline Sans"/>
                <a:cs typeface="Spline Sans"/>
                <a:sym typeface="Spline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Spline Sans"/>
              <a:buNone/>
              <a:defRPr b="1">
                <a:latin typeface="Spline Sans"/>
                <a:ea typeface="Spline Sans"/>
                <a:cs typeface="Spline Sans"/>
                <a:sym typeface="Spline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xplanation 2">
  <p:cSld name="ONE_COLUMN_TEXT_1">
    <p:bg>
      <p:bgPr>
        <a:solidFill>
          <a:schemeClr val="dk2"/>
        </a:solidFill>
      </p:bgPr>
    </p:bg>
    <p:spTree>
      <p:nvGrpSpPr>
        <p:cNvPr id="3306" name="Shape 3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7" name="Google Shape;3307;p279"/>
          <p:cNvSpPr/>
          <p:nvPr/>
        </p:nvSpPr>
        <p:spPr>
          <a:xfrm>
            <a:off x="0" y="1227375"/>
            <a:ext cx="9144000" cy="3916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8" name="Google Shape;3308;p27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09" name="Google Shape;3309;p279"/>
          <p:cNvSpPr txBox="1"/>
          <p:nvPr>
            <p:ph idx="1" type="body"/>
          </p:nvPr>
        </p:nvSpPr>
        <p:spPr>
          <a:xfrm>
            <a:off x="433550" y="295600"/>
            <a:ext cx="1803300" cy="16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●"/>
              <a:defRPr sz="1400"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○"/>
              <a:defRPr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■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●"/>
              <a:defRPr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○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■"/>
              <a:defRPr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●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○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■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3310" name="Google Shape;3310;p279"/>
          <p:cNvSpPr txBox="1"/>
          <p:nvPr>
            <p:ph idx="2" type="subTitle"/>
          </p:nvPr>
        </p:nvSpPr>
        <p:spPr>
          <a:xfrm>
            <a:off x="433550" y="1673375"/>
            <a:ext cx="4100400" cy="48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Spline Sans"/>
              <a:buNone/>
              <a:defRPr b="1" sz="2400">
                <a:latin typeface="Spline Sans"/>
                <a:ea typeface="Spline Sans"/>
                <a:cs typeface="Spline Sans"/>
                <a:sym typeface="Spline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Font typeface="Spline Sans"/>
              <a:buNone/>
              <a:defRPr b="1" sz="2400">
                <a:latin typeface="Spline Sans"/>
                <a:ea typeface="Spline Sans"/>
                <a:cs typeface="Spline Sans"/>
                <a:sym typeface="Spline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Font typeface="Spline Sans"/>
              <a:buNone/>
              <a:defRPr b="1" sz="2400">
                <a:latin typeface="Spline Sans"/>
                <a:ea typeface="Spline Sans"/>
                <a:cs typeface="Spline Sans"/>
                <a:sym typeface="Spline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Font typeface="Spline Sans"/>
              <a:buNone/>
              <a:defRPr b="1" sz="2400">
                <a:latin typeface="Spline Sans"/>
                <a:ea typeface="Spline Sans"/>
                <a:cs typeface="Spline Sans"/>
                <a:sym typeface="Spline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Font typeface="Spline Sans"/>
              <a:buNone/>
              <a:defRPr b="1" sz="2400">
                <a:latin typeface="Spline Sans"/>
                <a:ea typeface="Spline Sans"/>
                <a:cs typeface="Spline Sans"/>
                <a:sym typeface="Spline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Font typeface="Spline Sans"/>
              <a:buNone/>
              <a:defRPr b="1" sz="2400">
                <a:latin typeface="Spline Sans"/>
                <a:ea typeface="Spline Sans"/>
                <a:cs typeface="Spline Sans"/>
                <a:sym typeface="Spline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Font typeface="Spline Sans"/>
              <a:buNone/>
              <a:defRPr b="1" sz="2400">
                <a:latin typeface="Spline Sans"/>
                <a:ea typeface="Spline Sans"/>
                <a:cs typeface="Spline Sans"/>
                <a:sym typeface="Spline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Font typeface="Spline Sans"/>
              <a:buNone/>
              <a:defRPr b="1" sz="2400">
                <a:latin typeface="Spline Sans"/>
                <a:ea typeface="Spline Sans"/>
                <a:cs typeface="Spline Sans"/>
                <a:sym typeface="Spline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Font typeface="Spline Sans"/>
              <a:buNone/>
              <a:defRPr b="1" sz="2400">
                <a:latin typeface="Spline Sans"/>
                <a:ea typeface="Spline Sans"/>
                <a:cs typeface="Spline Sans"/>
                <a:sym typeface="Spline Sans"/>
              </a:defRPr>
            </a:lvl9pPr>
          </a:lstStyle>
          <a:p/>
        </p:txBody>
      </p:sp>
      <p:sp>
        <p:nvSpPr>
          <p:cNvPr id="3311" name="Google Shape;3311;p279"/>
          <p:cNvSpPr txBox="1"/>
          <p:nvPr>
            <p:ph idx="3" type="body"/>
          </p:nvPr>
        </p:nvSpPr>
        <p:spPr>
          <a:xfrm>
            <a:off x="433550" y="2391025"/>
            <a:ext cx="3795600" cy="238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312" name="Google Shape;3312;p279"/>
          <p:cNvSpPr txBox="1"/>
          <p:nvPr>
            <p:ph idx="4" type="body"/>
          </p:nvPr>
        </p:nvSpPr>
        <p:spPr>
          <a:xfrm>
            <a:off x="1181100" y="692750"/>
            <a:ext cx="6934200" cy="53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13" name="Google Shape;3313;p279"/>
          <p:cNvSpPr/>
          <p:nvPr/>
        </p:nvSpPr>
        <p:spPr>
          <a:xfrm>
            <a:off x="537600" y="689575"/>
            <a:ext cx="537900" cy="5379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Spline Sans"/>
              <a:ea typeface="Spline Sans"/>
              <a:cs typeface="Spline Sans"/>
              <a:sym typeface="Spline Sans"/>
            </a:endParaRPr>
          </a:p>
        </p:txBody>
      </p:sp>
      <p:sp>
        <p:nvSpPr>
          <p:cNvPr id="3314" name="Google Shape;3314;p279"/>
          <p:cNvSpPr txBox="1"/>
          <p:nvPr>
            <p:ph idx="5" type="subTitle"/>
          </p:nvPr>
        </p:nvSpPr>
        <p:spPr>
          <a:xfrm>
            <a:off x="532075" y="679900"/>
            <a:ext cx="548700" cy="55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Spline Sans"/>
              <a:buNone/>
              <a:defRPr b="1" sz="2400">
                <a:latin typeface="Spline Sans"/>
                <a:ea typeface="Spline Sans"/>
                <a:cs typeface="Spline Sans"/>
                <a:sym typeface="Spline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Spline Sans"/>
              <a:buNone/>
              <a:defRPr b="1">
                <a:latin typeface="Spline Sans"/>
                <a:ea typeface="Spline Sans"/>
                <a:cs typeface="Spline Sans"/>
                <a:sym typeface="Spline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Spline Sans"/>
              <a:buNone/>
              <a:defRPr b="1">
                <a:latin typeface="Spline Sans"/>
                <a:ea typeface="Spline Sans"/>
                <a:cs typeface="Spline Sans"/>
                <a:sym typeface="Spline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Spline Sans"/>
              <a:buNone/>
              <a:defRPr b="1">
                <a:latin typeface="Spline Sans"/>
                <a:ea typeface="Spline Sans"/>
                <a:cs typeface="Spline Sans"/>
                <a:sym typeface="Spline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Spline Sans"/>
              <a:buNone/>
              <a:defRPr b="1">
                <a:latin typeface="Spline Sans"/>
                <a:ea typeface="Spline Sans"/>
                <a:cs typeface="Spline Sans"/>
                <a:sym typeface="Spline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Spline Sans"/>
              <a:buNone/>
              <a:defRPr b="1">
                <a:latin typeface="Spline Sans"/>
                <a:ea typeface="Spline Sans"/>
                <a:cs typeface="Spline Sans"/>
                <a:sym typeface="Spline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Spline Sans"/>
              <a:buNone/>
              <a:defRPr b="1">
                <a:latin typeface="Spline Sans"/>
                <a:ea typeface="Spline Sans"/>
                <a:cs typeface="Spline Sans"/>
                <a:sym typeface="Spline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Spline Sans"/>
              <a:buNone/>
              <a:defRPr b="1">
                <a:latin typeface="Spline Sans"/>
                <a:ea typeface="Spline Sans"/>
                <a:cs typeface="Spline Sans"/>
                <a:sym typeface="Spline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Spline Sans"/>
              <a:buNone/>
              <a:defRPr b="1">
                <a:latin typeface="Spline Sans"/>
                <a:ea typeface="Spline Sans"/>
                <a:cs typeface="Spline Sans"/>
                <a:sym typeface="Spline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MAIN_POINT">
    <p:spTree>
      <p:nvGrpSpPr>
        <p:cNvPr id="3315" name="Shape 3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6" name="Google Shape;3316;p28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17" name="Google Shape;3317;p280"/>
          <p:cNvSpPr txBox="1"/>
          <p:nvPr>
            <p:ph type="title"/>
          </p:nvPr>
        </p:nvSpPr>
        <p:spPr>
          <a:xfrm>
            <a:off x="408650" y="463000"/>
            <a:ext cx="4419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section title and description">
  <p:cSld name="SECTION_TITLE_AND_DESCRIPTION">
    <p:spTree>
      <p:nvGrpSpPr>
        <p:cNvPr id="3318" name="Shape 3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9" name="Google Shape;3319;p28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0" name="Google Shape;3320;p28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321" name="Google Shape;3321;p28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322" name="Google Shape;3322;p28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74.xml"/><Relationship Id="rId20" Type="http://schemas.openxmlformats.org/officeDocument/2006/relationships/slideLayout" Target="../slideLayouts/slideLayout54.xml"/><Relationship Id="rId42" Type="http://schemas.openxmlformats.org/officeDocument/2006/relationships/slideLayout" Target="../slideLayouts/slideLayout76.xml"/><Relationship Id="rId41" Type="http://schemas.openxmlformats.org/officeDocument/2006/relationships/slideLayout" Target="../slideLayouts/slideLayout75.xml"/><Relationship Id="rId22" Type="http://schemas.openxmlformats.org/officeDocument/2006/relationships/slideLayout" Target="../slideLayouts/slideLayout56.xml"/><Relationship Id="rId44" Type="http://schemas.openxmlformats.org/officeDocument/2006/relationships/slideLayout" Target="../slideLayouts/slideLayout78.xml"/><Relationship Id="rId21" Type="http://schemas.openxmlformats.org/officeDocument/2006/relationships/slideLayout" Target="../slideLayouts/slideLayout55.xml"/><Relationship Id="rId43" Type="http://schemas.openxmlformats.org/officeDocument/2006/relationships/slideLayout" Target="../slideLayouts/slideLayout77.xml"/><Relationship Id="rId24" Type="http://schemas.openxmlformats.org/officeDocument/2006/relationships/slideLayout" Target="../slideLayouts/slideLayout58.xml"/><Relationship Id="rId46" Type="http://schemas.openxmlformats.org/officeDocument/2006/relationships/theme" Target="../theme/theme7.xml"/><Relationship Id="rId23" Type="http://schemas.openxmlformats.org/officeDocument/2006/relationships/slideLayout" Target="../slideLayouts/slideLayout57.xml"/><Relationship Id="rId45" Type="http://schemas.openxmlformats.org/officeDocument/2006/relationships/slideLayout" Target="../slideLayouts/slideLayout79.xml"/><Relationship Id="rId1" Type="http://schemas.openxmlformats.org/officeDocument/2006/relationships/slideLayout" Target="../slideLayouts/slideLayout35.xml"/><Relationship Id="rId2" Type="http://schemas.openxmlformats.org/officeDocument/2006/relationships/slideLayout" Target="../slideLayouts/slideLayout36.xml"/><Relationship Id="rId3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8.xml"/><Relationship Id="rId9" Type="http://schemas.openxmlformats.org/officeDocument/2006/relationships/slideLayout" Target="../slideLayouts/slideLayout43.xml"/><Relationship Id="rId26" Type="http://schemas.openxmlformats.org/officeDocument/2006/relationships/slideLayout" Target="../slideLayouts/slideLayout60.xml"/><Relationship Id="rId25" Type="http://schemas.openxmlformats.org/officeDocument/2006/relationships/slideLayout" Target="../slideLayouts/slideLayout59.xml"/><Relationship Id="rId28" Type="http://schemas.openxmlformats.org/officeDocument/2006/relationships/slideLayout" Target="../slideLayouts/slideLayout62.xml"/><Relationship Id="rId27" Type="http://schemas.openxmlformats.org/officeDocument/2006/relationships/slideLayout" Target="../slideLayouts/slideLayout61.xml"/><Relationship Id="rId5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0.xml"/><Relationship Id="rId29" Type="http://schemas.openxmlformats.org/officeDocument/2006/relationships/slideLayout" Target="../slideLayouts/slideLayout63.xml"/><Relationship Id="rId7" Type="http://schemas.openxmlformats.org/officeDocument/2006/relationships/slideLayout" Target="../slideLayouts/slideLayout41.xml"/><Relationship Id="rId8" Type="http://schemas.openxmlformats.org/officeDocument/2006/relationships/slideLayout" Target="../slideLayouts/slideLayout42.xml"/><Relationship Id="rId31" Type="http://schemas.openxmlformats.org/officeDocument/2006/relationships/slideLayout" Target="../slideLayouts/slideLayout65.xml"/><Relationship Id="rId30" Type="http://schemas.openxmlformats.org/officeDocument/2006/relationships/slideLayout" Target="../slideLayouts/slideLayout64.xml"/><Relationship Id="rId11" Type="http://schemas.openxmlformats.org/officeDocument/2006/relationships/slideLayout" Target="../slideLayouts/slideLayout45.xml"/><Relationship Id="rId33" Type="http://schemas.openxmlformats.org/officeDocument/2006/relationships/slideLayout" Target="../slideLayouts/slideLayout67.xml"/><Relationship Id="rId10" Type="http://schemas.openxmlformats.org/officeDocument/2006/relationships/slideLayout" Target="../slideLayouts/slideLayout44.xml"/><Relationship Id="rId32" Type="http://schemas.openxmlformats.org/officeDocument/2006/relationships/slideLayout" Target="../slideLayouts/slideLayout66.xml"/><Relationship Id="rId13" Type="http://schemas.openxmlformats.org/officeDocument/2006/relationships/slideLayout" Target="../slideLayouts/slideLayout47.xml"/><Relationship Id="rId35" Type="http://schemas.openxmlformats.org/officeDocument/2006/relationships/slideLayout" Target="../slideLayouts/slideLayout69.xml"/><Relationship Id="rId12" Type="http://schemas.openxmlformats.org/officeDocument/2006/relationships/slideLayout" Target="../slideLayouts/slideLayout46.xml"/><Relationship Id="rId34" Type="http://schemas.openxmlformats.org/officeDocument/2006/relationships/slideLayout" Target="../slideLayouts/slideLayout68.xml"/><Relationship Id="rId15" Type="http://schemas.openxmlformats.org/officeDocument/2006/relationships/slideLayout" Target="../slideLayouts/slideLayout49.xml"/><Relationship Id="rId37" Type="http://schemas.openxmlformats.org/officeDocument/2006/relationships/slideLayout" Target="../slideLayouts/slideLayout71.xml"/><Relationship Id="rId14" Type="http://schemas.openxmlformats.org/officeDocument/2006/relationships/slideLayout" Target="../slideLayouts/slideLayout48.xml"/><Relationship Id="rId36" Type="http://schemas.openxmlformats.org/officeDocument/2006/relationships/slideLayout" Target="../slideLayouts/slideLayout70.xml"/><Relationship Id="rId17" Type="http://schemas.openxmlformats.org/officeDocument/2006/relationships/slideLayout" Target="../slideLayouts/slideLayout51.xml"/><Relationship Id="rId39" Type="http://schemas.openxmlformats.org/officeDocument/2006/relationships/slideLayout" Target="../slideLayouts/slideLayout73.xml"/><Relationship Id="rId16" Type="http://schemas.openxmlformats.org/officeDocument/2006/relationships/slideLayout" Target="../slideLayouts/slideLayout50.xml"/><Relationship Id="rId38" Type="http://schemas.openxmlformats.org/officeDocument/2006/relationships/slideLayout" Target="../slideLayouts/slideLayout72.xml"/><Relationship Id="rId19" Type="http://schemas.openxmlformats.org/officeDocument/2006/relationships/slideLayout" Target="../slideLayouts/slideLayout53.xml"/><Relationship Id="rId18" Type="http://schemas.openxmlformats.org/officeDocument/2006/relationships/slideLayout" Target="../slideLayouts/slideLayout52.xml"/></Relationships>
</file>

<file path=ppt/slideMasters/_rels/slideMaster3.xml.rels><?xml version="1.0" encoding="UTF-8" standalone="yes"?><Relationships xmlns="http://schemas.openxmlformats.org/package/2006/relationships"><Relationship Id="rId40" Type="http://schemas.openxmlformats.org/officeDocument/2006/relationships/theme" Target="../theme/theme5.xml"/><Relationship Id="rId20" Type="http://schemas.openxmlformats.org/officeDocument/2006/relationships/slideLayout" Target="../slideLayouts/slideLayout99.xml"/><Relationship Id="rId22" Type="http://schemas.openxmlformats.org/officeDocument/2006/relationships/slideLayout" Target="../slideLayouts/slideLayout101.xml"/><Relationship Id="rId21" Type="http://schemas.openxmlformats.org/officeDocument/2006/relationships/slideLayout" Target="../slideLayouts/slideLayout100.xml"/><Relationship Id="rId24" Type="http://schemas.openxmlformats.org/officeDocument/2006/relationships/slideLayout" Target="../slideLayouts/slideLayout103.xml"/><Relationship Id="rId23" Type="http://schemas.openxmlformats.org/officeDocument/2006/relationships/slideLayout" Target="../slideLayouts/slideLayout102.xml"/><Relationship Id="rId1" Type="http://schemas.openxmlformats.org/officeDocument/2006/relationships/slideLayout" Target="../slideLayouts/slideLayout80.xml"/><Relationship Id="rId2" Type="http://schemas.openxmlformats.org/officeDocument/2006/relationships/slideLayout" Target="../slideLayouts/slideLayout81.xml"/><Relationship Id="rId3" Type="http://schemas.openxmlformats.org/officeDocument/2006/relationships/slideLayout" Target="../slideLayouts/slideLayout82.xml"/><Relationship Id="rId4" Type="http://schemas.openxmlformats.org/officeDocument/2006/relationships/slideLayout" Target="../slideLayouts/slideLayout83.xml"/><Relationship Id="rId9" Type="http://schemas.openxmlformats.org/officeDocument/2006/relationships/slideLayout" Target="../slideLayouts/slideLayout88.xml"/><Relationship Id="rId26" Type="http://schemas.openxmlformats.org/officeDocument/2006/relationships/slideLayout" Target="../slideLayouts/slideLayout105.xml"/><Relationship Id="rId25" Type="http://schemas.openxmlformats.org/officeDocument/2006/relationships/slideLayout" Target="../slideLayouts/slideLayout104.xml"/><Relationship Id="rId28" Type="http://schemas.openxmlformats.org/officeDocument/2006/relationships/slideLayout" Target="../slideLayouts/slideLayout107.xml"/><Relationship Id="rId27" Type="http://schemas.openxmlformats.org/officeDocument/2006/relationships/slideLayout" Target="../slideLayouts/slideLayout106.xml"/><Relationship Id="rId5" Type="http://schemas.openxmlformats.org/officeDocument/2006/relationships/slideLayout" Target="../slideLayouts/slideLayout84.xml"/><Relationship Id="rId6" Type="http://schemas.openxmlformats.org/officeDocument/2006/relationships/slideLayout" Target="../slideLayouts/slideLayout85.xml"/><Relationship Id="rId29" Type="http://schemas.openxmlformats.org/officeDocument/2006/relationships/slideLayout" Target="../slideLayouts/slideLayout108.xml"/><Relationship Id="rId7" Type="http://schemas.openxmlformats.org/officeDocument/2006/relationships/slideLayout" Target="../slideLayouts/slideLayout86.xml"/><Relationship Id="rId8" Type="http://schemas.openxmlformats.org/officeDocument/2006/relationships/slideLayout" Target="../slideLayouts/slideLayout87.xml"/><Relationship Id="rId31" Type="http://schemas.openxmlformats.org/officeDocument/2006/relationships/slideLayout" Target="../slideLayouts/slideLayout110.xml"/><Relationship Id="rId30" Type="http://schemas.openxmlformats.org/officeDocument/2006/relationships/slideLayout" Target="../slideLayouts/slideLayout109.xml"/><Relationship Id="rId11" Type="http://schemas.openxmlformats.org/officeDocument/2006/relationships/slideLayout" Target="../slideLayouts/slideLayout90.xml"/><Relationship Id="rId33" Type="http://schemas.openxmlformats.org/officeDocument/2006/relationships/slideLayout" Target="../slideLayouts/slideLayout112.xml"/><Relationship Id="rId10" Type="http://schemas.openxmlformats.org/officeDocument/2006/relationships/slideLayout" Target="../slideLayouts/slideLayout89.xml"/><Relationship Id="rId32" Type="http://schemas.openxmlformats.org/officeDocument/2006/relationships/slideLayout" Target="../slideLayouts/slideLayout111.xml"/><Relationship Id="rId13" Type="http://schemas.openxmlformats.org/officeDocument/2006/relationships/slideLayout" Target="../slideLayouts/slideLayout92.xml"/><Relationship Id="rId35" Type="http://schemas.openxmlformats.org/officeDocument/2006/relationships/slideLayout" Target="../slideLayouts/slideLayout114.xml"/><Relationship Id="rId12" Type="http://schemas.openxmlformats.org/officeDocument/2006/relationships/slideLayout" Target="../slideLayouts/slideLayout91.xml"/><Relationship Id="rId34" Type="http://schemas.openxmlformats.org/officeDocument/2006/relationships/slideLayout" Target="../slideLayouts/slideLayout113.xml"/><Relationship Id="rId15" Type="http://schemas.openxmlformats.org/officeDocument/2006/relationships/slideLayout" Target="../slideLayouts/slideLayout94.xml"/><Relationship Id="rId37" Type="http://schemas.openxmlformats.org/officeDocument/2006/relationships/slideLayout" Target="../slideLayouts/slideLayout116.xml"/><Relationship Id="rId14" Type="http://schemas.openxmlformats.org/officeDocument/2006/relationships/slideLayout" Target="../slideLayouts/slideLayout93.xml"/><Relationship Id="rId36" Type="http://schemas.openxmlformats.org/officeDocument/2006/relationships/slideLayout" Target="../slideLayouts/slideLayout115.xml"/><Relationship Id="rId17" Type="http://schemas.openxmlformats.org/officeDocument/2006/relationships/slideLayout" Target="../slideLayouts/slideLayout96.xml"/><Relationship Id="rId39" Type="http://schemas.openxmlformats.org/officeDocument/2006/relationships/slideLayout" Target="../slideLayouts/slideLayout118.xml"/><Relationship Id="rId16" Type="http://schemas.openxmlformats.org/officeDocument/2006/relationships/slideLayout" Target="../slideLayouts/slideLayout95.xml"/><Relationship Id="rId38" Type="http://schemas.openxmlformats.org/officeDocument/2006/relationships/slideLayout" Target="../slideLayouts/slideLayout117.xml"/><Relationship Id="rId19" Type="http://schemas.openxmlformats.org/officeDocument/2006/relationships/slideLayout" Target="../slideLayouts/slideLayout98.xml"/><Relationship Id="rId18" Type="http://schemas.openxmlformats.org/officeDocument/2006/relationships/slideLayout" Target="../slideLayouts/slideLayout97.xml"/></Relationships>
</file>

<file path=ppt/slideMasters/_rels/slideMaster4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158.xml"/><Relationship Id="rId20" Type="http://schemas.openxmlformats.org/officeDocument/2006/relationships/slideLayout" Target="../slideLayouts/slideLayout138.xml"/><Relationship Id="rId42" Type="http://schemas.openxmlformats.org/officeDocument/2006/relationships/slideLayout" Target="../slideLayouts/slideLayout160.xml"/><Relationship Id="rId41" Type="http://schemas.openxmlformats.org/officeDocument/2006/relationships/slideLayout" Target="../slideLayouts/slideLayout159.xml"/><Relationship Id="rId22" Type="http://schemas.openxmlformats.org/officeDocument/2006/relationships/slideLayout" Target="../slideLayouts/slideLayout140.xml"/><Relationship Id="rId44" Type="http://schemas.openxmlformats.org/officeDocument/2006/relationships/theme" Target="../theme/theme6.xml"/><Relationship Id="rId21" Type="http://schemas.openxmlformats.org/officeDocument/2006/relationships/slideLayout" Target="../slideLayouts/slideLayout139.xml"/><Relationship Id="rId43" Type="http://schemas.openxmlformats.org/officeDocument/2006/relationships/slideLayout" Target="../slideLayouts/slideLayout161.xml"/><Relationship Id="rId24" Type="http://schemas.openxmlformats.org/officeDocument/2006/relationships/slideLayout" Target="../slideLayouts/slideLayout142.xml"/><Relationship Id="rId23" Type="http://schemas.openxmlformats.org/officeDocument/2006/relationships/slideLayout" Target="../slideLayouts/slideLayout141.xml"/><Relationship Id="rId1" Type="http://schemas.openxmlformats.org/officeDocument/2006/relationships/slideLayout" Target="../slideLayouts/slideLayout119.xml"/><Relationship Id="rId2" Type="http://schemas.openxmlformats.org/officeDocument/2006/relationships/slideLayout" Target="../slideLayouts/slideLayout120.xml"/><Relationship Id="rId3" Type="http://schemas.openxmlformats.org/officeDocument/2006/relationships/slideLayout" Target="../slideLayouts/slideLayout121.xml"/><Relationship Id="rId4" Type="http://schemas.openxmlformats.org/officeDocument/2006/relationships/slideLayout" Target="../slideLayouts/slideLayout122.xml"/><Relationship Id="rId9" Type="http://schemas.openxmlformats.org/officeDocument/2006/relationships/slideLayout" Target="../slideLayouts/slideLayout127.xml"/><Relationship Id="rId26" Type="http://schemas.openxmlformats.org/officeDocument/2006/relationships/slideLayout" Target="../slideLayouts/slideLayout144.xml"/><Relationship Id="rId25" Type="http://schemas.openxmlformats.org/officeDocument/2006/relationships/slideLayout" Target="../slideLayouts/slideLayout143.xml"/><Relationship Id="rId28" Type="http://schemas.openxmlformats.org/officeDocument/2006/relationships/slideLayout" Target="../slideLayouts/slideLayout146.xml"/><Relationship Id="rId27" Type="http://schemas.openxmlformats.org/officeDocument/2006/relationships/slideLayout" Target="../slideLayouts/slideLayout145.xml"/><Relationship Id="rId5" Type="http://schemas.openxmlformats.org/officeDocument/2006/relationships/slideLayout" Target="../slideLayouts/slideLayout123.xml"/><Relationship Id="rId6" Type="http://schemas.openxmlformats.org/officeDocument/2006/relationships/slideLayout" Target="../slideLayouts/slideLayout124.xml"/><Relationship Id="rId29" Type="http://schemas.openxmlformats.org/officeDocument/2006/relationships/slideLayout" Target="../slideLayouts/slideLayout147.xml"/><Relationship Id="rId7" Type="http://schemas.openxmlformats.org/officeDocument/2006/relationships/slideLayout" Target="../slideLayouts/slideLayout125.xml"/><Relationship Id="rId8" Type="http://schemas.openxmlformats.org/officeDocument/2006/relationships/slideLayout" Target="../slideLayouts/slideLayout126.xml"/><Relationship Id="rId31" Type="http://schemas.openxmlformats.org/officeDocument/2006/relationships/slideLayout" Target="../slideLayouts/slideLayout149.xml"/><Relationship Id="rId30" Type="http://schemas.openxmlformats.org/officeDocument/2006/relationships/slideLayout" Target="../slideLayouts/slideLayout148.xml"/><Relationship Id="rId11" Type="http://schemas.openxmlformats.org/officeDocument/2006/relationships/slideLayout" Target="../slideLayouts/slideLayout129.xml"/><Relationship Id="rId33" Type="http://schemas.openxmlformats.org/officeDocument/2006/relationships/slideLayout" Target="../slideLayouts/slideLayout151.xml"/><Relationship Id="rId10" Type="http://schemas.openxmlformats.org/officeDocument/2006/relationships/slideLayout" Target="../slideLayouts/slideLayout128.xml"/><Relationship Id="rId32" Type="http://schemas.openxmlformats.org/officeDocument/2006/relationships/slideLayout" Target="../slideLayouts/slideLayout150.xml"/><Relationship Id="rId13" Type="http://schemas.openxmlformats.org/officeDocument/2006/relationships/slideLayout" Target="../slideLayouts/slideLayout131.xml"/><Relationship Id="rId35" Type="http://schemas.openxmlformats.org/officeDocument/2006/relationships/slideLayout" Target="../slideLayouts/slideLayout153.xml"/><Relationship Id="rId12" Type="http://schemas.openxmlformats.org/officeDocument/2006/relationships/slideLayout" Target="../slideLayouts/slideLayout130.xml"/><Relationship Id="rId34" Type="http://schemas.openxmlformats.org/officeDocument/2006/relationships/slideLayout" Target="../slideLayouts/slideLayout152.xml"/><Relationship Id="rId15" Type="http://schemas.openxmlformats.org/officeDocument/2006/relationships/slideLayout" Target="../slideLayouts/slideLayout133.xml"/><Relationship Id="rId37" Type="http://schemas.openxmlformats.org/officeDocument/2006/relationships/slideLayout" Target="../slideLayouts/slideLayout155.xml"/><Relationship Id="rId14" Type="http://schemas.openxmlformats.org/officeDocument/2006/relationships/slideLayout" Target="../slideLayouts/slideLayout132.xml"/><Relationship Id="rId36" Type="http://schemas.openxmlformats.org/officeDocument/2006/relationships/slideLayout" Target="../slideLayouts/slideLayout154.xml"/><Relationship Id="rId17" Type="http://schemas.openxmlformats.org/officeDocument/2006/relationships/slideLayout" Target="../slideLayouts/slideLayout135.xml"/><Relationship Id="rId39" Type="http://schemas.openxmlformats.org/officeDocument/2006/relationships/slideLayout" Target="../slideLayouts/slideLayout157.xml"/><Relationship Id="rId16" Type="http://schemas.openxmlformats.org/officeDocument/2006/relationships/slideLayout" Target="../slideLayouts/slideLayout134.xml"/><Relationship Id="rId38" Type="http://schemas.openxmlformats.org/officeDocument/2006/relationships/slideLayout" Target="../slideLayouts/slideLayout156.xml"/><Relationship Id="rId19" Type="http://schemas.openxmlformats.org/officeDocument/2006/relationships/slideLayout" Target="../slideLayouts/slideLayout137.xml"/><Relationship Id="rId18" Type="http://schemas.openxmlformats.org/officeDocument/2006/relationships/slideLayout" Target="../slideLayouts/slideLayout136.xml"/></Relationships>
</file>

<file path=ppt/slideMasters/_rels/slideMaster5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201.xml"/><Relationship Id="rId20" Type="http://schemas.openxmlformats.org/officeDocument/2006/relationships/slideLayout" Target="../slideLayouts/slideLayout181.xml"/><Relationship Id="rId42" Type="http://schemas.openxmlformats.org/officeDocument/2006/relationships/theme" Target="../theme/theme1.xml"/><Relationship Id="rId41" Type="http://schemas.openxmlformats.org/officeDocument/2006/relationships/slideLayout" Target="../slideLayouts/slideLayout202.xml"/><Relationship Id="rId22" Type="http://schemas.openxmlformats.org/officeDocument/2006/relationships/slideLayout" Target="../slideLayouts/slideLayout183.xml"/><Relationship Id="rId21" Type="http://schemas.openxmlformats.org/officeDocument/2006/relationships/slideLayout" Target="../slideLayouts/slideLayout182.xml"/><Relationship Id="rId24" Type="http://schemas.openxmlformats.org/officeDocument/2006/relationships/slideLayout" Target="../slideLayouts/slideLayout185.xml"/><Relationship Id="rId23" Type="http://schemas.openxmlformats.org/officeDocument/2006/relationships/slideLayout" Target="../slideLayouts/slideLayout184.xml"/><Relationship Id="rId1" Type="http://schemas.openxmlformats.org/officeDocument/2006/relationships/slideLayout" Target="../slideLayouts/slideLayout162.xml"/><Relationship Id="rId2" Type="http://schemas.openxmlformats.org/officeDocument/2006/relationships/slideLayout" Target="../slideLayouts/slideLayout163.xml"/><Relationship Id="rId3" Type="http://schemas.openxmlformats.org/officeDocument/2006/relationships/slideLayout" Target="../slideLayouts/slideLayout164.xml"/><Relationship Id="rId4" Type="http://schemas.openxmlformats.org/officeDocument/2006/relationships/slideLayout" Target="../slideLayouts/slideLayout165.xml"/><Relationship Id="rId9" Type="http://schemas.openxmlformats.org/officeDocument/2006/relationships/slideLayout" Target="../slideLayouts/slideLayout170.xml"/><Relationship Id="rId26" Type="http://schemas.openxmlformats.org/officeDocument/2006/relationships/slideLayout" Target="../slideLayouts/slideLayout187.xml"/><Relationship Id="rId25" Type="http://schemas.openxmlformats.org/officeDocument/2006/relationships/slideLayout" Target="../slideLayouts/slideLayout186.xml"/><Relationship Id="rId28" Type="http://schemas.openxmlformats.org/officeDocument/2006/relationships/slideLayout" Target="../slideLayouts/slideLayout189.xml"/><Relationship Id="rId27" Type="http://schemas.openxmlformats.org/officeDocument/2006/relationships/slideLayout" Target="../slideLayouts/slideLayout188.xml"/><Relationship Id="rId5" Type="http://schemas.openxmlformats.org/officeDocument/2006/relationships/slideLayout" Target="../slideLayouts/slideLayout166.xml"/><Relationship Id="rId6" Type="http://schemas.openxmlformats.org/officeDocument/2006/relationships/slideLayout" Target="../slideLayouts/slideLayout167.xml"/><Relationship Id="rId29" Type="http://schemas.openxmlformats.org/officeDocument/2006/relationships/slideLayout" Target="../slideLayouts/slideLayout190.xml"/><Relationship Id="rId7" Type="http://schemas.openxmlformats.org/officeDocument/2006/relationships/slideLayout" Target="../slideLayouts/slideLayout168.xml"/><Relationship Id="rId8" Type="http://schemas.openxmlformats.org/officeDocument/2006/relationships/slideLayout" Target="../slideLayouts/slideLayout169.xml"/><Relationship Id="rId31" Type="http://schemas.openxmlformats.org/officeDocument/2006/relationships/slideLayout" Target="../slideLayouts/slideLayout192.xml"/><Relationship Id="rId30" Type="http://schemas.openxmlformats.org/officeDocument/2006/relationships/slideLayout" Target="../slideLayouts/slideLayout191.xml"/><Relationship Id="rId11" Type="http://schemas.openxmlformats.org/officeDocument/2006/relationships/slideLayout" Target="../slideLayouts/slideLayout172.xml"/><Relationship Id="rId33" Type="http://schemas.openxmlformats.org/officeDocument/2006/relationships/slideLayout" Target="../slideLayouts/slideLayout194.xml"/><Relationship Id="rId10" Type="http://schemas.openxmlformats.org/officeDocument/2006/relationships/slideLayout" Target="../slideLayouts/slideLayout171.xml"/><Relationship Id="rId32" Type="http://schemas.openxmlformats.org/officeDocument/2006/relationships/slideLayout" Target="../slideLayouts/slideLayout193.xml"/><Relationship Id="rId13" Type="http://schemas.openxmlformats.org/officeDocument/2006/relationships/slideLayout" Target="../slideLayouts/slideLayout174.xml"/><Relationship Id="rId35" Type="http://schemas.openxmlformats.org/officeDocument/2006/relationships/slideLayout" Target="../slideLayouts/slideLayout196.xml"/><Relationship Id="rId12" Type="http://schemas.openxmlformats.org/officeDocument/2006/relationships/slideLayout" Target="../slideLayouts/slideLayout173.xml"/><Relationship Id="rId34" Type="http://schemas.openxmlformats.org/officeDocument/2006/relationships/slideLayout" Target="../slideLayouts/slideLayout195.xml"/><Relationship Id="rId15" Type="http://schemas.openxmlformats.org/officeDocument/2006/relationships/slideLayout" Target="../slideLayouts/slideLayout176.xml"/><Relationship Id="rId37" Type="http://schemas.openxmlformats.org/officeDocument/2006/relationships/slideLayout" Target="../slideLayouts/slideLayout198.xml"/><Relationship Id="rId14" Type="http://schemas.openxmlformats.org/officeDocument/2006/relationships/slideLayout" Target="../slideLayouts/slideLayout175.xml"/><Relationship Id="rId36" Type="http://schemas.openxmlformats.org/officeDocument/2006/relationships/slideLayout" Target="../slideLayouts/slideLayout197.xml"/><Relationship Id="rId17" Type="http://schemas.openxmlformats.org/officeDocument/2006/relationships/slideLayout" Target="../slideLayouts/slideLayout178.xml"/><Relationship Id="rId39" Type="http://schemas.openxmlformats.org/officeDocument/2006/relationships/slideLayout" Target="../slideLayouts/slideLayout200.xml"/><Relationship Id="rId16" Type="http://schemas.openxmlformats.org/officeDocument/2006/relationships/slideLayout" Target="../slideLayouts/slideLayout177.xml"/><Relationship Id="rId38" Type="http://schemas.openxmlformats.org/officeDocument/2006/relationships/slideLayout" Target="../slideLayouts/slideLayout199.xml"/><Relationship Id="rId19" Type="http://schemas.openxmlformats.org/officeDocument/2006/relationships/slideLayout" Target="../slideLayouts/slideLayout180.xml"/><Relationship Id="rId18" Type="http://schemas.openxmlformats.org/officeDocument/2006/relationships/slideLayout" Target="../slideLayouts/slideLayout179.xml"/></Relationships>
</file>

<file path=ppt/slideMasters/_rels/slideMaster6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242.xml"/><Relationship Id="rId20" Type="http://schemas.openxmlformats.org/officeDocument/2006/relationships/slideLayout" Target="../slideLayouts/slideLayout222.xml"/><Relationship Id="rId42" Type="http://schemas.openxmlformats.org/officeDocument/2006/relationships/slideLayout" Target="../slideLayouts/slideLayout244.xml"/><Relationship Id="rId41" Type="http://schemas.openxmlformats.org/officeDocument/2006/relationships/slideLayout" Target="../slideLayouts/slideLayout243.xml"/><Relationship Id="rId22" Type="http://schemas.openxmlformats.org/officeDocument/2006/relationships/slideLayout" Target="../slideLayouts/slideLayout224.xml"/><Relationship Id="rId21" Type="http://schemas.openxmlformats.org/officeDocument/2006/relationships/slideLayout" Target="../slideLayouts/slideLayout223.xml"/><Relationship Id="rId43" Type="http://schemas.openxmlformats.org/officeDocument/2006/relationships/theme" Target="../theme/theme8.xml"/><Relationship Id="rId24" Type="http://schemas.openxmlformats.org/officeDocument/2006/relationships/slideLayout" Target="../slideLayouts/slideLayout226.xml"/><Relationship Id="rId23" Type="http://schemas.openxmlformats.org/officeDocument/2006/relationships/slideLayout" Target="../slideLayouts/slideLayout225.xml"/><Relationship Id="rId1" Type="http://schemas.openxmlformats.org/officeDocument/2006/relationships/slideLayout" Target="../slideLayouts/slideLayout203.xml"/><Relationship Id="rId2" Type="http://schemas.openxmlformats.org/officeDocument/2006/relationships/slideLayout" Target="../slideLayouts/slideLayout204.xml"/><Relationship Id="rId3" Type="http://schemas.openxmlformats.org/officeDocument/2006/relationships/slideLayout" Target="../slideLayouts/slideLayout205.xml"/><Relationship Id="rId4" Type="http://schemas.openxmlformats.org/officeDocument/2006/relationships/slideLayout" Target="../slideLayouts/slideLayout206.xml"/><Relationship Id="rId9" Type="http://schemas.openxmlformats.org/officeDocument/2006/relationships/slideLayout" Target="../slideLayouts/slideLayout211.xml"/><Relationship Id="rId26" Type="http://schemas.openxmlformats.org/officeDocument/2006/relationships/slideLayout" Target="../slideLayouts/slideLayout228.xml"/><Relationship Id="rId25" Type="http://schemas.openxmlformats.org/officeDocument/2006/relationships/slideLayout" Target="../slideLayouts/slideLayout227.xml"/><Relationship Id="rId28" Type="http://schemas.openxmlformats.org/officeDocument/2006/relationships/slideLayout" Target="../slideLayouts/slideLayout230.xml"/><Relationship Id="rId27" Type="http://schemas.openxmlformats.org/officeDocument/2006/relationships/slideLayout" Target="../slideLayouts/slideLayout229.xml"/><Relationship Id="rId5" Type="http://schemas.openxmlformats.org/officeDocument/2006/relationships/slideLayout" Target="../slideLayouts/slideLayout207.xml"/><Relationship Id="rId6" Type="http://schemas.openxmlformats.org/officeDocument/2006/relationships/slideLayout" Target="../slideLayouts/slideLayout208.xml"/><Relationship Id="rId29" Type="http://schemas.openxmlformats.org/officeDocument/2006/relationships/slideLayout" Target="../slideLayouts/slideLayout231.xml"/><Relationship Id="rId7" Type="http://schemas.openxmlformats.org/officeDocument/2006/relationships/slideLayout" Target="../slideLayouts/slideLayout209.xml"/><Relationship Id="rId8" Type="http://schemas.openxmlformats.org/officeDocument/2006/relationships/slideLayout" Target="../slideLayouts/slideLayout210.xml"/><Relationship Id="rId31" Type="http://schemas.openxmlformats.org/officeDocument/2006/relationships/slideLayout" Target="../slideLayouts/slideLayout233.xml"/><Relationship Id="rId30" Type="http://schemas.openxmlformats.org/officeDocument/2006/relationships/slideLayout" Target="../slideLayouts/slideLayout232.xml"/><Relationship Id="rId11" Type="http://schemas.openxmlformats.org/officeDocument/2006/relationships/slideLayout" Target="../slideLayouts/slideLayout213.xml"/><Relationship Id="rId33" Type="http://schemas.openxmlformats.org/officeDocument/2006/relationships/slideLayout" Target="../slideLayouts/slideLayout235.xml"/><Relationship Id="rId10" Type="http://schemas.openxmlformats.org/officeDocument/2006/relationships/slideLayout" Target="../slideLayouts/slideLayout212.xml"/><Relationship Id="rId32" Type="http://schemas.openxmlformats.org/officeDocument/2006/relationships/slideLayout" Target="../slideLayouts/slideLayout234.xml"/><Relationship Id="rId13" Type="http://schemas.openxmlformats.org/officeDocument/2006/relationships/slideLayout" Target="../slideLayouts/slideLayout215.xml"/><Relationship Id="rId35" Type="http://schemas.openxmlformats.org/officeDocument/2006/relationships/slideLayout" Target="../slideLayouts/slideLayout237.xml"/><Relationship Id="rId12" Type="http://schemas.openxmlformats.org/officeDocument/2006/relationships/slideLayout" Target="../slideLayouts/slideLayout214.xml"/><Relationship Id="rId34" Type="http://schemas.openxmlformats.org/officeDocument/2006/relationships/slideLayout" Target="../slideLayouts/slideLayout236.xml"/><Relationship Id="rId15" Type="http://schemas.openxmlformats.org/officeDocument/2006/relationships/slideLayout" Target="../slideLayouts/slideLayout217.xml"/><Relationship Id="rId37" Type="http://schemas.openxmlformats.org/officeDocument/2006/relationships/slideLayout" Target="../slideLayouts/slideLayout239.xml"/><Relationship Id="rId14" Type="http://schemas.openxmlformats.org/officeDocument/2006/relationships/slideLayout" Target="../slideLayouts/slideLayout216.xml"/><Relationship Id="rId36" Type="http://schemas.openxmlformats.org/officeDocument/2006/relationships/slideLayout" Target="../slideLayouts/slideLayout238.xml"/><Relationship Id="rId17" Type="http://schemas.openxmlformats.org/officeDocument/2006/relationships/slideLayout" Target="../slideLayouts/slideLayout219.xml"/><Relationship Id="rId39" Type="http://schemas.openxmlformats.org/officeDocument/2006/relationships/slideLayout" Target="../slideLayouts/slideLayout241.xml"/><Relationship Id="rId16" Type="http://schemas.openxmlformats.org/officeDocument/2006/relationships/slideLayout" Target="../slideLayouts/slideLayout218.xml"/><Relationship Id="rId38" Type="http://schemas.openxmlformats.org/officeDocument/2006/relationships/slideLayout" Target="../slideLayouts/slideLayout240.xml"/><Relationship Id="rId19" Type="http://schemas.openxmlformats.org/officeDocument/2006/relationships/slideLayout" Target="../slideLayouts/slideLayout221.xml"/><Relationship Id="rId18" Type="http://schemas.openxmlformats.org/officeDocument/2006/relationships/slideLayout" Target="../slideLayouts/slideLayout220.xml"/></Relationships>
</file>

<file path=ppt/slideMasters/_rels/slideMaster7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64.xml"/><Relationship Id="rId22" Type="http://schemas.openxmlformats.org/officeDocument/2006/relationships/slideLayout" Target="../slideLayouts/slideLayout266.xml"/><Relationship Id="rId21" Type="http://schemas.openxmlformats.org/officeDocument/2006/relationships/slideLayout" Target="../slideLayouts/slideLayout265.xml"/><Relationship Id="rId24" Type="http://schemas.openxmlformats.org/officeDocument/2006/relationships/slideLayout" Target="../slideLayouts/slideLayout268.xml"/><Relationship Id="rId23" Type="http://schemas.openxmlformats.org/officeDocument/2006/relationships/slideLayout" Target="../slideLayouts/slideLayout267.xml"/><Relationship Id="rId1" Type="http://schemas.openxmlformats.org/officeDocument/2006/relationships/slideLayout" Target="../slideLayouts/slideLayout245.xml"/><Relationship Id="rId2" Type="http://schemas.openxmlformats.org/officeDocument/2006/relationships/slideLayout" Target="../slideLayouts/slideLayout246.xml"/><Relationship Id="rId3" Type="http://schemas.openxmlformats.org/officeDocument/2006/relationships/slideLayout" Target="../slideLayouts/slideLayout247.xml"/><Relationship Id="rId4" Type="http://schemas.openxmlformats.org/officeDocument/2006/relationships/slideLayout" Target="../slideLayouts/slideLayout248.xml"/><Relationship Id="rId9" Type="http://schemas.openxmlformats.org/officeDocument/2006/relationships/slideLayout" Target="../slideLayouts/slideLayout253.xml"/><Relationship Id="rId26" Type="http://schemas.openxmlformats.org/officeDocument/2006/relationships/slideLayout" Target="../slideLayouts/slideLayout270.xml"/><Relationship Id="rId25" Type="http://schemas.openxmlformats.org/officeDocument/2006/relationships/slideLayout" Target="../slideLayouts/slideLayout269.xml"/><Relationship Id="rId28" Type="http://schemas.openxmlformats.org/officeDocument/2006/relationships/slideLayout" Target="../slideLayouts/slideLayout272.xml"/><Relationship Id="rId27" Type="http://schemas.openxmlformats.org/officeDocument/2006/relationships/slideLayout" Target="../slideLayouts/slideLayout271.xml"/><Relationship Id="rId5" Type="http://schemas.openxmlformats.org/officeDocument/2006/relationships/slideLayout" Target="../slideLayouts/slideLayout249.xml"/><Relationship Id="rId6" Type="http://schemas.openxmlformats.org/officeDocument/2006/relationships/slideLayout" Target="../slideLayouts/slideLayout250.xml"/><Relationship Id="rId29" Type="http://schemas.openxmlformats.org/officeDocument/2006/relationships/slideLayout" Target="../slideLayouts/slideLayout273.xml"/><Relationship Id="rId7" Type="http://schemas.openxmlformats.org/officeDocument/2006/relationships/slideLayout" Target="../slideLayouts/slideLayout251.xml"/><Relationship Id="rId8" Type="http://schemas.openxmlformats.org/officeDocument/2006/relationships/slideLayout" Target="../slideLayouts/slideLayout252.xml"/><Relationship Id="rId31" Type="http://schemas.openxmlformats.org/officeDocument/2006/relationships/theme" Target="../theme/theme3.xml"/><Relationship Id="rId30" Type="http://schemas.openxmlformats.org/officeDocument/2006/relationships/slideLayout" Target="../slideLayouts/slideLayout274.xml"/><Relationship Id="rId11" Type="http://schemas.openxmlformats.org/officeDocument/2006/relationships/slideLayout" Target="../slideLayouts/slideLayout255.xml"/><Relationship Id="rId10" Type="http://schemas.openxmlformats.org/officeDocument/2006/relationships/slideLayout" Target="../slideLayouts/slideLayout254.xml"/><Relationship Id="rId13" Type="http://schemas.openxmlformats.org/officeDocument/2006/relationships/slideLayout" Target="../slideLayouts/slideLayout257.xml"/><Relationship Id="rId12" Type="http://schemas.openxmlformats.org/officeDocument/2006/relationships/slideLayout" Target="../slideLayouts/slideLayout256.xml"/><Relationship Id="rId15" Type="http://schemas.openxmlformats.org/officeDocument/2006/relationships/slideLayout" Target="../slideLayouts/slideLayout259.xml"/><Relationship Id="rId14" Type="http://schemas.openxmlformats.org/officeDocument/2006/relationships/slideLayout" Target="../slideLayouts/slideLayout258.xml"/><Relationship Id="rId17" Type="http://schemas.openxmlformats.org/officeDocument/2006/relationships/slideLayout" Target="../slideLayouts/slideLayout261.xml"/><Relationship Id="rId16" Type="http://schemas.openxmlformats.org/officeDocument/2006/relationships/slideLayout" Target="../slideLayouts/slideLayout260.xml"/><Relationship Id="rId19" Type="http://schemas.openxmlformats.org/officeDocument/2006/relationships/slideLayout" Target="../slideLayouts/slideLayout263.xml"/><Relationship Id="rId18" Type="http://schemas.openxmlformats.org/officeDocument/2006/relationships/slideLayout" Target="../slideLayouts/slideLayout26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ExtraBold"/>
              <a:buNone/>
              <a:defRPr sz="28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Char char="●"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175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31750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31750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3175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1750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31750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31750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31750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36"/>
          <p:cNvSpPr txBox="1"/>
          <p:nvPr>
            <p:ph idx="1" type="body"/>
          </p:nvPr>
        </p:nvSpPr>
        <p:spPr>
          <a:xfrm>
            <a:off x="284850" y="1555575"/>
            <a:ext cx="5710500" cy="286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56" name="Google Shape;156;p36"/>
          <p:cNvSpPr txBox="1"/>
          <p:nvPr>
            <p:ph type="title"/>
          </p:nvPr>
        </p:nvSpPr>
        <p:spPr>
          <a:xfrm>
            <a:off x="284850" y="285900"/>
            <a:ext cx="64239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57" name="Google Shape;157;p36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8" name="Google Shape;158;p36"/>
          <p:cNvSpPr txBox="1"/>
          <p:nvPr>
            <p:ph idx="2" type="title"/>
          </p:nvPr>
        </p:nvSpPr>
        <p:spPr>
          <a:xfrm>
            <a:off x="288625" y="4778975"/>
            <a:ext cx="4227300" cy="7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Inter"/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59" name="Google Shape;159;p36"/>
          <p:cNvSpPr txBox="1"/>
          <p:nvPr>
            <p:ph idx="3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Inter"/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60" name="Google Shape;160;p36"/>
          <p:cNvSpPr txBox="1"/>
          <p:nvPr>
            <p:ph idx="4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Inter"/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61" name="Google Shape;161;p36"/>
          <p:cNvSpPr txBox="1"/>
          <p:nvPr>
            <p:ph idx="5" type="body"/>
          </p:nvPr>
        </p:nvSpPr>
        <p:spPr>
          <a:xfrm>
            <a:off x="4239825" y="1398125"/>
            <a:ext cx="3648900" cy="22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82" r:id="rId1"/>
    <p:sldLayoutId id="2147483683" r:id="rId2"/>
    <p:sldLayoutId id="2147483684" r:id="rId3"/>
    <p:sldLayoutId id="2147483685" r:id="rId4"/>
    <p:sldLayoutId id="2147483686" r:id="rId5"/>
    <p:sldLayoutId id="2147483687" r:id="rId6"/>
    <p:sldLayoutId id="2147483688" r:id="rId7"/>
    <p:sldLayoutId id="2147483689" r:id="rId8"/>
    <p:sldLayoutId id="2147483690" r:id="rId9"/>
    <p:sldLayoutId id="2147483691" r:id="rId10"/>
    <p:sldLayoutId id="2147483692" r:id="rId11"/>
    <p:sldLayoutId id="2147483693" r:id="rId12"/>
    <p:sldLayoutId id="2147483694" r:id="rId13"/>
    <p:sldLayoutId id="2147483695" r:id="rId14"/>
    <p:sldLayoutId id="2147483696" r:id="rId15"/>
    <p:sldLayoutId id="2147483697" r:id="rId16"/>
    <p:sldLayoutId id="2147483698" r:id="rId17"/>
    <p:sldLayoutId id="2147483699" r:id="rId18"/>
    <p:sldLayoutId id="2147483700" r:id="rId19"/>
    <p:sldLayoutId id="2147483701" r:id="rId20"/>
    <p:sldLayoutId id="2147483702" r:id="rId21"/>
    <p:sldLayoutId id="2147483703" r:id="rId22"/>
    <p:sldLayoutId id="2147483704" r:id="rId23"/>
    <p:sldLayoutId id="2147483705" r:id="rId24"/>
    <p:sldLayoutId id="2147483706" r:id="rId25"/>
    <p:sldLayoutId id="2147483707" r:id="rId26"/>
    <p:sldLayoutId id="2147483708" r:id="rId27"/>
    <p:sldLayoutId id="2147483709" r:id="rId28"/>
    <p:sldLayoutId id="2147483710" r:id="rId29"/>
    <p:sldLayoutId id="2147483711" r:id="rId30"/>
    <p:sldLayoutId id="2147483712" r:id="rId31"/>
    <p:sldLayoutId id="2147483713" r:id="rId32"/>
    <p:sldLayoutId id="2147483714" r:id="rId33"/>
    <p:sldLayoutId id="2147483715" r:id="rId34"/>
    <p:sldLayoutId id="2147483716" r:id="rId35"/>
    <p:sldLayoutId id="2147483717" r:id="rId36"/>
    <p:sldLayoutId id="2147483718" r:id="rId37"/>
    <p:sldLayoutId id="2147483719" r:id="rId38"/>
    <p:sldLayoutId id="2147483720" r:id="rId39"/>
    <p:sldLayoutId id="2147483721" r:id="rId40"/>
    <p:sldLayoutId id="2147483722" r:id="rId41"/>
    <p:sldLayoutId id="2147483723" r:id="rId42"/>
    <p:sldLayoutId id="2147483724" r:id="rId43"/>
    <p:sldLayoutId id="2147483725" r:id="rId44"/>
    <p:sldLayoutId id="2147483726" r:id="rId4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579">
          <p15:clr>
            <a:srgbClr val="E46962"/>
          </p15:clr>
        </p15:guide>
        <p15:guide id="2" pos="179">
          <p15:clr>
            <a:srgbClr val="E46962"/>
          </p15:clr>
        </p15:guide>
        <p15:guide id="3" orient="horz" pos="180">
          <p15:clr>
            <a:srgbClr val="E46962"/>
          </p15:clr>
        </p15:guide>
        <p15:guide id="4" orient="horz" pos="3060">
          <p15:clr>
            <a:srgbClr val="E46962"/>
          </p15:clr>
        </p15:guide>
        <p15:guide id="5" pos="2842">
          <p15:clr>
            <a:srgbClr val="E46962"/>
          </p15:clr>
        </p15:guide>
        <p15:guide id="6" pos="2916">
          <p15:clr>
            <a:srgbClr val="E46962"/>
          </p15:clr>
        </p15:guide>
        <p15:guide id="7" pos="1474">
          <p15:clr>
            <a:srgbClr val="E46962"/>
          </p15:clr>
        </p15:guide>
        <p15:guide id="8" pos="1548">
          <p15:clr>
            <a:srgbClr val="E46962"/>
          </p15:clr>
        </p15:guide>
        <p15:guide id="9" pos="4211">
          <p15:clr>
            <a:srgbClr val="E46962"/>
          </p15:clr>
        </p15:guide>
        <p15:guide id="10" pos="4285">
          <p15:clr>
            <a:srgbClr val="E46962"/>
          </p15:clr>
        </p15:guide>
        <p15:guide id="11" pos="3753">
          <p15:clr>
            <a:srgbClr val="E46962"/>
          </p15:clr>
        </p15:guide>
        <p15:guide id="12" pos="3834">
          <p15:clr>
            <a:srgbClr val="E46962"/>
          </p15:clr>
        </p15:guide>
        <p15:guide id="13" pos="1926">
          <p15:clr>
            <a:srgbClr val="E46962"/>
          </p15:clr>
        </p15:guide>
        <p15:guide id="14" pos="2007">
          <p15:clr>
            <a:srgbClr val="E46962"/>
          </p15:clr>
        </p15:guide>
        <p15:guide id="15" orient="horz" pos="299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907">
          <p15:clr>
            <a:srgbClr val="E46962"/>
          </p15:clr>
        </p15:guide>
        <p15:guide id="18" orient="horz" pos="980">
          <p15:clr>
            <a:srgbClr val="E46962"/>
          </p15:clr>
        </p15:guide>
        <p15:guide id="19" orient="horz" pos="1588">
          <p15:clr>
            <a:srgbClr val="E46962"/>
          </p15:clr>
        </p15:guide>
        <p15:guide id="20" orient="horz" pos="1661">
          <p15:clr>
            <a:srgbClr val="E46962"/>
          </p15:clr>
        </p15:guide>
        <p15:guide id="21" orient="horz" pos="2269">
          <p15:clr>
            <a:srgbClr val="E46962"/>
          </p15:clr>
        </p15:guide>
        <p15:guide id="22" orient="horz" pos="2341">
          <p15:clr>
            <a:srgbClr val="E46962"/>
          </p15:clr>
        </p15:guide>
        <p15:guide id="23" orient="horz" pos="3012">
          <p15:clr>
            <a:srgbClr val="E46962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82"/>
          <p:cNvSpPr txBox="1"/>
          <p:nvPr>
            <p:ph idx="1" type="body"/>
          </p:nvPr>
        </p:nvSpPr>
        <p:spPr>
          <a:xfrm>
            <a:off x="228600" y="1452125"/>
            <a:ext cx="5760600" cy="34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indent="-3048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indent="-3048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indent="-3048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indent="-3048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indent="-3048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indent="-3048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indent="-3048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indent="-3048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508" name="Google Shape;508;p82"/>
          <p:cNvSpPr txBox="1"/>
          <p:nvPr>
            <p:ph type="title"/>
          </p:nvPr>
        </p:nvSpPr>
        <p:spPr>
          <a:xfrm>
            <a:off x="228600" y="85200"/>
            <a:ext cx="5236500" cy="109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 Medium"/>
              <a:buNone/>
              <a:defRPr sz="30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509" name="Google Shape;509;p82"/>
          <p:cNvSpPr txBox="1"/>
          <p:nvPr>
            <p:ph idx="2" type="body"/>
          </p:nvPr>
        </p:nvSpPr>
        <p:spPr>
          <a:xfrm>
            <a:off x="4562525" y="1518250"/>
            <a:ext cx="3880800" cy="27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  <p:sldLayoutId id="2147483738" r:id="rId12"/>
    <p:sldLayoutId id="2147483739" r:id="rId13"/>
    <p:sldLayoutId id="2147483740" r:id="rId14"/>
    <p:sldLayoutId id="2147483741" r:id="rId15"/>
    <p:sldLayoutId id="2147483742" r:id="rId16"/>
    <p:sldLayoutId id="2147483743" r:id="rId17"/>
    <p:sldLayoutId id="2147483744" r:id="rId18"/>
    <p:sldLayoutId id="2147483745" r:id="rId19"/>
    <p:sldLayoutId id="2147483746" r:id="rId20"/>
    <p:sldLayoutId id="2147483747" r:id="rId21"/>
    <p:sldLayoutId id="2147483748" r:id="rId22"/>
    <p:sldLayoutId id="2147483749" r:id="rId23"/>
    <p:sldLayoutId id="2147483750" r:id="rId24"/>
    <p:sldLayoutId id="2147483751" r:id="rId25"/>
    <p:sldLayoutId id="2147483752" r:id="rId26"/>
    <p:sldLayoutId id="2147483753" r:id="rId27"/>
    <p:sldLayoutId id="2147483754" r:id="rId28"/>
    <p:sldLayoutId id="2147483755" r:id="rId29"/>
    <p:sldLayoutId id="2147483756" r:id="rId30"/>
    <p:sldLayoutId id="2147483757" r:id="rId31"/>
    <p:sldLayoutId id="2147483758" r:id="rId32"/>
    <p:sldLayoutId id="2147483759" r:id="rId33"/>
    <p:sldLayoutId id="2147483760" r:id="rId34"/>
    <p:sldLayoutId id="2147483761" r:id="rId35"/>
    <p:sldLayoutId id="2147483762" r:id="rId36"/>
    <p:sldLayoutId id="2147483763" r:id="rId37"/>
    <p:sldLayoutId id="2147483764" r:id="rId38"/>
    <p:sldLayoutId id="2147483765" r:id="rId3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616">
          <p15:clr>
            <a:srgbClr val="E46962"/>
          </p15:clr>
        </p15:guide>
        <p15:guide id="2" pos="144">
          <p15:clr>
            <a:srgbClr val="E46962"/>
          </p15:clr>
        </p15:guide>
        <p15:guide id="3" orient="horz" pos="144">
          <p15:clr>
            <a:srgbClr val="E46962"/>
          </p15:clr>
        </p15:guide>
        <p15:guide id="4" orient="horz" pos="3094">
          <p15:clr>
            <a:srgbClr val="E46962"/>
          </p15:clr>
        </p15:guide>
        <p15:guide id="5" pos="2850">
          <p15:clr>
            <a:srgbClr val="E46962"/>
          </p15:clr>
        </p15:guide>
        <p15:guide id="6" pos="2910">
          <p15:clr>
            <a:srgbClr val="E46962"/>
          </p15:clr>
        </p15:guide>
        <p15:guide id="7" pos="1468">
          <p15:clr>
            <a:srgbClr val="E46962"/>
          </p15:clr>
        </p15:guide>
        <p15:guide id="8" pos="1527">
          <p15:clr>
            <a:srgbClr val="E46962"/>
          </p15:clr>
        </p15:guide>
        <p15:guide id="9" pos="4233">
          <p15:clr>
            <a:srgbClr val="E46962"/>
          </p15:clr>
        </p15:guide>
        <p15:guide id="10" pos="4292">
          <p15:clr>
            <a:srgbClr val="E46962"/>
          </p15:clr>
        </p15:guide>
        <p15:guide id="11" pos="3773">
          <p15:clr>
            <a:srgbClr val="E46962"/>
          </p15:clr>
        </p15:guide>
        <p15:guide id="12" pos="3830">
          <p15:clr>
            <a:srgbClr val="E46962"/>
          </p15:clr>
        </p15:guide>
        <p15:guide id="13" pos="1930">
          <p15:clr>
            <a:srgbClr val="E46962"/>
          </p15:clr>
        </p15:guide>
        <p15:guide id="14" pos="1987">
          <p15:clr>
            <a:srgbClr val="E46962"/>
          </p15:clr>
        </p15:guide>
        <p15:guide id="15" orient="horz" pos="288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1135">
          <p15:clr>
            <a:srgbClr val="E46962"/>
          </p15:clr>
        </p15:guide>
        <p15:guide id="18" orient="horz" pos="1194">
          <p15:clr>
            <a:srgbClr val="E46962"/>
          </p15:clr>
        </p15:guide>
        <p15:guide id="19" orient="horz" pos="2043">
          <p15:clr>
            <a:srgbClr val="E46962"/>
          </p15:clr>
        </p15:guide>
        <p15:guide id="20" orient="horz" pos="2103">
          <p15:clr>
            <a:srgbClr val="E46962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934" name="Shape 9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5" name="Google Shape;935;p122"/>
          <p:cNvSpPr txBox="1"/>
          <p:nvPr>
            <p:ph idx="1" type="body"/>
          </p:nvPr>
        </p:nvSpPr>
        <p:spPr>
          <a:xfrm>
            <a:off x="228600" y="1452125"/>
            <a:ext cx="5760600" cy="34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anrope"/>
              <a:buChar char="●"/>
              <a:defRPr sz="12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indent="-3048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anrope"/>
              <a:buChar char="○"/>
              <a:defRPr sz="12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2pPr>
            <a:lvl3pPr indent="-3048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anrope"/>
              <a:buChar char="■"/>
              <a:defRPr sz="12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3pPr>
            <a:lvl4pPr indent="-3048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anrope"/>
              <a:buChar char="●"/>
              <a:defRPr sz="12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4pPr>
            <a:lvl5pPr indent="-3048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anrope"/>
              <a:buChar char="○"/>
              <a:defRPr sz="12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5pPr>
            <a:lvl6pPr indent="-3048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anrope"/>
              <a:buChar char="■"/>
              <a:defRPr sz="12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6pPr>
            <a:lvl7pPr indent="-3048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anrope"/>
              <a:buChar char="●"/>
              <a:defRPr sz="12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7pPr>
            <a:lvl8pPr indent="-3048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anrope"/>
              <a:buChar char="○"/>
              <a:defRPr sz="12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8pPr>
            <a:lvl9pPr indent="-3048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200"/>
              <a:buFont typeface="Manrope"/>
              <a:buChar char="■"/>
              <a:defRPr sz="12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936" name="Google Shape;936;p122"/>
          <p:cNvSpPr txBox="1"/>
          <p:nvPr>
            <p:ph type="title"/>
          </p:nvPr>
        </p:nvSpPr>
        <p:spPr>
          <a:xfrm>
            <a:off x="228600" y="369300"/>
            <a:ext cx="64803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b="1" sz="30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sz="30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sz="30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sz="30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sz="30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sz="30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sz="30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sz="30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sz="30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766" r:id="rId1"/>
    <p:sldLayoutId id="2147483767" r:id="rId2"/>
    <p:sldLayoutId id="2147483768" r:id="rId3"/>
    <p:sldLayoutId id="2147483769" r:id="rId4"/>
    <p:sldLayoutId id="2147483770" r:id="rId5"/>
    <p:sldLayoutId id="2147483771" r:id="rId6"/>
    <p:sldLayoutId id="2147483772" r:id="rId7"/>
    <p:sldLayoutId id="2147483773" r:id="rId8"/>
    <p:sldLayoutId id="2147483774" r:id="rId9"/>
    <p:sldLayoutId id="2147483775" r:id="rId10"/>
    <p:sldLayoutId id="2147483776" r:id="rId11"/>
    <p:sldLayoutId id="2147483777" r:id="rId12"/>
    <p:sldLayoutId id="2147483778" r:id="rId13"/>
    <p:sldLayoutId id="2147483779" r:id="rId14"/>
    <p:sldLayoutId id="2147483780" r:id="rId15"/>
    <p:sldLayoutId id="2147483781" r:id="rId16"/>
    <p:sldLayoutId id="2147483782" r:id="rId17"/>
    <p:sldLayoutId id="2147483783" r:id="rId18"/>
    <p:sldLayoutId id="2147483784" r:id="rId19"/>
    <p:sldLayoutId id="2147483785" r:id="rId20"/>
    <p:sldLayoutId id="2147483786" r:id="rId21"/>
    <p:sldLayoutId id="2147483787" r:id="rId22"/>
    <p:sldLayoutId id="2147483788" r:id="rId23"/>
    <p:sldLayoutId id="2147483789" r:id="rId24"/>
    <p:sldLayoutId id="2147483790" r:id="rId25"/>
    <p:sldLayoutId id="2147483791" r:id="rId26"/>
    <p:sldLayoutId id="2147483792" r:id="rId27"/>
    <p:sldLayoutId id="2147483793" r:id="rId28"/>
    <p:sldLayoutId id="2147483794" r:id="rId29"/>
    <p:sldLayoutId id="2147483795" r:id="rId30"/>
    <p:sldLayoutId id="2147483796" r:id="rId31"/>
    <p:sldLayoutId id="2147483797" r:id="rId32"/>
    <p:sldLayoutId id="2147483798" r:id="rId33"/>
    <p:sldLayoutId id="2147483799" r:id="rId34"/>
    <p:sldLayoutId id="2147483800" r:id="rId35"/>
    <p:sldLayoutId id="2147483801" r:id="rId36"/>
    <p:sldLayoutId id="2147483802" r:id="rId37"/>
    <p:sldLayoutId id="2147483803" r:id="rId38"/>
    <p:sldLayoutId id="2147483804" r:id="rId39"/>
    <p:sldLayoutId id="2147483805" r:id="rId40"/>
    <p:sldLayoutId id="2147483806" r:id="rId41"/>
    <p:sldLayoutId id="2147483807" r:id="rId42"/>
    <p:sldLayoutId id="2147483808" r:id="rId4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616">
          <p15:clr>
            <a:srgbClr val="E46962"/>
          </p15:clr>
        </p15:guide>
        <p15:guide id="2" pos="144">
          <p15:clr>
            <a:srgbClr val="E46962"/>
          </p15:clr>
        </p15:guide>
        <p15:guide id="3" orient="horz" pos="144">
          <p15:clr>
            <a:srgbClr val="E46962"/>
          </p15:clr>
        </p15:guide>
        <p15:guide id="4" orient="horz" pos="3094">
          <p15:clr>
            <a:srgbClr val="E46962"/>
          </p15:clr>
        </p15:guide>
        <p15:guide id="5" pos="2850">
          <p15:clr>
            <a:srgbClr val="E46962"/>
          </p15:clr>
        </p15:guide>
        <p15:guide id="6" pos="2910">
          <p15:clr>
            <a:srgbClr val="E46962"/>
          </p15:clr>
        </p15:guide>
        <p15:guide id="7" pos="1468">
          <p15:clr>
            <a:srgbClr val="E46962"/>
          </p15:clr>
        </p15:guide>
        <p15:guide id="8" pos="1527">
          <p15:clr>
            <a:srgbClr val="E46962"/>
          </p15:clr>
        </p15:guide>
        <p15:guide id="9" pos="4226">
          <p15:clr>
            <a:srgbClr val="E46962"/>
          </p15:clr>
        </p15:guide>
        <p15:guide id="10" pos="4285">
          <p15:clr>
            <a:srgbClr val="E46962"/>
          </p15:clr>
        </p15:guide>
        <p15:guide id="11" pos="3773">
          <p15:clr>
            <a:srgbClr val="E46962"/>
          </p15:clr>
        </p15:guide>
        <p15:guide id="12" pos="3830">
          <p15:clr>
            <a:srgbClr val="E46962"/>
          </p15:clr>
        </p15:guide>
        <p15:guide id="13" pos="1930">
          <p15:clr>
            <a:srgbClr val="E46962"/>
          </p15:clr>
        </p15:guide>
        <p15:guide id="14" pos="1987">
          <p15:clr>
            <a:srgbClr val="E46962"/>
          </p15:clr>
        </p15:guide>
        <p15:guide id="15" orient="horz" pos="288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1135">
          <p15:clr>
            <a:srgbClr val="E46962"/>
          </p15:clr>
        </p15:guide>
        <p15:guide id="18" orient="horz" pos="1194">
          <p15:clr>
            <a:srgbClr val="E46962"/>
          </p15:clr>
        </p15:guide>
        <p15:guide id="19" orient="horz" pos="2043">
          <p15:clr>
            <a:srgbClr val="E46962"/>
          </p15:clr>
        </p15:guide>
        <p15:guide id="20" orient="horz" pos="2103">
          <p15:clr>
            <a:srgbClr val="E46962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1945" name="Shape 19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" name="Google Shape;1946;p166"/>
          <p:cNvSpPr txBox="1"/>
          <p:nvPr>
            <p:ph idx="1" type="body"/>
          </p:nvPr>
        </p:nvSpPr>
        <p:spPr>
          <a:xfrm>
            <a:off x="228600" y="1895400"/>
            <a:ext cx="5760600" cy="301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sp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Char char="●"/>
              <a:defRPr sz="10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Char char="○"/>
              <a:defRPr sz="10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Char char="■"/>
              <a:defRPr sz="10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Char char="●"/>
              <a:defRPr sz="10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Char char="○"/>
              <a:defRPr sz="10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Char char="■"/>
              <a:defRPr sz="10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Char char="●"/>
              <a:defRPr sz="10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Char char="○"/>
              <a:defRPr sz="10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Red Hat Display"/>
              <a:buChar char="■"/>
              <a:defRPr sz="10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9pPr>
          </a:lstStyle>
          <a:p/>
        </p:txBody>
      </p:sp>
      <p:sp>
        <p:nvSpPr>
          <p:cNvPr id="1947" name="Google Shape;1947;p166"/>
          <p:cNvSpPr txBox="1"/>
          <p:nvPr>
            <p:ph type="title"/>
          </p:nvPr>
        </p:nvSpPr>
        <p:spPr>
          <a:xfrm>
            <a:off x="188850" y="312400"/>
            <a:ext cx="4469700" cy="44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ed Hat Display"/>
              <a:buNone/>
              <a:defRPr sz="24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ed Hat Display"/>
              <a:buNone/>
              <a:defRPr sz="24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ed Hat Display"/>
              <a:buNone/>
              <a:defRPr sz="24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ed Hat Display"/>
              <a:buNone/>
              <a:defRPr sz="24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ed Hat Display"/>
              <a:buNone/>
              <a:defRPr sz="24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ed Hat Display"/>
              <a:buNone/>
              <a:defRPr sz="24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ed Hat Display"/>
              <a:buNone/>
              <a:defRPr sz="24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ed Hat Display"/>
              <a:buNone/>
              <a:defRPr sz="24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ed Hat Display"/>
              <a:buNone/>
              <a:defRPr sz="24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9pPr>
          </a:lstStyle>
          <a:p/>
        </p:txBody>
      </p:sp>
      <p:sp>
        <p:nvSpPr>
          <p:cNvPr id="1948" name="Google Shape;1948;p166"/>
          <p:cNvSpPr txBox="1"/>
          <p:nvPr>
            <p:ph idx="2" type="body"/>
          </p:nvPr>
        </p:nvSpPr>
        <p:spPr>
          <a:xfrm>
            <a:off x="4523800" y="1983025"/>
            <a:ext cx="4043400" cy="24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 sz="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 sz="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 sz="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 sz="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 sz="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 sz="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 sz="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 sz="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 sz="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809" r:id="rId1"/>
    <p:sldLayoutId id="2147483810" r:id="rId2"/>
    <p:sldLayoutId id="2147483811" r:id="rId3"/>
    <p:sldLayoutId id="2147483812" r:id="rId4"/>
    <p:sldLayoutId id="2147483813" r:id="rId5"/>
    <p:sldLayoutId id="2147483814" r:id="rId6"/>
    <p:sldLayoutId id="2147483815" r:id="rId7"/>
    <p:sldLayoutId id="2147483816" r:id="rId8"/>
    <p:sldLayoutId id="2147483817" r:id="rId9"/>
    <p:sldLayoutId id="2147483818" r:id="rId10"/>
    <p:sldLayoutId id="2147483819" r:id="rId11"/>
    <p:sldLayoutId id="2147483820" r:id="rId12"/>
    <p:sldLayoutId id="2147483821" r:id="rId13"/>
    <p:sldLayoutId id="2147483822" r:id="rId14"/>
    <p:sldLayoutId id="2147483823" r:id="rId15"/>
    <p:sldLayoutId id="2147483824" r:id="rId16"/>
    <p:sldLayoutId id="2147483825" r:id="rId17"/>
    <p:sldLayoutId id="2147483826" r:id="rId18"/>
    <p:sldLayoutId id="2147483827" r:id="rId19"/>
    <p:sldLayoutId id="2147483828" r:id="rId20"/>
    <p:sldLayoutId id="2147483829" r:id="rId21"/>
    <p:sldLayoutId id="2147483830" r:id="rId22"/>
    <p:sldLayoutId id="2147483831" r:id="rId23"/>
    <p:sldLayoutId id="2147483832" r:id="rId24"/>
    <p:sldLayoutId id="2147483833" r:id="rId25"/>
    <p:sldLayoutId id="2147483834" r:id="rId26"/>
    <p:sldLayoutId id="2147483835" r:id="rId27"/>
    <p:sldLayoutId id="2147483836" r:id="rId28"/>
    <p:sldLayoutId id="2147483837" r:id="rId29"/>
    <p:sldLayoutId id="2147483838" r:id="rId30"/>
    <p:sldLayoutId id="2147483839" r:id="rId31"/>
    <p:sldLayoutId id="2147483840" r:id="rId32"/>
    <p:sldLayoutId id="2147483841" r:id="rId33"/>
    <p:sldLayoutId id="2147483842" r:id="rId34"/>
    <p:sldLayoutId id="2147483843" r:id="rId35"/>
    <p:sldLayoutId id="2147483844" r:id="rId36"/>
    <p:sldLayoutId id="2147483845" r:id="rId37"/>
    <p:sldLayoutId id="2147483846" r:id="rId38"/>
    <p:sldLayoutId id="2147483847" r:id="rId39"/>
    <p:sldLayoutId id="2147483848" r:id="rId40"/>
    <p:sldLayoutId id="2147483849" r:id="rId4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616">
          <p15:clr>
            <a:srgbClr val="E46962"/>
          </p15:clr>
        </p15:guide>
        <p15:guide id="2" pos="144">
          <p15:clr>
            <a:srgbClr val="E46962"/>
          </p15:clr>
        </p15:guide>
        <p15:guide id="3" orient="horz" pos="144">
          <p15:clr>
            <a:srgbClr val="E46962"/>
          </p15:clr>
        </p15:guide>
        <p15:guide id="4" orient="horz" pos="3094">
          <p15:clr>
            <a:srgbClr val="E46962"/>
          </p15:clr>
        </p15:guide>
        <p15:guide id="5" pos="2850">
          <p15:clr>
            <a:srgbClr val="E46962"/>
          </p15:clr>
        </p15:guide>
        <p15:guide id="6" pos="2910">
          <p15:clr>
            <a:srgbClr val="E46962"/>
          </p15:clr>
        </p15:guide>
        <p15:guide id="7" pos="1468">
          <p15:clr>
            <a:srgbClr val="E46962"/>
          </p15:clr>
        </p15:guide>
        <p15:guide id="8" pos="1527">
          <p15:clr>
            <a:srgbClr val="E46962"/>
          </p15:clr>
        </p15:guide>
        <p15:guide id="9" pos="4226">
          <p15:clr>
            <a:srgbClr val="E46962"/>
          </p15:clr>
        </p15:guide>
        <p15:guide id="10" pos="4285">
          <p15:clr>
            <a:srgbClr val="E46962"/>
          </p15:clr>
        </p15:guide>
        <p15:guide id="11" pos="3773">
          <p15:clr>
            <a:srgbClr val="E46962"/>
          </p15:clr>
        </p15:guide>
        <p15:guide id="12" pos="3830">
          <p15:clr>
            <a:srgbClr val="E46962"/>
          </p15:clr>
        </p15:guide>
        <p15:guide id="13" pos="1930">
          <p15:clr>
            <a:srgbClr val="E46962"/>
          </p15:clr>
        </p15:guide>
        <p15:guide id="14" pos="1987">
          <p15:clr>
            <a:srgbClr val="E46962"/>
          </p15:clr>
        </p15:guide>
        <p15:guide id="15" orient="horz" pos="288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1135">
          <p15:clr>
            <a:srgbClr val="E46962"/>
          </p15:clr>
        </p15:guide>
        <p15:guide id="18" orient="horz" pos="1194">
          <p15:clr>
            <a:srgbClr val="E46962"/>
          </p15:clr>
        </p15:guide>
        <p15:guide id="19" orient="horz" pos="2043">
          <p15:clr>
            <a:srgbClr val="E46962"/>
          </p15:clr>
        </p15:guide>
        <p15:guide id="20" orient="horz" pos="2103">
          <p15:clr>
            <a:srgbClr val="E46962"/>
          </p15:clr>
        </p15:guide>
      </p15:sldGuideLst>
    </p:ext>
  </p:extLst>
</p:sldMaster>
</file>

<file path=ppt/slideMasters/slideMaster6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2"/>
        </a:solidFill>
      </p:bgPr>
    </p:bg>
    <p:spTree>
      <p:nvGrpSpPr>
        <p:cNvPr id="2484" name="Shape 2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5" name="Google Shape;2485;p208"/>
          <p:cNvSpPr txBox="1"/>
          <p:nvPr>
            <p:ph type="title"/>
          </p:nvPr>
        </p:nvSpPr>
        <p:spPr>
          <a:xfrm>
            <a:off x="284850" y="285900"/>
            <a:ext cx="64239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486" name="Google Shape;2486;p208"/>
          <p:cNvSpPr txBox="1"/>
          <p:nvPr>
            <p:ph idx="1" type="body"/>
          </p:nvPr>
        </p:nvSpPr>
        <p:spPr>
          <a:xfrm>
            <a:off x="284850" y="2001325"/>
            <a:ext cx="4088100" cy="24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●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○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■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●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○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■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●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○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■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850" r:id="rId1"/>
    <p:sldLayoutId id="2147483851" r:id="rId2"/>
    <p:sldLayoutId id="2147483852" r:id="rId3"/>
    <p:sldLayoutId id="2147483853" r:id="rId4"/>
    <p:sldLayoutId id="2147483854" r:id="rId5"/>
    <p:sldLayoutId id="2147483855" r:id="rId6"/>
    <p:sldLayoutId id="2147483856" r:id="rId7"/>
    <p:sldLayoutId id="2147483857" r:id="rId8"/>
    <p:sldLayoutId id="2147483858" r:id="rId9"/>
    <p:sldLayoutId id="2147483859" r:id="rId10"/>
    <p:sldLayoutId id="2147483860" r:id="rId11"/>
    <p:sldLayoutId id="2147483861" r:id="rId12"/>
    <p:sldLayoutId id="2147483862" r:id="rId13"/>
    <p:sldLayoutId id="2147483863" r:id="rId14"/>
    <p:sldLayoutId id="2147483864" r:id="rId15"/>
    <p:sldLayoutId id="2147483865" r:id="rId16"/>
    <p:sldLayoutId id="2147483866" r:id="rId17"/>
    <p:sldLayoutId id="2147483867" r:id="rId18"/>
    <p:sldLayoutId id="2147483868" r:id="rId19"/>
    <p:sldLayoutId id="2147483869" r:id="rId20"/>
    <p:sldLayoutId id="2147483870" r:id="rId21"/>
    <p:sldLayoutId id="2147483871" r:id="rId22"/>
    <p:sldLayoutId id="2147483872" r:id="rId23"/>
    <p:sldLayoutId id="2147483873" r:id="rId24"/>
    <p:sldLayoutId id="2147483874" r:id="rId25"/>
    <p:sldLayoutId id="2147483875" r:id="rId26"/>
    <p:sldLayoutId id="2147483876" r:id="rId27"/>
    <p:sldLayoutId id="2147483877" r:id="rId28"/>
    <p:sldLayoutId id="2147483878" r:id="rId29"/>
    <p:sldLayoutId id="2147483879" r:id="rId30"/>
    <p:sldLayoutId id="2147483880" r:id="rId31"/>
    <p:sldLayoutId id="2147483881" r:id="rId32"/>
    <p:sldLayoutId id="2147483882" r:id="rId33"/>
    <p:sldLayoutId id="2147483883" r:id="rId34"/>
    <p:sldLayoutId id="2147483884" r:id="rId35"/>
    <p:sldLayoutId id="2147483885" r:id="rId36"/>
    <p:sldLayoutId id="2147483886" r:id="rId37"/>
    <p:sldLayoutId id="2147483887" r:id="rId38"/>
    <p:sldLayoutId id="2147483888" r:id="rId39"/>
    <p:sldLayoutId id="2147483889" r:id="rId40"/>
    <p:sldLayoutId id="2147483890" r:id="rId41"/>
    <p:sldLayoutId id="2147483891" r:id="rId4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175">
          <p15:clr>
            <a:srgbClr val="E46962"/>
          </p15:clr>
        </p15:guide>
        <p15:guide id="2" orient="horz" pos="3061">
          <p15:clr>
            <a:srgbClr val="E46962"/>
          </p15:clr>
        </p15:guide>
        <p15:guide id="3" orient="horz" pos="175">
          <p15:clr>
            <a:srgbClr val="E46962"/>
          </p15:clr>
        </p15:guide>
        <p15:guide id="4" pos="5585">
          <p15:clr>
            <a:srgbClr val="E46962"/>
          </p15:clr>
        </p15:guide>
        <p15:guide id="5" orient="horz" pos="1620">
          <p15:clr>
            <a:srgbClr val="E46962"/>
          </p15:clr>
        </p15:guide>
        <p15:guide id="6" pos="2880">
          <p15:clr>
            <a:srgbClr val="E46962"/>
          </p15:clr>
        </p15:guide>
      </p15:sldGuideLst>
    </p:ext>
  </p:extLst>
</p:sldMaster>
</file>

<file path=ppt/slideMasters/slideMaster7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2827" name="Shape 2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8" name="Google Shape;2828;p25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Spline Sans"/>
              <a:buNone/>
              <a:defRPr b="1" sz="4000">
                <a:solidFill>
                  <a:schemeClr val="dk1"/>
                </a:solidFill>
                <a:latin typeface="Spline Sans"/>
                <a:ea typeface="Spline Sans"/>
                <a:cs typeface="Spline Sans"/>
                <a:sym typeface="Spline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Spline Sans"/>
              <a:buNone/>
              <a:defRPr b="1" sz="4000">
                <a:solidFill>
                  <a:schemeClr val="dk1"/>
                </a:solidFill>
                <a:latin typeface="Spline Sans"/>
                <a:ea typeface="Spline Sans"/>
                <a:cs typeface="Spline Sans"/>
                <a:sym typeface="Spline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Spline Sans"/>
              <a:buNone/>
              <a:defRPr b="1" sz="4000">
                <a:solidFill>
                  <a:schemeClr val="dk1"/>
                </a:solidFill>
                <a:latin typeface="Spline Sans"/>
                <a:ea typeface="Spline Sans"/>
                <a:cs typeface="Spline Sans"/>
                <a:sym typeface="Spline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Spline Sans"/>
              <a:buNone/>
              <a:defRPr b="1" sz="4000">
                <a:solidFill>
                  <a:schemeClr val="dk1"/>
                </a:solidFill>
                <a:latin typeface="Spline Sans"/>
                <a:ea typeface="Spline Sans"/>
                <a:cs typeface="Spline Sans"/>
                <a:sym typeface="Spline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Spline Sans"/>
              <a:buNone/>
              <a:defRPr b="1" sz="4000">
                <a:solidFill>
                  <a:schemeClr val="dk1"/>
                </a:solidFill>
                <a:latin typeface="Spline Sans"/>
                <a:ea typeface="Spline Sans"/>
                <a:cs typeface="Spline Sans"/>
                <a:sym typeface="Spline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Spline Sans"/>
              <a:buNone/>
              <a:defRPr b="1" sz="4000">
                <a:solidFill>
                  <a:schemeClr val="dk1"/>
                </a:solidFill>
                <a:latin typeface="Spline Sans"/>
                <a:ea typeface="Spline Sans"/>
                <a:cs typeface="Spline Sans"/>
                <a:sym typeface="Spline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Spline Sans"/>
              <a:buNone/>
              <a:defRPr b="1" sz="4000">
                <a:solidFill>
                  <a:schemeClr val="dk1"/>
                </a:solidFill>
                <a:latin typeface="Spline Sans"/>
                <a:ea typeface="Spline Sans"/>
                <a:cs typeface="Spline Sans"/>
                <a:sym typeface="Spline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Spline Sans"/>
              <a:buNone/>
              <a:defRPr b="1" sz="4000">
                <a:solidFill>
                  <a:schemeClr val="dk1"/>
                </a:solidFill>
                <a:latin typeface="Spline Sans"/>
                <a:ea typeface="Spline Sans"/>
                <a:cs typeface="Spline Sans"/>
                <a:sym typeface="Spline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Spline Sans"/>
              <a:buNone/>
              <a:defRPr b="1" sz="4000">
                <a:solidFill>
                  <a:schemeClr val="dk1"/>
                </a:solidFill>
                <a:latin typeface="Spline Sans"/>
                <a:ea typeface="Spline Sans"/>
                <a:cs typeface="Spline Sans"/>
                <a:sym typeface="Spline Sans"/>
              </a:defRPr>
            </a:lvl9pPr>
          </a:lstStyle>
          <a:p/>
        </p:txBody>
      </p:sp>
      <p:sp>
        <p:nvSpPr>
          <p:cNvPr id="2829" name="Google Shape;2829;p251"/>
          <p:cNvSpPr txBox="1"/>
          <p:nvPr>
            <p:ph idx="1" type="body"/>
          </p:nvPr>
        </p:nvSpPr>
        <p:spPr>
          <a:xfrm>
            <a:off x="311700" y="2221525"/>
            <a:ext cx="8520600" cy="24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 Light"/>
              <a:buChar char="●"/>
              <a:defRPr sz="1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Light"/>
              <a:buChar char="○"/>
              <a:defRPr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Light"/>
              <a:buChar char="■"/>
              <a:defRPr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Light"/>
              <a:buChar char="●"/>
              <a:defRPr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Light"/>
              <a:buChar char="○"/>
              <a:defRPr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Light"/>
              <a:buChar char="■"/>
              <a:defRPr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Light"/>
              <a:buChar char="●"/>
              <a:defRPr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Light"/>
              <a:buChar char="○"/>
              <a:defRPr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Light"/>
              <a:buChar char="■"/>
              <a:defRPr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2830" name="Google Shape;2830;p25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892" r:id="rId1"/>
    <p:sldLayoutId id="2147483893" r:id="rId2"/>
    <p:sldLayoutId id="2147483894" r:id="rId3"/>
    <p:sldLayoutId id="2147483895" r:id="rId4"/>
    <p:sldLayoutId id="2147483896" r:id="rId5"/>
    <p:sldLayoutId id="2147483897" r:id="rId6"/>
    <p:sldLayoutId id="2147483898" r:id="rId7"/>
    <p:sldLayoutId id="2147483899" r:id="rId8"/>
    <p:sldLayoutId id="2147483900" r:id="rId9"/>
    <p:sldLayoutId id="2147483901" r:id="rId10"/>
    <p:sldLayoutId id="2147483902" r:id="rId11"/>
    <p:sldLayoutId id="2147483903" r:id="rId12"/>
    <p:sldLayoutId id="2147483904" r:id="rId13"/>
    <p:sldLayoutId id="2147483905" r:id="rId14"/>
    <p:sldLayoutId id="2147483906" r:id="rId15"/>
    <p:sldLayoutId id="2147483907" r:id="rId16"/>
    <p:sldLayoutId id="2147483908" r:id="rId17"/>
    <p:sldLayoutId id="2147483909" r:id="rId18"/>
    <p:sldLayoutId id="2147483910" r:id="rId19"/>
    <p:sldLayoutId id="2147483911" r:id="rId20"/>
    <p:sldLayoutId id="2147483912" r:id="rId21"/>
    <p:sldLayoutId id="2147483913" r:id="rId22"/>
    <p:sldLayoutId id="2147483914" r:id="rId23"/>
    <p:sldLayoutId id="2147483915" r:id="rId24"/>
    <p:sldLayoutId id="2147483916" r:id="rId25"/>
    <p:sldLayoutId id="2147483917" r:id="rId26"/>
    <p:sldLayoutId id="2147483918" r:id="rId27"/>
    <p:sldLayoutId id="2147483919" r:id="rId28"/>
    <p:sldLayoutId id="2147483920" r:id="rId29"/>
    <p:sldLayoutId id="2147483921" r:id="rId3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8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6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6.png"/><Relationship Id="rId4" Type="http://schemas.openxmlformats.org/officeDocument/2006/relationships/image" Target="../media/image2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0.png"/><Relationship Id="rId4" Type="http://schemas.openxmlformats.org/officeDocument/2006/relationships/image" Target="../media/image3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5.png"/><Relationship Id="rId4" Type="http://schemas.openxmlformats.org/officeDocument/2006/relationships/image" Target="../media/image29.png"/><Relationship Id="rId5" Type="http://schemas.openxmlformats.org/officeDocument/2006/relationships/image" Target="../media/image3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7.png"/><Relationship Id="rId4" Type="http://schemas.openxmlformats.org/officeDocument/2006/relationships/image" Target="../media/image3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0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6" name="Shape 3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27" name="Google Shape;3327;p282"/>
          <p:cNvCxnSpPr/>
          <p:nvPr/>
        </p:nvCxnSpPr>
        <p:spPr>
          <a:xfrm>
            <a:off x="225525" y="2170134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28" name="Google Shape;3328;p282"/>
          <p:cNvCxnSpPr/>
          <p:nvPr/>
        </p:nvCxnSpPr>
        <p:spPr>
          <a:xfrm>
            <a:off x="225525" y="1175834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329" name="Google Shape;3329;p282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30" name="Google Shape;3330;p282"/>
          <p:cNvSpPr txBox="1"/>
          <p:nvPr>
            <p:ph type="title"/>
          </p:nvPr>
        </p:nvSpPr>
        <p:spPr>
          <a:xfrm>
            <a:off x="283850" y="224410"/>
            <a:ext cx="6683700" cy="12369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5G Edge Cloud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Week 6</a:t>
            </a:r>
            <a:endParaRPr/>
          </a:p>
        </p:txBody>
      </p:sp>
      <p:cxnSp>
        <p:nvCxnSpPr>
          <p:cNvPr id="3331" name="Google Shape;3331;p282"/>
          <p:cNvCxnSpPr/>
          <p:nvPr/>
        </p:nvCxnSpPr>
        <p:spPr>
          <a:xfrm>
            <a:off x="283850" y="4683734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5" name="Shape 3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6" name="Google Shape;3336;p283"/>
          <p:cNvSpPr txBox="1"/>
          <p:nvPr>
            <p:ph idx="4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June</a:t>
            </a:r>
            <a:endParaRPr/>
          </a:p>
        </p:txBody>
      </p:sp>
      <p:sp>
        <p:nvSpPr>
          <p:cNvPr id="3337" name="Google Shape;3337;p283"/>
          <p:cNvSpPr txBox="1"/>
          <p:nvPr>
            <p:ph idx="5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2025</a:t>
            </a:r>
            <a:endParaRPr/>
          </a:p>
        </p:txBody>
      </p:sp>
      <p:sp>
        <p:nvSpPr>
          <p:cNvPr id="3338" name="Google Shape;3338;p283"/>
          <p:cNvSpPr txBox="1"/>
          <p:nvPr>
            <p:ph idx="3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5G Edge Cloud Applications</a:t>
            </a:r>
            <a:endParaRPr/>
          </a:p>
        </p:txBody>
      </p:sp>
      <p:sp>
        <p:nvSpPr>
          <p:cNvPr id="3339" name="Google Shape;3339;p283"/>
          <p:cNvSpPr txBox="1"/>
          <p:nvPr/>
        </p:nvSpPr>
        <p:spPr>
          <a:xfrm>
            <a:off x="347625" y="328600"/>
            <a:ext cx="4647000" cy="53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sp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Meet the Team</a:t>
            </a:r>
            <a:endParaRPr sz="3400">
              <a:solidFill>
                <a:srgbClr val="F5F5F5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  <p:sp>
        <p:nvSpPr>
          <p:cNvPr id="3340" name="Google Shape;3340;p283"/>
          <p:cNvSpPr txBox="1"/>
          <p:nvPr/>
        </p:nvSpPr>
        <p:spPr>
          <a:xfrm>
            <a:off x="5910700" y="4036321"/>
            <a:ext cx="1370400" cy="171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Rahul Rajkumar</a:t>
            </a:r>
            <a:endParaRPr sz="1200">
              <a:solidFill>
                <a:srgbClr val="DEFF9A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  <p:sp>
        <p:nvSpPr>
          <p:cNvPr id="3341" name="Google Shape;3341;p283"/>
          <p:cNvSpPr txBox="1"/>
          <p:nvPr/>
        </p:nvSpPr>
        <p:spPr>
          <a:xfrm>
            <a:off x="7450025" y="4042472"/>
            <a:ext cx="1370400" cy="171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Andrew Michael</a:t>
            </a:r>
            <a:endParaRPr sz="1200">
              <a:solidFill>
                <a:srgbClr val="DEFF9A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  <p:pic>
        <p:nvPicPr>
          <p:cNvPr id="3342" name="Google Shape;3342;p28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97850" y="2571750"/>
            <a:ext cx="1370400" cy="1351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pic>
        <p:nvPicPr>
          <p:cNvPr id="3343" name="Google Shape;3343;p28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19300" y="2571750"/>
            <a:ext cx="1370400" cy="1351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7" name="Shape 3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8" name="Google Shape;3348;p284"/>
          <p:cNvSpPr/>
          <p:nvPr/>
        </p:nvSpPr>
        <p:spPr>
          <a:xfrm flipH="1" rot="10800000">
            <a:off x="4709199" y="325325"/>
            <a:ext cx="4092600" cy="4423200"/>
          </a:xfrm>
          <a:prstGeom prst="snip1Rect">
            <a:avLst>
              <a:gd fmla="val 16667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349" name="Google Shape;3349;p284"/>
          <p:cNvSpPr/>
          <p:nvPr/>
        </p:nvSpPr>
        <p:spPr>
          <a:xfrm rot="4795490">
            <a:off x="8281252" y="4337541"/>
            <a:ext cx="207500" cy="287945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350" name="Google Shape;3350;p284"/>
          <p:cNvSpPr txBox="1"/>
          <p:nvPr/>
        </p:nvSpPr>
        <p:spPr>
          <a:xfrm>
            <a:off x="5712000" y="3467675"/>
            <a:ext cx="526200" cy="2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</a:pPr>
            <a:r>
              <a:rPr lang="en" sz="7200">
                <a:solidFill>
                  <a:schemeClr val="lt1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“</a:t>
            </a:r>
            <a:endParaRPr i="1" sz="7200">
              <a:solidFill>
                <a:schemeClr val="lt1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3351" name="Google Shape;3351;p284"/>
          <p:cNvSpPr txBox="1"/>
          <p:nvPr>
            <p:ph type="title"/>
          </p:nvPr>
        </p:nvSpPr>
        <p:spPr>
          <a:xfrm>
            <a:off x="508875" y="874875"/>
            <a:ext cx="3003300" cy="5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</a:pPr>
            <a:r>
              <a:rPr lang="en"/>
              <a:t>REVIEW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</p:txBody>
      </p:sp>
      <p:sp>
        <p:nvSpPr>
          <p:cNvPr id="3352" name="Google Shape;3352;p284"/>
          <p:cNvSpPr txBox="1"/>
          <p:nvPr>
            <p:ph idx="1" type="body"/>
          </p:nvPr>
        </p:nvSpPr>
        <p:spPr>
          <a:xfrm>
            <a:off x="508875" y="1539275"/>
            <a:ext cx="3488400" cy="118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28575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ontserrat"/>
              <a:buChar char="-"/>
            </a:pPr>
            <a:r>
              <a:rPr lang="en" sz="1600">
                <a:latin typeface="Montserrat"/>
                <a:ea typeface="Montserrat"/>
                <a:cs typeface="Montserrat"/>
                <a:sym typeface="Montserrat"/>
              </a:rPr>
              <a:t>What are  we working on: </a:t>
            </a:r>
            <a:r>
              <a:rPr b="1" lang="en" sz="1600">
                <a:latin typeface="Montserrat"/>
                <a:ea typeface="Montserrat"/>
                <a:cs typeface="Montserrat"/>
                <a:sym typeface="Montserrat"/>
              </a:rPr>
              <a:t>Edge</a:t>
            </a:r>
            <a:endParaRPr b="1" sz="1600"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28575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ontserrat"/>
              <a:buChar char="-"/>
            </a:pPr>
            <a:r>
              <a:rPr lang="en" sz="1600">
                <a:latin typeface="Montserrat"/>
                <a:ea typeface="Montserrat"/>
                <a:cs typeface="Montserrat"/>
                <a:sym typeface="Montserrat"/>
              </a:rPr>
              <a:t>What are we doing: </a:t>
            </a:r>
            <a:r>
              <a:rPr b="1" lang="en" sz="1600">
                <a:latin typeface="Montserrat"/>
                <a:ea typeface="Montserrat"/>
                <a:cs typeface="Montserrat"/>
                <a:sym typeface="Montserrat"/>
              </a:rPr>
              <a:t>Creating BenchMarkS</a:t>
            </a:r>
            <a:endParaRPr/>
          </a:p>
        </p:txBody>
      </p:sp>
      <p:sp>
        <p:nvSpPr>
          <p:cNvPr id="3353" name="Google Shape;3353;p284"/>
          <p:cNvSpPr txBox="1"/>
          <p:nvPr>
            <p:ph idx="2" type="title"/>
          </p:nvPr>
        </p:nvSpPr>
        <p:spPr>
          <a:xfrm rot="-173518">
            <a:off x="4362854" y="3966066"/>
            <a:ext cx="1974114" cy="338532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EDGE</a:t>
            </a:r>
            <a:endParaRPr/>
          </a:p>
        </p:txBody>
      </p:sp>
      <p:pic>
        <p:nvPicPr>
          <p:cNvPr id="3354" name="Google Shape;3354;p284"/>
          <p:cNvPicPr preferRelativeResize="0"/>
          <p:nvPr/>
        </p:nvPicPr>
        <p:blipFill rotWithShape="1">
          <a:blip r:embed="rId3">
            <a:alphaModFix/>
          </a:blip>
          <a:srcRect b="0" l="0" r="0" t="7689"/>
          <a:stretch/>
        </p:blipFill>
        <p:spPr>
          <a:xfrm>
            <a:off x="4900050" y="536675"/>
            <a:ext cx="3804800" cy="35121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355" name="Google Shape;3355;p28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3386950"/>
            <a:ext cx="1883550" cy="1604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9" name="Shape 3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0" name="Google Shape;3360;p285"/>
          <p:cNvSpPr/>
          <p:nvPr/>
        </p:nvSpPr>
        <p:spPr>
          <a:xfrm>
            <a:off x="4464825" y="595888"/>
            <a:ext cx="1312500" cy="4551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  <a:latin typeface="Red Hat Display SemiBold"/>
              <a:ea typeface="Red Hat Display SemiBold"/>
              <a:cs typeface="Red Hat Display SemiBold"/>
              <a:sym typeface="Red Hat Display SemiBold"/>
            </a:endParaRPr>
          </a:p>
        </p:txBody>
      </p:sp>
      <p:sp>
        <p:nvSpPr>
          <p:cNvPr id="3361" name="Google Shape;3361;p285"/>
          <p:cNvSpPr/>
          <p:nvPr/>
        </p:nvSpPr>
        <p:spPr>
          <a:xfrm>
            <a:off x="5776325" y="843488"/>
            <a:ext cx="2883900" cy="986700"/>
          </a:xfrm>
          <a:prstGeom prst="snip2DiagRect">
            <a:avLst>
              <a:gd fmla="val 3440" name="adj1"/>
              <a:gd fmla="val 50000" name="adj2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  <a:latin typeface="Red Hat Display SemiBold"/>
              <a:ea typeface="Red Hat Display SemiBold"/>
              <a:cs typeface="Red Hat Display SemiBold"/>
              <a:sym typeface="Red Hat Display SemiBold"/>
            </a:endParaRPr>
          </a:p>
        </p:txBody>
      </p:sp>
      <p:sp>
        <p:nvSpPr>
          <p:cNvPr id="3362" name="Google Shape;3362;p285"/>
          <p:cNvSpPr txBox="1"/>
          <p:nvPr>
            <p:ph type="title"/>
          </p:nvPr>
        </p:nvSpPr>
        <p:spPr>
          <a:xfrm>
            <a:off x="228600" y="525200"/>
            <a:ext cx="3154500" cy="5877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Week</a:t>
            </a:r>
            <a:endParaRPr/>
          </a:p>
        </p:txBody>
      </p:sp>
      <p:sp>
        <p:nvSpPr>
          <p:cNvPr id="3363" name="Google Shape;3363;p285"/>
          <p:cNvSpPr txBox="1"/>
          <p:nvPr>
            <p:ph idx="2" type="subTitle"/>
          </p:nvPr>
        </p:nvSpPr>
        <p:spPr>
          <a:xfrm>
            <a:off x="4684275" y="658438"/>
            <a:ext cx="873600" cy="33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Point 1</a:t>
            </a:r>
            <a:endParaRPr sz="1600"/>
          </a:p>
        </p:txBody>
      </p:sp>
      <p:sp>
        <p:nvSpPr>
          <p:cNvPr id="3364" name="Google Shape;3364;p285"/>
          <p:cNvSpPr txBox="1"/>
          <p:nvPr>
            <p:ph idx="3" type="subTitle"/>
          </p:nvPr>
        </p:nvSpPr>
        <p:spPr>
          <a:xfrm>
            <a:off x="6205200" y="843488"/>
            <a:ext cx="2154300" cy="986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Progressively</a:t>
            </a:r>
            <a:r>
              <a:rPr lang="en" sz="1700"/>
              <a:t> measured GPU stress metrics (</a:t>
            </a:r>
            <a:r>
              <a:rPr lang="en" sz="1700"/>
              <a:t>artificially</a:t>
            </a:r>
            <a:r>
              <a:rPr lang="en" sz="1700"/>
              <a:t>)</a:t>
            </a:r>
            <a:endParaRPr sz="1700"/>
          </a:p>
        </p:txBody>
      </p:sp>
      <p:sp>
        <p:nvSpPr>
          <p:cNvPr id="3365" name="Google Shape;3365;p285"/>
          <p:cNvSpPr/>
          <p:nvPr/>
        </p:nvSpPr>
        <p:spPr>
          <a:xfrm>
            <a:off x="4464825" y="1898913"/>
            <a:ext cx="1312500" cy="4551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dk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Red Hat Display SemiBold"/>
              <a:ea typeface="Red Hat Display SemiBold"/>
              <a:cs typeface="Red Hat Display SemiBold"/>
              <a:sym typeface="Red Hat Display SemiBold"/>
            </a:endParaRPr>
          </a:p>
        </p:txBody>
      </p:sp>
      <p:sp>
        <p:nvSpPr>
          <p:cNvPr id="3366" name="Google Shape;3366;p285"/>
          <p:cNvSpPr/>
          <p:nvPr/>
        </p:nvSpPr>
        <p:spPr>
          <a:xfrm>
            <a:off x="5776325" y="2146513"/>
            <a:ext cx="2883900" cy="986700"/>
          </a:xfrm>
          <a:prstGeom prst="snip2DiagRect">
            <a:avLst>
              <a:gd fmla="val 3440" name="adj1"/>
              <a:gd fmla="val 50000" name="adj2"/>
            </a:avLst>
          </a:prstGeom>
          <a:solidFill>
            <a:schemeClr val="dk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Red Hat Display SemiBold"/>
              <a:ea typeface="Red Hat Display SemiBold"/>
              <a:cs typeface="Red Hat Display SemiBold"/>
              <a:sym typeface="Red Hat Display SemiBold"/>
            </a:endParaRPr>
          </a:p>
        </p:txBody>
      </p:sp>
      <p:sp>
        <p:nvSpPr>
          <p:cNvPr id="3367" name="Google Shape;3367;p285"/>
          <p:cNvSpPr txBox="1"/>
          <p:nvPr>
            <p:ph idx="2" type="subTitle"/>
          </p:nvPr>
        </p:nvSpPr>
        <p:spPr>
          <a:xfrm>
            <a:off x="4684275" y="1961463"/>
            <a:ext cx="873600" cy="33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</a:rPr>
              <a:t>Point 2</a:t>
            </a:r>
            <a:endParaRPr sz="1600">
              <a:solidFill>
                <a:schemeClr val="lt1"/>
              </a:solidFill>
            </a:endParaRPr>
          </a:p>
        </p:txBody>
      </p:sp>
      <p:sp>
        <p:nvSpPr>
          <p:cNvPr id="3368" name="Google Shape;3368;p285"/>
          <p:cNvSpPr txBox="1"/>
          <p:nvPr>
            <p:ph idx="3" type="subTitle"/>
          </p:nvPr>
        </p:nvSpPr>
        <p:spPr>
          <a:xfrm>
            <a:off x="6205200" y="2146513"/>
            <a:ext cx="2154300" cy="986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</a:rPr>
              <a:t>Integrated metrics for LLM </a:t>
            </a:r>
            <a:r>
              <a:rPr lang="en" sz="1700">
                <a:solidFill>
                  <a:schemeClr val="lt1"/>
                </a:solidFill>
              </a:rPr>
              <a:t>performance</a:t>
            </a:r>
            <a:r>
              <a:rPr lang="en" sz="1700">
                <a:solidFill>
                  <a:schemeClr val="lt1"/>
                </a:solidFill>
              </a:rPr>
              <a:t> and GPU </a:t>
            </a:r>
            <a:endParaRPr sz="1700">
              <a:solidFill>
                <a:schemeClr val="lt1"/>
              </a:solidFill>
            </a:endParaRPr>
          </a:p>
        </p:txBody>
      </p:sp>
      <p:sp>
        <p:nvSpPr>
          <p:cNvPr id="3369" name="Google Shape;3369;p285"/>
          <p:cNvSpPr/>
          <p:nvPr/>
        </p:nvSpPr>
        <p:spPr>
          <a:xfrm>
            <a:off x="4464825" y="3079763"/>
            <a:ext cx="1312500" cy="4551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dk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Red Hat Display SemiBold"/>
              <a:ea typeface="Red Hat Display SemiBold"/>
              <a:cs typeface="Red Hat Display SemiBold"/>
              <a:sym typeface="Red Hat Display SemiBold"/>
            </a:endParaRPr>
          </a:p>
        </p:txBody>
      </p:sp>
      <p:sp>
        <p:nvSpPr>
          <p:cNvPr id="3370" name="Google Shape;3370;p285"/>
          <p:cNvSpPr/>
          <p:nvPr/>
        </p:nvSpPr>
        <p:spPr>
          <a:xfrm>
            <a:off x="5776325" y="3327363"/>
            <a:ext cx="2883900" cy="986700"/>
          </a:xfrm>
          <a:prstGeom prst="snip2DiagRect">
            <a:avLst>
              <a:gd fmla="val 3440" name="adj1"/>
              <a:gd fmla="val 50000" name="adj2"/>
            </a:avLst>
          </a:prstGeom>
          <a:solidFill>
            <a:schemeClr val="dk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Red Hat Display SemiBold"/>
              <a:ea typeface="Red Hat Display SemiBold"/>
              <a:cs typeface="Red Hat Display SemiBold"/>
              <a:sym typeface="Red Hat Display SemiBold"/>
            </a:endParaRPr>
          </a:p>
        </p:txBody>
      </p:sp>
      <p:sp>
        <p:nvSpPr>
          <p:cNvPr id="3371" name="Google Shape;3371;p285"/>
          <p:cNvSpPr txBox="1"/>
          <p:nvPr>
            <p:ph idx="2" type="subTitle"/>
          </p:nvPr>
        </p:nvSpPr>
        <p:spPr>
          <a:xfrm>
            <a:off x="4684275" y="3142313"/>
            <a:ext cx="873600" cy="33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</a:rPr>
              <a:t>Point 3</a:t>
            </a:r>
            <a:endParaRPr sz="1600">
              <a:solidFill>
                <a:schemeClr val="lt1"/>
              </a:solidFill>
            </a:endParaRPr>
          </a:p>
        </p:txBody>
      </p:sp>
      <p:sp>
        <p:nvSpPr>
          <p:cNvPr id="3372" name="Google Shape;3372;p285"/>
          <p:cNvSpPr txBox="1"/>
          <p:nvPr>
            <p:ph idx="3" type="subTitle"/>
          </p:nvPr>
        </p:nvSpPr>
        <p:spPr>
          <a:xfrm>
            <a:off x="6205200" y="3327363"/>
            <a:ext cx="2154300" cy="986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</a:rPr>
              <a:t>Stress the GPU using Ollama requests </a:t>
            </a:r>
            <a:endParaRPr sz="1700">
              <a:solidFill>
                <a:schemeClr val="lt1"/>
              </a:solidFill>
            </a:endParaRPr>
          </a:p>
        </p:txBody>
      </p:sp>
      <p:pic>
        <p:nvPicPr>
          <p:cNvPr id="3373" name="Google Shape;3373;p285" title="Screenshot (334).png"/>
          <p:cNvPicPr preferRelativeResize="0"/>
          <p:nvPr/>
        </p:nvPicPr>
        <p:blipFill rotWithShape="1">
          <a:blip r:embed="rId3">
            <a:alphaModFix/>
          </a:blip>
          <a:srcRect b="4872" l="14838" r="24175" t="14456"/>
          <a:stretch/>
        </p:blipFill>
        <p:spPr>
          <a:xfrm>
            <a:off x="192263" y="1884825"/>
            <a:ext cx="3227177" cy="2845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374" name="Google Shape;3374;p28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78762" y="3599825"/>
            <a:ext cx="1312500" cy="131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75" name="Google Shape;3375;p28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08251" y="811800"/>
            <a:ext cx="1357575" cy="1050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9" name="Shape 3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80" name="Google Shape;3380;p286"/>
          <p:cNvPicPr preferRelativeResize="0"/>
          <p:nvPr/>
        </p:nvPicPr>
        <p:blipFill rotWithShape="1">
          <a:blip r:embed="rId3">
            <a:alphaModFix amt="10000"/>
          </a:blip>
          <a:srcRect b="19824" l="1069" r="80230" t="14704"/>
          <a:stretch/>
        </p:blipFill>
        <p:spPr>
          <a:xfrm>
            <a:off x="280800" y="1743975"/>
            <a:ext cx="1623600" cy="3039900"/>
          </a:xfrm>
          <a:prstGeom prst="roundRect">
            <a:avLst>
              <a:gd fmla="val 9898" name="adj"/>
            </a:avLst>
          </a:prstGeom>
          <a:noFill/>
          <a:ln>
            <a:noFill/>
          </a:ln>
        </p:spPr>
      </p:pic>
      <p:pic>
        <p:nvPicPr>
          <p:cNvPr id="3381" name="Google Shape;3381;p286"/>
          <p:cNvPicPr preferRelativeResize="0"/>
          <p:nvPr/>
        </p:nvPicPr>
        <p:blipFill rotWithShape="1">
          <a:blip r:embed="rId3">
            <a:alphaModFix amt="10000"/>
          </a:blip>
          <a:srcRect b="19824" l="1069" r="80230" t="14704"/>
          <a:stretch/>
        </p:blipFill>
        <p:spPr>
          <a:xfrm>
            <a:off x="2018600" y="1743975"/>
            <a:ext cx="1623600" cy="3039900"/>
          </a:xfrm>
          <a:prstGeom prst="roundRect">
            <a:avLst>
              <a:gd fmla="val 9898" name="adj"/>
            </a:avLst>
          </a:prstGeom>
          <a:noFill/>
          <a:ln>
            <a:noFill/>
          </a:ln>
        </p:spPr>
      </p:pic>
      <p:pic>
        <p:nvPicPr>
          <p:cNvPr id="3382" name="Google Shape;3382;p286"/>
          <p:cNvPicPr preferRelativeResize="0"/>
          <p:nvPr/>
        </p:nvPicPr>
        <p:blipFill rotWithShape="1">
          <a:blip r:embed="rId3">
            <a:alphaModFix amt="10000"/>
          </a:blip>
          <a:srcRect b="19824" l="1069" r="80230" t="14704"/>
          <a:stretch/>
        </p:blipFill>
        <p:spPr>
          <a:xfrm>
            <a:off x="3756400" y="1743975"/>
            <a:ext cx="1623600" cy="3039900"/>
          </a:xfrm>
          <a:prstGeom prst="roundRect">
            <a:avLst>
              <a:gd fmla="val 9898" name="adj"/>
            </a:avLst>
          </a:prstGeom>
          <a:noFill/>
          <a:ln>
            <a:noFill/>
          </a:ln>
        </p:spPr>
      </p:pic>
      <p:sp>
        <p:nvSpPr>
          <p:cNvPr id="3383" name="Google Shape;3383;p286"/>
          <p:cNvSpPr/>
          <p:nvPr/>
        </p:nvSpPr>
        <p:spPr>
          <a:xfrm>
            <a:off x="446761" y="1919375"/>
            <a:ext cx="514500" cy="514500"/>
          </a:xfrm>
          <a:prstGeom prst="ellipse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3384" name="Google Shape;3384;p286"/>
          <p:cNvSpPr/>
          <p:nvPr/>
        </p:nvSpPr>
        <p:spPr>
          <a:xfrm>
            <a:off x="491620" y="1964234"/>
            <a:ext cx="424800" cy="4248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1</a:t>
            </a:r>
            <a:endParaRPr sz="18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grpSp>
        <p:nvGrpSpPr>
          <p:cNvPr id="3385" name="Google Shape;3385;p286"/>
          <p:cNvGrpSpPr/>
          <p:nvPr/>
        </p:nvGrpSpPr>
        <p:grpSpPr>
          <a:xfrm>
            <a:off x="2196150" y="1919375"/>
            <a:ext cx="514500" cy="514500"/>
            <a:chOff x="2196150" y="1919375"/>
            <a:chExt cx="514500" cy="514500"/>
          </a:xfrm>
        </p:grpSpPr>
        <p:sp>
          <p:nvSpPr>
            <p:cNvPr id="3386" name="Google Shape;3386;p286"/>
            <p:cNvSpPr/>
            <p:nvPr/>
          </p:nvSpPr>
          <p:spPr>
            <a:xfrm>
              <a:off x="2196150" y="1919375"/>
              <a:ext cx="514500" cy="514500"/>
            </a:xfrm>
            <a:prstGeom prst="ellipse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3387" name="Google Shape;3387;p286"/>
            <p:cNvSpPr/>
            <p:nvPr/>
          </p:nvSpPr>
          <p:spPr>
            <a:xfrm>
              <a:off x="2241009" y="1964234"/>
              <a:ext cx="424800" cy="4248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1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2</a:t>
              </a:r>
              <a:endParaRPr sz="1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</p:grpSp>
      <p:grpSp>
        <p:nvGrpSpPr>
          <p:cNvPr id="3388" name="Google Shape;3388;p286"/>
          <p:cNvGrpSpPr/>
          <p:nvPr/>
        </p:nvGrpSpPr>
        <p:grpSpPr>
          <a:xfrm>
            <a:off x="3936800" y="1919375"/>
            <a:ext cx="514500" cy="514500"/>
            <a:chOff x="3936800" y="1919375"/>
            <a:chExt cx="514500" cy="514500"/>
          </a:xfrm>
        </p:grpSpPr>
        <p:sp>
          <p:nvSpPr>
            <p:cNvPr id="3389" name="Google Shape;3389;p286"/>
            <p:cNvSpPr/>
            <p:nvPr/>
          </p:nvSpPr>
          <p:spPr>
            <a:xfrm>
              <a:off x="3936800" y="1919375"/>
              <a:ext cx="514500" cy="514500"/>
            </a:xfrm>
            <a:prstGeom prst="ellipse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3390" name="Google Shape;3390;p286"/>
            <p:cNvSpPr/>
            <p:nvPr/>
          </p:nvSpPr>
          <p:spPr>
            <a:xfrm>
              <a:off x="3981659" y="1964234"/>
              <a:ext cx="424800" cy="4248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1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3</a:t>
              </a:r>
              <a:endParaRPr sz="1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</p:grpSp>
      <p:sp>
        <p:nvSpPr>
          <p:cNvPr id="3391" name="Google Shape;3391;p286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IBM Plex Sans"/>
                <a:ea typeface="IBM Plex Sans"/>
                <a:cs typeface="IBM Plex Sans"/>
                <a:sym typeface="IBM Plex Sans"/>
              </a:rPr>
              <a:t>Future Plans</a:t>
            </a:r>
            <a:endParaRPr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392" name="Google Shape;3392;p286"/>
          <p:cNvSpPr txBox="1"/>
          <p:nvPr/>
        </p:nvSpPr>
        <p:spPr>
          <a:xfrm>
            <a:off x="335050" y="2639675"/>
            <a:ext cx="1569300" cy="19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Conduct e</a:t>
            </a:r>
            <a:r>
              <a:rPr lang="en" sz="1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xploratory</a:t>
            </a:r>
            <a:r>
              <a:rPr lang="en" sz="1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 data analysis on data collected</a:t>
            </a:r>
            <a:endParaRPr sz="18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393" name="Google Shape;3393;p286"/>
          <p:cNvSpPr txBox="1"/>
          <p:nvPr/>
        </p:nvSpPr>
        <p:spPr>
          <a:xfrm>
            <a:off x="2155200" y="2617025"/>
            <a:ext cx="1487100" cy="19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Derive an actual benchmark number </a:t>
            </a:r>
            <a:r>
              <a:rPr lang="en" sz="1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based</a:t>
            </a:r>
            <a:r>
              <a:rPr lang="en" sz="1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 on data</a:t>
            </a:r>
            <a:endParaRPr sz="18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394" name="Google Shape;3394;p286"/>
          <p:cNvSpPr txBox="1"/>
          <p:nvPr/>
        </p:nvSpPr>
        <p:spPr>
          <a:xfrm>
            <a:off x="3884800" y="2707575"/>
            <a:ext cx="1487100" cy="18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Develop an ML model to predict benchmarks</a:t>
            </a:r>
            <a:endParaRPr sz="18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id="3395" name="Google Shape;3395;p28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25750" y="999525"/>
            <a:ext cx="2433337" cy="3537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2CC"/>
        </a:solidFill>
      </p:bgPr>
    </p:bg>
    <p:spTree>
      <p:nvGrpSpPr>
        <p:cNvPr id="3399" name="Shape 3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0" name="Google Shape;3400;p287"/>
          <p:cNvSpPr txBox="1"/>
          <p:nvPr>
            <p:ph type="title"/>
          </p:nvPr>
        </p:nvSpPr>
        <p:spPr>
          <a:xfrm>
            <a:off x="1241550" y="2010150"/>
            <a:ext cx="6660900" cy="112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Questions?</a:t>
            </a:r>
            <a:endParaRPr/>
          </a:p>
        </p:txBody>
      </p:sp>
      <p:sp>
        <p:nvSpPr>
          <p:cNvPr id="3401" name="Google Shape;3401;p287"/>
          <p:cNvSpPr txBox="1"/>
          <p:nvPr>
            <p:ph idx="4" type="body"/>
          </p:nvPr>
        </p:nvSpPr>
        <p:spPr>
          <a:xfrm>
            <a:off x="6772321" y="4573625"/>
            <a:ext cx="1947600" cy="47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900"/>
              <a:t>Grade 5</a:t>
            </a:r>
            <a:endParaRPr sz="19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Investor Pitch Presentation">
  <a:themeElements>
    <a:clrScheme name="Simple Light">
      <a:dk1>
        <a:srgbClr val="1B1B1B"/>
      </a:dk1>
      <a:lt1>
        <a:srgbClr val="FFFFFF"/>
      </a:lt1>
      <a:dk2>
        <a:srgbClr val="85C086"/>
      </a:dk2>
      <a:lt2>
        <a:srgbClr val="D0E1BE"/>
      </a:lt2>
      <a:accent1>
        <a:srgbClr val="85C085"/>
      </a:accent1>
      <a:accent2>
        <a:srgbClr val="50A350"/>
      </a:accent2>
      <a:accent3>
        <a:srgbClr val="3E863C"/>
      </a:accent3>
      <a:accent4>
        <a:srgbClr val="1E691E"/>
      </a:accent4>
      <a:accent5>
        <a:srgbClr val="074907"/>
      </a:accent5>
      <a:accent6>
        <a:srgbClr val="666666"/>
      </a:accent6>
      <a:hlink>
        <a:srgbClr val="FF00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uturistic Background by Slidesgo">
  <a:themeElements>
    <a:clrScheme name="Simple Light">
      <a:dk1>
        <a:srgbClr val="001633"/>
      </a:dk1>
      <a:lt1>
        <a:srgbClr val="FFFFFF"/>
      </a:lt1>
      <a:dk2>
        <a:srgbClr val="85D5E6"/>
      </a:dk2>
      <a:lt2>
        <a:srgbClr val="FFAB40"/>
      </a:lt2>
      <a:accent1>
        <a:srgbClr val="FFAB40"/>
      </a:accent1>
      <a:accent2>
        <a:srgbClr val="85D5E6"/>
      </a:accent2>
      <a:accent3>
        <a:srgbClr val="78909C"/>
      </a:accent3>
      <a:accent4>
        <a:srgbClr val="FFAB40"/>
      </a:accent4>
      <a:accent5>
        <a:srgbClr val="0097A7"/>
      </a:accent5>
      <a:accent6>
        <a:srgbClr val="001633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Assignment #2">
  <a:themeElements>
    <a:clrScheme name="Simple Light">
      <a:dk1>
        <a:srgbClr val="000000"/>
      </a:dk1>
      <a:lt1>
        <a:srgbClr val="FCF9F6"/>
      </a:lt1>
      <a:dk2>
        <a:srgbClr val="DE7E5D"/>
      </a:dk2>
      <a:lt2>
        <a:srgbClr val="FFB185"/>
      </a:lt2>
      <a:accent1>
        <a:srgbClr val="FFE5D6"/>
      </a:accent1>
      <a:accent2>
        <a:srgbClr val="FFCCAF"/>
      </a:accent2>
      <a:accent3>
        <a:srgbClr val="CAF0F8"/>
      </a:accent3>
      <a:accent4>
        <a:srgbClr val="00B4D8"/>
      </a:accent4>
      <a:accent5>
        <a:srgbClr val="0077B6"/>
      </a:accent5>
      <a:accent6>
        <a:srgbClr val="03045E"/>
      </a:accent6>
      <a:hlink>
        <a:srgbClr val="001D3D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Dark Particles">
  <a:themeElements>
    <a:clrScheme name="Simple Light">
      <a:dk1>
        <a:srgbClr val="000000"/>
      </a:dk1>
      <a:lt1>
        <a:srgbClr val="FFFFFF"/>
      </a:lt1>
      <a:dk2>
        <a:srgbClr val="F5F5F5"/>
      </a:dk2>
      <a:lt2>
        <a:srgbClr val="323232"/>
      </a:lt2>
      <a:accent1>
        <a:srgbClr val="434343"/>
      </a:accent1>
      <a:accent2>
        <a:srgbClr val="252525"/>
      </a:accent2>
      <a:accent3>
        <a:srgbClr val="DEFF9A"/>
      </a:accent3>
      <a:accent4>
        <a:srgbClr val="DAFFDE"/>
      </a:accent4>
      <a:accent5>
        <a:srgbClr val="4CDC8B"/>
      </a:accent5>
      <a:accent6>
        <a:srgbClr val="4C7FDC"/>
      </a:accent6>
      <a:hlink>
        <a:srgbClr val="18181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PAPER AGENDA">
  <a:themeElements>
    <a:clrScheme name="Simple Light">
      <a:dk1>
        <a:srgbClr val="E9E4DB"/>
      </a:dk1>
      <a:lt1>
        <a:srgbClr val="131313"/>
      </a:lt1>
      <a:dk2>
        <a:srgbClr val="E96A64"/>
      </a:dk2>
      <a:lt2>
        <a:srgbClr val="299F9C"/>
      </a:lt2>
      <a:accent1>
        <a:srgbClr val="C0534D"/>
      </a:accent1>
      <a:accent2>
        <a:srgbClr val="207D7B"/>
      </a:accent2>
      <a:accent3>
        <a:srgbClr val="6E9960"/>
      </a:accent3>
      <a:accent4>
        <a:srgbClr val="444746"/>
      </a:accent4>
      <a:accent5>
        <a:srgbClr val="CDC7B9"/>
      </a:accent5>
      <a:accent6>
        <a:srgbClr val="F5F5F5"/>
      </a:accent6>
      <a:hlink>
        <a:srgbClr val="577D4A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Project timeline/workflow presentation | Style 2 | Subway">
  <a:themeElements>
    <a:clrScheme name="Simple Light">
      <a:dk1>
        <a:srgbClr val="FAFAFA"/>
      </a:dk1>
      <a:lt1>
        <a:srgbClr val="000000"/>
      </a:lt1>
      <a:dk2>
        <a:srgbClr val="F0EEE2"/>
      </a:dk2>
      <a:lt2>
        <a:srgbClr val="B7B7B7"/>
      </a:lt2>
      <a:accent1>
        <a:srgbClr val="FFDD04"/>
      </a:accent1>
      <a:accent2>
        <a:srgbClr val="FFEE9B"/>
      </a:accent2>
      <a:accent3>
        <a:srgbClr val="2443FF"/>
      </a:accent3>
      <a:accent4>
        <a:srgbClr val="92A1FF"/>
      </a:accent4>
      <a:accent5>
        <a:srgbClr val="F8992B"/>
      </a:accent5>
      <a:accent6>
        <a:srgbClr val="FDCC9C"/>
      </a:accent6>
      <a:hlink>
        <a:srgbClr val="FF00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Product demo | Human focus">
  <a:themeElements>
    <a:clrScheme name="Simple Light">
      <a:dk1>
        <a:srgbClr val="3C4043"/>
      </a:dk1>
      <a:lt1>
        <a:srgbClr val="000000"/>
      </a:lt1>
      <a:dk2>
        <a:srgbClr val="F4F4F4"/>
      </a:dk2>
      <a:lt2>
        <a:srgbClr val="FFFFFF"/>
      </a:lt2>
      <a:accent1>
        <a:srgbClr val="FDD198"/>
      </a:accent1>
      <a:accent2>
        <a:srgbClr val="F4F4F4"/>
      </a:accent2>
      <a:accent3>
        <a:srgbClr val="B7B7B7"/>
      </a:accent3>
      <a:accent4>
        <a:srgbClr val="FFA767"/>
      </a:accent4>
      <a:accent5>
        <a:srgbClr val="FFF2DC"/>
      </a:accent5>
      <a:accent6>
        <a:srgbClr val="F0C894"/>
      </a:accent6>
      <a:hlink>
        <a:srgbClr val="CAA97A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