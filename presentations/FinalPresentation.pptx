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Solway Medium"/>
      <p:regular r:id="rId19"/>
      <p:bold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Manrope SemiBold"/>
      <p:regular r:id="rId25"/>
      <p:bold r:id="rId26"/>
    </p:embeddedFont>
    <p:embeddedFont>
      <p:font typeface="Geist"/>
      <p:regular r:id="rId27"/>
      <p:bold r:id="rId28"/>
    </p:embeddedFont>
    <p:embeddedFont>
      <p:font typeface="Manrope"/>
      <p:regular r:id="rId29"/>
      <p:bold r:id="rId30"/>
    </p:embeddedFont>
    <p:embeddedFont>
      <p:font typeface="Manrope Medium"/>
      <p:regular r:id="rId31"/>
      <p:bold r:id="rId32"/>
    </p:embeddedFont>
    <p:embeddedFont>
      <p:font typeface="Solw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lwayMedium-bold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anropeSemiBold-bold.fntdata"/><Relationship Id="rId25" Type="http://schemas.openxmlformats.org/officeDocument/2006/relationships/font" Target="fonts/ManropeSemiBold-regular.fntdata"/><Relationship Id="rId28" Type="http://schemas.openxmlformats.org/officeDocument/2006/relationships/font" Target="fonts/Geist-bold.fntdata"/><Relationship Id="rId27" Type="http://schemas.openxmlformats.org/officeDocument/2006/relationships/font" Target="fonts/Geis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anrop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anropeMedium-regular.fntdata"/><Relationship Id="rId30" Type="http://schemas.openxmlformats.org/officeDocument/2006/relationships/font" Target="fonts/Manrope-bold.fntdata"/><Relationship Id="rId11" Type="http://schemas.openxmlformats.org/officeDocument/2006/relationships/slide" Target="slides/slide7.xml"/><Relationship Id="rId33" Type="http://schemas.openxmlformats.org/officeDocument/2006/relationships/font" Target="fonts/Solway-regular.fntdata"/><Relationship Id="rId10" Type="http://schemas.openxmlformats.org/officeDocument/2006/relationships/slide" Target="slides/slide6.xml"/><Relationship Id="rId32" Type="http://schemas.openxmlformats.org/officeDocument/2006/relationships/font" Target="fonts/ManropeMedium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Solway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SolwayMedium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372561f914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372561f914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72561f914f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72561f914f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143df0acb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143df0acb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Edge computing</a:t>
            </a:r>
            <a:r>
              <a:rPr lang="en">
                <a:solidFill>
                  <a:schemeClr val="dk1"/>
                </a:solidFill>
              </a:rPr>
              <a:t> is a distributed computing model that brings computation and data storage </a:t>
            </a:r>
            <a:r>
              <a:rPr b="1" lang="en">
                <a:solidFill>
                  <a:schemeClr val="dk1"/>
                </a:solidFill>
              </a:rPr>
              <a:t>closer to the physical location where it’s needed</a:t>
            </a:r>
            <a:r>
              <a:rPr lang="en">
                <a:solidFill>
                  <a:schemeClr val="dk1"/>
                </a:solidFill>
              </a:rPr>
              <a:t>, instead of sending all data to centralized cloud servers, edge computing processes data </a:t>
            </a:r>
            <a:r>
              <a:rPr b="1" lang="en">
                <a:solidFill>
                  <a:schemeClr val="dk1"/>
                </a:solidFill>
              </a:rPr>
              <a:t>locally or near the data source</a:t>
            </a:r>
            <a:r>
              <a:rPr lang="en">
                <a:solidFill>
                  <a:schemeClr val="dk1"/>
                </a:solidFill>
              </a:rPr>
              <a:t>, which reduces latency and improves real-time responsiveness.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Low latency</a:t>
            </a:r>
            <a:r>
              <a:rPr lang="en">
                <a:solidFill>
                  <a:schemeClr val="dk1"/>
                </a:solidFill>
              </a:rPr>
              <a:t>: Faster response times by avoiding delays from cloud roundtrips.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Bandwidth efficiency</a:t>
            </a:r>
            <a:r>
              <a:rPr lang="en">
                <a:solidFill>
                  <a:schemeClr val="dk1"/>
                </a:solidFill>
              </a:rPr>
              <a:t>: Reduces the need to transmit large volumes of data to the cloud.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Enhanced privacy</a:t>
            </a:r>
            <a:r>
              <a:rPr lang="en">
                <a:solidFill>
                  <a:schemeClr val="dk1"/>
                </a:solidFill>
              </a:rPr>
              <a:t>: Sensitive data can be processed locally without being transmitted.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Reliability</a:t>
            </a:r>
            <a:r>
              <a:rPr lang="en">
                <a:solidFill>
                  <a:schemeClr val="dk1"/>
                </a:solidFill>
              </a:rPr>
              <a:t>: Can continue to function even when the cloud connection is slow or lost.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72561f914f_1_4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372561f914f_1_4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13e1fc50fc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13e1fc50f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131ff7c0f5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131ff7c0f5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22f89187e4e_0_4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22f89187e4e_0_4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730b840a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3730b840a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372561f914f_1_4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372561f914f_1_4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11d2026ec69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11d2026ec69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372561f914f_1_5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372561f914f_1_5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372561f914f_1_5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372561f914f_1_5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3730b840ad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3730b840ad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730b840ad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3730b840ad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laticon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646675" y="1733575"/>
            <a:ext cx="4211100" cy="13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46675" y="3233125"/>
            <a:ext cx="42111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1115775" y="4467744"/>
            <a:ext cx="2577160" cy="2638569"/>
            <a:chOff x="-1115775" y="4467744"/>
            <a:chExt cx="2577160" cy="2638569"/>
          </a:xfrm>
        </p:grpSpPr>
        <p:sp>
          <p:nvSpPr>
            <p:cNvPr id="12" name="Google Shape;12;p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5985575" y="4420825"/>
            <a:ext cx="2744275" cy="2727763"/>
            <a:chOff x="5985575" y="4420825"/>
            <a:chExt cx="2744275" cy="2727763"/>
          </a:xfrm>
        </p:grpSpPr>
        <p:sp>
          <p:nvSpPr>
            <p:cNvPr id="29" name="Google Shape;29;p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36066" y="1684329"/>
                <a:ext cx="1122388" cy="1100964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00052" y="1767251"/>
                <a:ext cx="1142033" cy="1118596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46313" y="1863204"/>
                <a:ext cx="1065738" cy="1068357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001225" y="2198225"/>
            <a:ext cx="29745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47" name="Google Shape;47;p3"/>
          <p:cNvSpPr txBox="1"/>
          <p:nvPr>
            <p:ph hasCustomPrompt="1" idx="2" type="title"/>
          </p:nvPr>
        </p:nvSpPr>
        <p:spPr>
          <a:xfrm>
            <a:off x="1001225" y="1131925"/>
            <a:ext cx="10761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grpSp>
        <p:nvGrpSpPr>
          <p:cNvPr id="48" name="Google Shape;48;p3"/>
          <p:cNvGrpSpPr/>
          <p:nvPr/>
        </p:nvGrpSpPr>
        <p:grpSpPr>
          <a:xfrm>
            <a:off x="-1115775" y="4467744"/>
            <a:ext cx="2577160" cy="2638569"/>
            <a:chOff x="-1115775" y="4467744"/>
            <a:chExt cx="2577160" cy="2638569"/>
          </a:xfrm>
        </p:grpSpPr>
        <p:sp>
          <p:nvSpPr>
            <p:cNvPr id="49" name="Google Shape;49;p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0" name="Google Shape;50;p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719252" y="1684329"/>
                <a:ext cx="1139072" cy="11362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83238" y="1767251"/>
                <a:ext cx="1158914" cy="1162960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11210" y="1863204"/>
                <a:ext cx="1100907" cy="1094359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 flipH="1">
            <a:off x="7784993" y="4327483"/>
            <a:ext cx="2744275" cy="2727763"/>
            <a:chOff x="5985575" y="4420825"/>
            <a:chExt cx="2744275" cy="2727763"/>
          </a:xfrm>
        </p:grpSpPr>
        <p:sp>
          <p:nvSpPr>
            <p:cNvPr id="66" name="Google Shape;66;p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" name="Google Shape;67;p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88430" y="1684323"/>
                <a:ext cx="1070060" cy="1076696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852417" y="1767253"/>
                <a:ext cx="1089683" cy="109432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98677" y="1863197"/>
                <a:ext cx="1013358" cy="1007559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2" name="Google Shape;82;p3"/>
          <p:cNvGrpSpPr/>
          <p:nvPr/>
        </p:nvGrpSpPr>
        <p:grpSpPr>
          <a:xfrm>
            <a:off x="7875908" y="-2134584"/>
            <a:ext cx="2750618" cy="2741916"/>
            <a:chOff x="2724182" y="-1866850"/>
            <a:chExt cx="2750618" cy="2741916"/>
          </a:xfrm>
        </p:grpSpPr>
        <p:sp>
          <p:nvSpPr>
            <p:cNvPr id="83" name="Google Shape;83;p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4" name="Google Shape;84;p3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717240" y="1684321"/>
                <a:ext cx="1141347" cy="1151016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790377" y="1767255"/>
                <a:ext cx="1151707" cy="117774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890925" y="1863197"/>
                <a:ext cx="1121111" cy="1136637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1076400" y="1135575"/>
            <a:ext cx="6991200" cy="13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102" name="Google Shape;102;p4"/>
          <p:cNvGrpSpPr/>
          <p:nvPr/>
        </p:nvGrpSpPr>
        <p:grpSpPr>
          <a:xfrm rot="10800000">
            <a:off x="7848403" y="-2001677"/>
            <a:ext cx="2577160" cy="2638569"/>
            <a:chOff x="-1115775" y="4467744"/>
            <a:chExt cx="2577160" cy="2638569"/>
          </a:xfrm>
        </p:grpSpPr>
        <p:sp>
          <p:nvSpPr>
            <p:cNvPr id="103" name="Google Shape;103;p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4" name="Google Shape;104;p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710202" y="1684324"/>
                <a:ext cx="1148172" cy="113129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755915" y="1767243"/>
                <a:ext cx="1186227" cy="115803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1883883" y="1863199"/>
                <a:ext cx="1128219" cy="1116995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 flipH="1" rot="10800000">
            <a:off x="-1281563" y="-2090871"/>
            <a:ext cx="2744275" cy="2727763"/>
            <a:chOff x="5985575" y="4420825"/>
            <a:chExt cx="2744275" cy="2727763"/>
          </a:xfrm>
        </p:grpSpPr>
        <p:sp>
          <p:nvSpPr>
            <p:cNvPr id="120" name="Google Shape;120;p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" name="Google Shape;121;p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710155" y="1684324"/>
                <a:ext cx="1148172" cy="1144001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819833" y="1767246"/>
                <a:ext cx="1122307" cy="1143432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929532" y="1863199"/>
                <a:ext cx="1082574" cy="1093237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8" name="Google Shape;138;p5"/>
          <p:cNvSpPr txBox="1"/>
          <p:nvPr>
            <p:ph idx="1" type="subTitle"/>
          </p:nvPr>
        </p:nvSpPr>
        <p:spPr>
          <a:xfrm>
            <a:off x="1348875" y="3244753"/>
            <a:ext cx="26067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5"/>
          <p:cNvSpPr txBox="1"/>
          <p:nvPr>
            <p:ph idx="2" type="subTitle"/>
          </p:nvPr>
        </p:nvSpPr>
        <p:spPr>
          <a:xfrm>
            <a:off x="1348875" y="2812600"/>
            <a:ext cx="26067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0" name="Google Shape;140;p5"/>
          <p:cNvSpPr txBox="1"/>
          <p:nvPr>
            <p:ph idx="3" type="subTitle"/>
          </p:nvPr>
        </p:nvSpPr>
        <p:spPr>
          <a:xfrm>
            <a:off x="5188425" y="3244753"/>
            <a:ext cx="2606700" cy="7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5"/>
          <p:cNvSpPr txBox="1"/>
          <p:nvPr>
            <p:ph idx="4" type="subTitle"/>
          </p:nvPr>
        </p:nvSpPr>
        <p:spPr>
          <a:xfrm>
            <a:off x="5188425" y="2812600"/>
            <a:ext cx="2606700" cy="5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42" name="Google Shape;142;p5"/>
          <p:cNvGrpSpPr/>
          <p:nvPr/>
        </p:nvGrpSpPr>
        <p:grpSpPr>
          <a:xfrm>
            <a:off x="-1550552" y="4335503"/>
            <a:ext cx="2750618" cy="2741916"/>
            <a:chOff x="2724182" y="-1866850"/>
            <a:chExt cx="2750618" cy="2741916"/>
          </a:xfrm>
        </p:grpSpPr>
        <p:sp>
          <p:nvSpPr>
            <p:cNvPr id="143" name="Google Shape;143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" name="Google Shape;144;p5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" name="Google Shape;159;p5"/>
          <p:cNvGrpSpPr/>
          <p:nvPr/>
        </p:nvGrpSpPr>
        <p:grpSpPr>
          <a:xfrm rot="-5400000">
            <a:off x="-1635677" y="-2138934"/>
            <a:ext cx="2750618" cy="2741916"/>
            <a:chOff x="2724182" y="-1866850"/>
            <a:chExt cx="2750618" cy="2741916"/>
          </a:xfrm>
        </p:grpSpPr>
        <p:sp>
          <p:nvSpPr>
            <p:cNvPr id="160" name="Google Shape;160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6" name="Google Shape;176;p5"/>
          <p:cNvGrpSpPr/>
          <p:nvPr/>
        </p:nvGrpSpPr>
        <p:grpSpPr>
          <a:xfrm flipH="1">
            <a:off x="7525125" y="4466980"/>
            <a:ext cx="2577160" cy="2638569"/>
            <a:chOff x="-1115775" y="4467744"/>
            <a:chExt cx="2577160" cy="2638569"/>
          </a:xfrm>
        </p:grpSpPr>
        <p:sp>
          <p:nvSpPr>
            <p:cNvPr id="177" name="Google Shape;177;p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8" name="Google Shape;178;p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95" name="Google Shape;195;p6"/>
          <p:cNvGrpSpPr/>
          <p:nvPr/>
        </p:nvGrpSpPr>
        <p:grpSpPr>
          <a:xfrm rot="10800000">
            <a:off x="7926802" y="-1940307"/>
            <a:ext cx="2577160" cy="2638569"/>
            <a:chOff x="-1115775" y="4467744"/>
            <a:chExt cx="2577160" cy="2638569"/>
          </a:xfrm>
        </p:grpSpPr>
        <p:sp>
          <p:nvSpPr>
            <p:cNvPr id="196" name="Google Shape;196;p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6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2" name="Google Shape;212;p6"/>
          <p:cNvGrpSpPr/>
          <p:nvPr/>
        </p:nvGrpSpPr>
        <p:grpSpPr>
          <a:xfrm>
            <a:off x="-1338809" y="4341075"/>
            <a:ext cx="2750618" cy="2741916"/>
            <a:chOff x="2724182" y="-1866850"/>
            <a:chExt cx="2750618" cy="2741916"/>
          </a:xfrm>
        </p:grpSpPr>
        <p:sp>
          <p:nvSpPr>
            <p:cNvPr id="213" name="Google Shape;213;p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4" name="Google Shape;214;p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/>
          <p:nvPr>
            <p:ph type="title"/>
          </p:nvPr>
        </p:nvSpPr>
        <p:spPr>
          <a:xfrm>
            <a:off x="770463" y="1150300"/>
            <a:ext cx="3186600" cy="15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1" name="Google Shape;231;p7"/>
          <p:cNvSpPr txBox="1"/>
          <p:nvPr>
            <p:ph idx="1" type="subTitle"/>
          </p:nvPr>
        </p:nvSpPr>
        <p:spPr>
          <a:xfrm>
            <a:off x="770463" y="2936600"/>
            <a:ext cx="3186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7"/>
          <p:cNvSpPr/>
          <p:nvPr>
            <p:ph idx="2" type="pic"/>
          </p:nvPr>
        </p:nvSpPr>
        <p:spPr>
          <a:xfrm>
            <a:off x="4691300" y="681676"/>
            <a:ext cx="3780300" cy="37803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3" name="Google Shape;233;p7"/>
          <p:cNvGrpSpPr/>
          <p:nvPr/>
        </p:nvGrpSpPr>
        <p:grpSpPr>
          <a:xfrm flipH="1" rot="10800000">
            <a:off x="2327820" y="4608565"/>
            <a:ext cx="2750618" cy="2741916"/>
            <a:chOff x="2724182" y="-1866850"/>
            <a:chExt cx="2750618" cy="2741916"/>
          </a:xfrm>
        </p:grpSpPr>
        <p:sp>
          <p:nvSpPr>
            <p:cNvPr id="234" name="Google Shape;234;p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5" name="Google Shape;235;p7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1748916" y="1684327"/>
                <a:ext cx="1109495" cy="1112339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1831191" y="1767249"/>
                <a:ext cx="1110926" cy="1111770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1922602" y="1863202"/>
                <a:ext cx="1089496" cy="108893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0" name="Google Shape;250;p7"/>
          <p:cNvGrpSpPr/>
          <p:nvPr/>
        </p:nvGrpSpPr>
        <p:grpSpPr>
          <a:xfrm flipH="1" rot="10800000">
            <a:off x="-1258174" y="-1940307"/>
            <a:ext cx="2577160" cy="2638569"/>
            <a:chOff x="-1115775" y="4467744"/>
            <a:chExt cx="2577160" cy="2638569"/>
          </a:xfrm>
        </p:grpSpPr>
        <p:sp>
          <p:nvSpPr>
            <p:cNvPr id="251" name="Google Shape;251;p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52" name="Google Shape;252;p7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1718221" y="1684321"/>
                <a:ext cx="1140209" cy="111271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1763934" y="1767251"/>
                <a:ext cx="1178261" cy="114855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1928468" y="1863204"/>
                <a:ext cx="1083509" cy="1098288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7" name="Google Shape;267;p7"/>
          <p:cNvGrpSpPr/>
          <p:nvPr/>
        </p:nvGrpSpPr>
        <p:grpSpPr>
          <a:xfrm rot="10800000">
            <a:off x="7657899" y="-1982582"/>
            <a:ext cx="2744275" cy="2727763"/>
            <a:chOff x="5985575" y="4420825"/>
            <a:chExt cx="2744275" cy="2727763"/>
          </a:xfrm>
        </p:grpSpPr>
        <p:sp>
          <p:nvSpPr>
            <p:cNvPr id="268" name="Google Shape;268;p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9" name="Google Shape;269;p7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1716762" y="1684320"/>
                <a:ext cx="1141726" cy="1127317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1789900" y="1767251"/>
                <a:ext cx="1152276" cy="112674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1881311" y="1863204"/>
                <a:ext cx="1130651" cy="1122046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/>
          <p:nvPr>
            <p:ph type="title"/>
          </p:nvPr>
        </p:nvSpPr>
        <p:spPr>
          <a:xfrm>
            <a:off x="1972800" y="1411500"/>
            <a:ext cx="51984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286" name="Google Shape;286;p8"/>
          <p:cNvGrpSpPr/>
          <p:nvPr/>
        </p:nvGrpSpPr>
        <p:grpSpPr>
          <a:xfrm flipH="1" rot="10800000">
            <a:off x="-1622233" y="-1866409"/>
            <a:ext cx="2744275" cy="2727763"/>
            <a:chOff x="5985575" y="4420825"/>
            <a:chExt cx="2744275" cy="2727763"/>
          </a:xfrm>
        </p:grpSpPr>
        <p:sp>
          <p:nvSpPr>
            <p:cNvPr id="287" name="Google Shape;287;p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1700256" y="1684326"/>
                <a:ext cx="1158221" cy="111764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1791667" y="1767247"/>
                <a:ext cx="1150569" cy="1135280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1937927" y="1863201"/>
                <a:ext cx="1074156" cy="1085006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3" name="Google Shape;303;p8"/>
          <p:cNvGrpSpPr/>
          <p:nvPr/>
        </p:nvGrpSpPr>
        <p:grpSpPr>
          <a:xfrm>
            <a:off x="8006698" y="-2032508"/>
            <a:ext cx="2750618" cy="2741916"/>
            <a:chOff x="2724182" y="-1866850"/>
            <a:chExt cx="2750618" cy="2741916"/>
          </a:xfrm>
        </p:grpSpPr>
        <p:sp>
          <p:nvSpPr>
            <p:cNvPr id="304" name="Google Shape;304;p8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5" name="Google Shape;305;p8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06" name="Google Shape;306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1718544" y="1684326"/>
                <a:ext cx="1139830" cy="1125421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1800803" y="1767246"/>
                <a:ext cx="1141274" cy="1143053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1883078" y="1863201"/>
                <a:ext cx="1128967" cy="1138508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20" name="Google Shape;320;p8"/>
          <p:cNvGrpSpPr/>
          <p:nvPr/>
        </p:nvGrpSpPr>
        <p:grpSpPr>
          <a:xfrm flipH="1">
            <a:off x="7450711" y="4541394"/>
            <a:ext cx="2577160" cy="2638569"/>
            <a:chOff x="-1115775" y="4467744"/>
            <a:chExt cx="2577160" cy="2638569"/>
          </a:xfrm>
        </p:grpSpPr>
        <p:sp>
          <p:nvSpPr>
            <p:cNvPr id="321" name="Google Shape;321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2" name="Google Shape;322;p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7" name="Google Shape;337;p8"/>
          <p:cNvGrpSpPr/>
          <p:nvPr/>
        </p:nvGrpSpPr>
        <p:grpSpPr>
          <a:xfrm>
            <a:off x="-933564" y="4541394"/>
            <a:ext cx="2577160" cy="2638569"/>
            <a:chOff x="-1115775" y="4467744"/>
            <a:chExt cx="2577160" cy="2638569"/>
          </a:xfrm>
        </p:grpSpPr>
        <p:sp>
          <p:nvSpPr>
            <p:cNvPr id="338" name="Google Shape;338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/>
          <p:nvPr>
            <p:ph type="title"/>
          </p:nvPr>
        </p:nvSpPr>
        <p:spPr>
          <a:xfrm>
            <a:off x="4276925" y="1364150"/>
            <a:ext cx="4153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56" name="Google Shape;356;p9"/>
          <p:cNvSpPr txBox="1"/>
          <p:nvPr>
            <p:ph idx="1" type="subTitle"/>
          </p:nvPr>
        </p:nvSpPr>
        <p:spPr>
          <a:xfrm>
            <a:off x="4276925" y="2305368"/>
            <a:ext cx="41538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357" name="Google Shape;357;p9"/>
          <p:cNvGrpSpPr/>
          <p:nvPr/>
        </p:nvGrpSpPr>
        <p:grpSpPr>
          <a:xfrm flipH="1" rot="5400000">
            <a:off x="7816695" y="-1934597"/>
            <a:ext cx="2661273" cy="2575817"/>
            <a:chOff x="-1199887" y="4530496"/>
            <a:chExt cx="2661273" cy="2575817"/>
          </a:xfrm>
        </p:grpSpPr>
        <p:sp>
          <p:nvSpPr>
            <p:cNvPr id="358" name="Google Shape;358;p9"/>
            <p:cNvSpPr/>
            <p:nvPr/>
          </p:nvSpPr>
          <p:spPr>
            <a:xfrm>
              <a:off x="-1199887" y="472075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9" name="Google Shape;359;p9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74" name="Google Shape;374;p9"/>
          <p:cNvGrpSpPr/>
          <p:nvPr/>
        </p:nvGrpSpPr>
        <p:grpSpPr>
          <a:xfrm rot="5400000">
            <a:off x="-1249530" y="-1985919"/>
            <a:ext cx="2750618" cy="2741916"/>
            <a:chOff x="2724182" y="-1866850"/>
            <a:chExt cx="2750618" cy="2741916"/>
          </a:xfrm>
        </p:grpSpPr>
        <p:sp>
          <p:nvSpPr>
            <p:cNvPr id="375" name="Google Shape;375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9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 rot="10800000">
            <a:off x="2973434" y="4525039"/>
            <a:ext cx="2750618" cy="2741916"/>
            <a:chOff x="2724182" y="-1866850"/>
            <a:chExt cx="2750618" cy="2741916"/>
          </a:xfrm>
        </p:grpSpPr>
        <p:sp>
          <p:nvSpPr>
            <p:cNvPr id="392" name="Google Shape;392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3" name="Google Shape;393;p9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94" name="Google Shape;394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/>
          <p:nvPr>
            <p:ph idx="2" type="pic"/>
          </p:nvPr>
        </p:nvSpPr>
        <p:spPr>
          <a:xfrm>
            <a:off x="-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10"/>
          <p:cNvSpPr txBox="1"/>
          <p:nvPr>
            <p:ph type="title"/>
          </p:nvPr>
        </p:nvSpPr>
        <p:spPr>
          <a:xfrm>
            <a:off x="3762775" y="3377075"/>
            <a:ext cx="4668000" cy="1231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078800" y="1282933"/>
            <a:ext cx="69864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078800" y="3130400"/>
            <a:ext cx="69864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414" name="Google Shape;414;p11"/>
          <p:cNvGrpSpPr/>
          <p:nvPr/>
        </p:nvGrpSpPr>
        <p:grpSpPr>
          <a:xfrm flipH="1">
            <a:off x="3200061" y="4600922"/>
            <a:ext cx="2577160" cy="2638569"/>
            <a:chOff x="-1115775" y="4467744"/>
            <a:chExt cx="2577160" cy="2638569"/>
          </a:xfrm>
        </p:grpSpPr>
        <p:sp>
          <p:nvSpPr>
            <p:cNvPr id="415" name="Google Shape;415;p1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6" name="Google Shape;416;p11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417" name="Google Shape;417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1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1" name="Google Shape;431;p11"/>
          <p:cNvGrpSpPr/>
          <p:nvPr/>
        </p:nvGrpSpPr>
        <p:grpSpPr>
          <a:xfrm>
            <a:off x="8006708" y="-2008234"/>
            <a:ext cx="2750618" cy="2741916"/>
            <a:chOff x="2724182" y="-1866850"/>
            <a:chExt cx="2750618" cy="2741916"/>
          </a:xfrm>
        </p:grpSpPr>
        <p:sp>
          <p:nvSpPr>
            <p:cNvPr id="432" name="Google Shape;432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3" name="Google Shape;433;p11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7" name="Google Shape;437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5400000">
            <a:off x="-1471608" y="-1860634"/>
            <a:ext cx="2750618" cy="2741916"/>
            <a:chOff x="2724182" y="-1866850"/>
            <a:chExt cx="2750618" cy="2741916"/>
          </a:xfrm>
        </p:grpSpPr>
        <p:sp>
          <p:nvSpPr>
            <p:cNvPr id="449" name="Google Shape;449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50" name="Google Shape;450;p11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8" name="Google Shape;468;p13"/>
          <p:cNvSpPr txBox="1"/>
          <p:nvPr>
            <p:ph idx="1" type="subTitle"/>
          </p:nvPr>
        </p:nvSpPr>
        <p:spPr>
          <a:xfrm>
            <a:off x="1746575" y="1668324"/>
            <a:ext cx="24693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69" name="Google Shape;469;p13"/>
          <p:cNvSpPr txBox="1"/>
          <p:nvPr>
            <p:ph hasCustomPrompt="1" idx="2" type="title"/>
          </p:nvPr>
        </p:nvSpPr>
        <p:spPr>
          <a:xfrm>
            <a:off x="817950" y="1668324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0" name="Google Shape;470;p13"/>
          <p:cNvSpPr txBox="1"/>
          <p:nvPr>
            <p:ph idx="3" type="subTitle"/>
          </p:nvPr>
        </p:nvSpPr>
        <p:spPr>
          <a:xfrm>
            <a:off x="1746575" y="3224098"/>
            <a:ext cx="24693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1" name="Google Shape;471;p13"/>
          <p:cNvSpPr txBox="1"/>
          <p:nvPr>
            <p:ph hasCustomPrompt="1" idx="4" type="title"/>
          </p:nvPr>
        </p:nvSpPr>
        <p:spPr>
          <a:xfrm>
            <a:off x="817950" y="3224098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2" name="Google Shape;472;p13"/>
          <p:cNvSpPr txBox="1"/>
          <p:nvPr>
            <p:ph idx="5" type="subTitle"/>
          </p:nvPr>
        </p:nvSpPr>
        <p:spPr>
          <a:xfrm>
            <a:off x="5808625" y="1668324"/>
            <a:ext cx="25602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3" name="Google Shape;473;p13"/>
          <p:cNvSpPr txBox="1"/>
          <p:nvPr>
            <p:ph hasCustomPrompt="1" idx="6" type="title"/>
          </p:nvPr>
        </p:nvSpPr>
        <p:spPr>
          <a:xfrm>
            <a:off x="4880000" y="1668324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474" name="Google Shape;474;p13"/>
          <p:cNvSpPr txBox="1"/>
          <p:nvPr>
            <p:ph idx="7" type="subTitle"/>
          </p:nvPr>
        </p:nvSpPr>
        <p:spPr>
          <a:xfrm>
            <a:off x="5808625" y="3224098"/>
            <a:ext cx="25602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5" name="Google Shape;475;p13"/>
          <p:cNvSpPr txBox="1"/>
          <p:nvPr>
            <p:ph hasCustomPrompt="1" idx="8" type="title"/>
          </p:nvPr>
        </p:nvSpPr>
        <p:spPr>
          <a:xfrm>
            <a:off x="4880000" y="3224098"/>
            <a:ext cx="876300" cy="6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4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grpSp>
        <p:nvGrpSpPr>
          <p:cNvPr id="476" name="Google Shape;476;p13"/>
          <p:cNvGrpSpPr/>
          <p:nvPr/>
        </p:nvGrpSpPr>
        <p:grpSpPr>
          <a:xfrm>
            <a:off x="-1385268" y="4460422"/>
            <a:ext cx="2744275" cy="2727763"/>
            <a:chOff x="5985575" y="4420825"/>
            <a:chExt cx="2744275" cy="2727763"/>
          </a:xfrm>
        </p:grpSpPr>
        <p:sp>
          <p:nvSpPr>
            <p:cNvPr id="477" name="Google Shape;477;p1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8" name="Google Shape;478;p1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1732963" y="1684323"/>
                <a:ext cx="1125421" cy="1098689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1796949" y="1767253"/>
                <a:ext cx="1145258" cy="1143622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1943210" y="1863197"/>
                <a:ext cx="1068918" cy="109342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3" name="Google Shape;493;p13"/>
          <p:cNvGrpSpPr/>
          <p:nvPr/>
        </p:nvGrpSpPr>
        <p:grpSpPr>
          <a:xfrm>
            <a:off x="7875908" y="-2134584"/>
            <a:ext cx="2750618" cy="2741916"/>
            <a:chOff x="2724182" y="-1866850"/>
            <a:chExt cx="2750618" cy="2741916"/>
          </a:xfrm>
        </p:grpSpPr>
        <p:sp>
          <p:nvSpPr>
            <p:cNvPr id="494" name="Google Shape;494;p1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5" name="Google Shape;495;p13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96" name="Google Shape;496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flipH="1">
            <a:off x="7927832" y="4405872"/>
            <a:ext cx="2577160" cy="2638569"/>
            <a:chOff x="-1115775" y="4467744"/>
            <a:chExt cx="2577160" cy="2638569"/>
          </a:xfrm>
        </p:grpSpPr>
        <p:sp>
          <p:nvSpPr>
            <p:cNvPr id="511" name="Google Shape;511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2" name="Google Shape;512;p1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1736082" y="1684323"/>
                <a:ext cx="1122388" cy="112826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1781796" y="1767253"/>
                <a:ext cx="1160432" cy="1145707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891495" y="1863197"/>
                <a:ext cx="1120549" cy="114131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27" name="Google Shape;527;p13"/>
          <p:cNvGrpSpPr/>
          <p:nvPr/>
        </p:nvGrpSpPr>
        <p:grpSpPr>
          <a:xfrm flipH="1" rot="10800000">
            <a:off x="-1141068" y="-2002410"/>
            <a:ext cx="2577160" cy="2638569"/>
            <a:chOff x="-1115775" y="4467744"/>
            <a:chExt cx="2577160" cy="2638569"/>
          </a:xfrm>
        </p:grpSpPr>
        <p:sp>
          <p:nvSpPr>
            <p:cNvPr id="528" name="Google Shape;528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29" name="Google Shape;529;p1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30" name="Google Shape;530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1738076" y="1684323"/>
                <a:ext cx="1120302" cy="1120681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1747229" y="1767253"/>
                <a:ext cx="1194952" cy="117490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1866065" y="1863197"/>
                <a:ext cx="1145991" cy="113383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83150" y="3682225"/>
            <a:ext cx="75777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83150" y="1974401"/>
            <a:ext cx="7577700" cy="15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grpSp>
        <p:nvGrpSpPr>
          <p:cNvPr id="547" name="Google Shape;547;p14"/>
          <p:cNvGrpSpPr/>
          <p:nvPr/>
        </p:nvGrpSpPr>
        <p:grpSpPr>
          <a:xfrm flipH="1" rot="5400000">
            <a:off x="7615159" y="-1826249"/>
            <a:ext cx="2651748" cy="2575817"/>
            <a:chOff x="-1190362" y="4530496"/>
            <a:chExt cx="2651748" cy="2575817"/>
          </a:xfrm>
        </p:grpSpPr>
        <p:sp>
          <p:nvSpPr>
            <p:cNvPr id="548" name="Google Shape;548;p14"/>
            <p:cNvSpPr/>
            <p:nvPr/>
          </p:nvSpPr>
          <p:spPr>
            <a:xfrm>
              <a:off x="-1190362" y="47725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49" name="Google Shape;549;p1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4" name="Google Shape;564;p14"/>
          <p:cNvGrpSpPr/>
          <p:nvPr/>
        </p:nvGrpSpPr>
        <p:grpSpPr>
          <a:xfrm rot="5400000">
            <a:off x="-1544742" y="-1909309"/>
            <a:ext cx="2750618" cy="2741916"/>
            <a:chOff x="2724182" y="-1866850"/>
            <a:chExt cx="2750618" cy="2741916"/>
          </a:xfrm>
        </p:grpSpPr>
        <p:sp>
          <p:nvSpPr>
            <p:cNvPr id="565" name="Google Shape;565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6" name="Google Shape;566;p14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67" name="Google Shape;567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81" name="Google Shape;581;p14"/>
          <p:cNvGrpSpPr/>
          <p:nvPr/>
        </p:nvGrpSpPr>
        <p:grpSpPr>
          <a:xfrm rot="10800000">
            <a:off x="-1640017" y="4496341"/>
            <a:ext cx="2750618" cy="2741916"/>
            <a:chOff x="2724182" y="-1866850"/>
            <a:chExt cx="2750618" cy="2741916"/>
          </a:xfrm>
        </p:grpSpPr>
        <p:sp>
          <p:nvSpPr>
            <p:cNvPr id="582" name="Google Shape;582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3" name="Google Shape;583;p14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84" name="Google Shape;584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5"/>
          <p:cNvSpPr txBox="1"/>
          <p:nvPr>
            <p:ph type="title"/>
          </p:nvPr>
        </p:nvSpPr>
        <p:spPr>
          <a:xfrm>
            <a:off x="5456275" y="2122025"/>
            <a:ext cx="29745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00" name="Google Shape;600;p15"/>
          <p:cNvSpPr txBox="1"/>
          <p:nvPr>
            <p:ph hasCustomPrompt="1" idx="2" type="title"/>
          </p:nvPr>
        </p:nvSpPr>
        <p:spPr>
          <a:xfrm>
            <a:off x="7354675" y="1055725"/>
            <a:ext cx="1076100" cy="10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grpSp>
        <p:nvGrpSpPr>
          <p:cNvPr id="601" name="Google Shape;601;p15"/>
          <p:cNvGrpSpPr/>
          <p:nvPr/>
        </p:nvGrpSpPr>
        <p:grpSpPr>
          <a:xfrm flipH="1" rot="5400000">
            <a:off x="-1448461" y="4086201"/>
            <a:ext cx="2744275" cy="2727763"/>
            <a:chOff x="5985575" y="4420825"/>
            <a:chExt cx="2744275" cy="2727763"/>
          </a:xfrm>
        </p:grpSpPr>
        <p:sp>
          <p:nvSpPr>
            <p:cNvPr id="602" name="Google Shape;602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03" name="Google Shape;603;p15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5" name="Google Shape;605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9" name="Google Shape;609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0" name="Google Shape;610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1" name="Google Shape;611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2" name="Google Shape;612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3" name="Google Shape;613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5" name="Google Shape;615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6" name="Google Shape;616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18" name="Google Shape;618;p15"/>
          <p:cNvGrpSpPr/>
          <p:nvPr/>
        </p:nvGrpSpPr>
        <p:grpSpPr>
          <a:xfrm flipH="1" rot="5400000">
            <a:off x="8033689" y="4071318"/>
            <a:ext cx="2744275" cy="2727763"/>
            <a:chOff x="5985575" y="4420825"/>
            <a:chExt cx="2744275" cy="2727763"/>
          </a:xfrm>
        </p:grpSpPr>
        <p:sp>
          <p:nvSpPr>
            <p:cNvPr id="619" name="Google Shape;619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20" name="Google Shape;620;p15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35" name="Google Shape;635;p15"/>
          <p:cNvGrpSpPr/>
          <p:nvPr/>
        </p:nvGrpSpPr>
        <p:grpSpPr>
          <a:xfrm rot="10800000">
            <a:off x="3706711" y="-2251481"/>
            <a:ext cx="2577160" cy="2638569"/>
            <a:chOff x="-1115775" y="4467744"/>
            <a:chExt cx="2577160" cy="2638569"/>
          </a:xfrm>
        </p:grpSpPr>
        <p:sp>
          <p:nvSpPr>
            <p:cNvPr id="636" name="Google Shape;636;p1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37" name="Google Shape;637;p1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38" name="Google Shape;638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5" name="Google Shape;645;p1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6" name="Google Shape;646;p1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7" name="Google Shape;647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8" name="Google Shape;648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9" name="Google Shape;649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1" name="Google Shape;651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54" name="Google Shape;654;p16"/>
          <p:cNvSpPr txBox="1"/>
          <p:nvPr>
            <p:ph idx="1" type="subTitle"/>
          </p:nvPr>
        </p:nvSpPr>
        <p:spPr>
          <a:xfrm>
            <a:off x="792850" y="3218025"/>
            <a:ext cx="2241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5" name="Google Shape;655;p16"/>
          <p:cNvSpPr txBox="1"/>
          <p:nvPr>
            <p:ph hasCustomPrompt="1" idx="2" type="title"/>
          </p:nvPr>
        </p:nvSpPr>
        <p:spPr>
          <a:xfrm>
            <a:off x="79285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6" name="Google Shape;656;p16"/>
          <p:cNvSpPr txBox="1"/>
          <p:nvPr>
            <p:ph idx="3" type="subTitle"/>
          </p:nvPr>
        </p:nvSpPr>
        <p:spPr>
          <a:xfrm>
            <a:off x="792850" y="2748962"/>
            <a:ext cx="2241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657" name="Google Shape;657;p16"/>
          <p:cNvSpPr txBox="1"/>
          <p:nvPr>
            <p:ph idx="4" type="subTitle"/>
          </p:nvPr>
        </p:nvSpPr>
        <p:spPr>
          <a:xfrm>
            <a:off x="6110125" y="3218025"/>
            <a:ext cx="2241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8" name="Google Shape;658;p16"/>
          <p:cNvSpPr txBox="1"/>
          <p:nvPr>
            <p:ph hasCustomPrompt="1" idx="5" type="title"/>
          </p:nvPr>
        </p:nvSpPr>
        <p:spPr>
          <a:xfrm>
            <a:off x="6110125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9" name="Google Shape;659;p16"/>
          <p:cNvSpPr txBox="1"/>
          <p:nvPr>
            <p:ph idx="6" type="subTitle"/>
          </p:nvPr>
        </p:nvSpPr>
        <p:spPr>
          <a:xfrm>
            <a:off x="6110125" y="2748962"/>
            <a:ext cx="2241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660" name="Google Shape;660;p16"/>
          <p:cNvSpPr txBox="1"/>
          <p:nvPr>
            <p:ph idx="7" type="subTitle"/>
          </p:nvPr>
        </p:nvSpPr>
        <p:spPr>
          <a:xfrm>
            <a:off x="3451500" y="3218025"/>
            <a:ext cx="22410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1" name="Google Shape;661;p16"/>
          <p:cNvSpPr txBox="1"/>
          <p:nvPr>
            <p:ph hasCustomPrompt="1" idx="8" type="title"/>
          </p:nvPr>
        </p:nvSpPr>
        <p:spPr>
          <a:xfrm>
            <a:off x="3451500" y="1754925"/>
            <a:ext cx="22410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62" name="Google Shape;662;p16"/>
          <p:cNvSpPr txBox="1"/>
          <p:nvPr>
            <p:ph idx="9" type="subTitle"/>
          </p:nvPr>
        </p:nvSpPr>
        <p:spPr>
          <a:xfrm>
            <a:off x="3451500" y="2748962"/>
            <a:ext cx="2241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663" name="Google Shape;663;p16"/>
          <p:cNvGrpSpPr/>
          <p:nvPr/>
        </p:nvGrpSpPr>
        <p:grpSpPr>
          <a:xfrm flipH="1" rot="10800000">
            <a:off x="-1512361" y="-1940324"/>
            <a:ext cx="2744275" cy="2727763"/>
            <a:chOff x="5985575" y="4420825"/>
            <a:chExt cx="2744275" cy="2727763"/>
          </a:xfrm>
        </p:grpSpPr>
        <p:sp>
          <p:nvSpPr>
            <p:cNvPr id="664" name="Google Shape;664;p16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5" name="Google Shape;665;p16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66" name="Google Shape;666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8" name="Google Shape;668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9" name="Google Shape;669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9" name="Google Shape;679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0" name="Google Shape;680;p16"/>
          <p:cNvGrpSpPr/>
          <p:nvPr/>
        </p:nvGrpSpPr>
        <p:grpSpPr>
          <a:xfrm flipH="1">
            <a:off x="7926811" y="4383119"/>
            <a:ext cx="2577160" cy="2638569"/>
            <a:chOff x="-1115775" y="4467744"/>
            <a:chExt cx="2577160" cy="2638569"/>
          </a:xfrm>
        </p:grpSpPr>
        <p:sp>
          <p:nvSpPr>
            <p:cNvPr id="681" name="Google Shape;681;p1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2" name="Google Shape;682;p16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83" name="Google Shape;683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6" name="Google Shape;686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0" name="Google Shape;690;p1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1" name="Google Shape;691;p1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3" name="Google Shape;693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99" name="Google Shape;699;p17"/>
          <p:cNvSpPr txBox="1"/>
          <p:nvPr>
            <p:ph idx="1" type="subTitle"/>
          </p:nvPr>
        </p:nvSpPr>
        <p:spPr>
          <a:xfrm>
            <a:off x="1563300" y="3256230"/>
            <a:ext cx="26652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0" name="Google Shape;700;p17"/>
          <p:cNvSpPr txBox="1"/>
          <p:nvPr>
            <p:ph hasCustomPrompt="1" idx="2" type="title"/>
          </p:nvPr>
        </p:nvSpPr>
        <p:spPr>
          <a:xfrm>
            <a:off x="1563300" y="1676825"/>
            <a:ext cx="26652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1" name="Google Shape;701;p17"/>
          <p:cNvSpPr txBox="1"/>
          <p:nvPr>
            <p:ph idx="3" type="subTitle"/>
          </p:nvPr>
        </p:nvSpPr>
        <p:spPr>
          <a:xfrm>
            <a:off x="1563300" y="2787168"/>
            <a:ext cx="2665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702" name="Google Shape;702;p17"/>
          <p:cNvSpPr txBox="1"/>
          <p:nvPr>
            <p:ph idx="4" type="subTitle"/>
          </p:nvPr>
        </p:nvSpPr>
        <p:spPr>
          <a:xfrm>
            <a:off x="5522075" y="3256230"/>
            <a:ext cx="26652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3" name="Google Shape;703;p17"/>
          <p:cNvSpPr txBox="1"/>
          <p:nvPr>
            <p:ph hasCustomPrompt="1" idx="5" type="title"/>
          </p:nvPr>
        </p:nvSpPr>
        <p:spPr>
          <a:xfrm>
            <a:off x="5522075" y="1676825"/>
            <a:ext cx="2665200" cy="11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04" name="Google Shape;704;p17"/>
          <p:cNvSpPr txBox="1"/>
          <p:nvPr>
            <p:ph idx="6" type="subTitle"/>
          </p:nvPr>
        </p:nvSpPr>
        <p:spPr>
          <a:xfrm>
            <a:off x="5522075" y="2787168"/>
            <a:ext cx="2665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705" name="Google Shape;705;p17"/>
          <p:cNvGrpSpPr/>
          <p:nvPr/>
        </p:nvGrpSpPr>
        <p:grpSpPr>
          <a:xfrm>
            <a:off x="8329382" y="-1797275"/>
            <a:ext cx="2750618" cy="2741916"/>
            <a:chOff x="2724182" y="-1866850"/>
            <a:chExt cx="2750618" cy="2741916"/>
          </a:xfrm>
        </p:grpSpPr>
        <p:sp>
          <p:nvSpPr>
            <p:cNvPr id="706" name="Google Shape;706;p1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07" name="Google Shape;707;p17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708" name="Google Shape;708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1738593" y="1684322"/>
                <a:ext cx="1119733" cy="111916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1793442" y="1767256"/>
                <a:ext cx="1148861" cy="1155187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1903138" y="1863197"/>
                <a:ext cx="1108951" cy="111400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9" name="Google Shape;719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0" name="Google Shape;720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2" name="Google Shape;722;p17"/>
          <p:cNvGrpSpPr/>
          <p:nvPr/>
        </p:nvGrpSpPr>
        <p:grpSpPr>
          <a:xfrm flipH="1" rot="5400000">
            <a:off x="-1534486" y="4335726"/>
            <a:ext cx="2744275" cy="2727763"/>
            <a:chOff x="5985575" y="4420825"/>
            <a:chExt cx="2744275" cy="2727763"/>
          </a:xfrm>
        </p:grpSpPr>
        <p:sp>
          <p:nvSpPr>
            <p:cNvPr id="723" name="Google Shape;723;p1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4" name="Google Shape;724;p17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_1_2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8"/>
          <p:cNvSpPr txBox="1"/>
          <p:nvPr>
            <p:ph idx="1" type="subTitle"/>
          </p:nvPr>
        </p:nvSpPr>
        <p:spPr>
          <a:xfrm>
            <a:off x="4046963" y="1316525"/>
            <a:ext cx="4242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1" name="Google Shape;741;p18"/>
          <p:cNvSpPr txBox="1"/>
          <p:nvPr>
            <p:ph hasCustomPrompt="1" type="title"/>
          </p:nvPr>
        </p:nvSpPr>
        <p:spPr>
          <a:xfrm>
            <a:off x="4046963" y="514200"/>
            <a:ext cx="42423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2" name="Google Shape;742;p18"/>
          <p:cNvSpPr txBox="1"/>
          <p:nvPr>
            <p:ph idx="2" type="subTitle"/>
          </p:nvPr>
        </p:nvSpPr>
        <p:spPr>
          <a:xfrm>
            <a:off x="4046963" y="4126275"/>
            <a:ext cx="4242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3" name="Google Shape;743;p18"/>
          <p:cNvSpPr txBox="1"/>
          <p:nvPr>
            <p:ph hasCustomPrompt="1" idx="3" type="title"/>
          </p:nvPr>
        </p:nvSpPr>
        <p:spPr>
          <a:xfrm>
            <a:off x="4046963" y="3323950"/>
            <a:ext cx="42423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4" name="Google Shape;744;p18"/>
          <p:cNvSpPr txBox="1"/>
          <p:nvPr>
            <p:ph idx="4" type="subTitle"/>
          </p:nvPr>
        </p:nvSpPr>
        <p:spPr>
          <a:xfrm>
            <a:off x="4046963" y="2721400"/>
            <a:ext cx="4242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5" name="Google Shape;745;p18"/>
          <p:cNvSpPr txBox="1"/>
          <p:nvPr>
            <p:ph hasCustomPrompt="1" idx="5" type="title"/>
          </p:nvPr>
        </p:nvSpPr>
        <p:spPr>
          <a:xfrm>
            <a:off x="4046963" y="1919075"/>
            <a:ext cx="4242300" cy="92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746" name="Google Shape;746;p18"/>
          <p:cNvGrpSpPr/>
          <p:nvPr/>
        </p:nvGrpSpPr>
        <p:grpSpPr>
          <a:xfrm flipH="1" rot="-5400000">
            <a:off x="-1596561" y="4134526"/>
            <a:ext cx="2744275" cy="2727763"/>
            <a:chOff x="5985575" y="4420825"/>
            <a:chExt cx="2744275" cy="2727763"/>
          </a:xfrm>
        </p:grpSpPr>
        <p:sp>
          <p:nvSpPr>
            <p:cNvPr id="747" name="Google Shape;747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8" name="Google Shape;748;p18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49" name="Google Shape;749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63" name="Google Shape;763;p18"/>
          <p:cNvGrpSpPr/>
          <p:nvPr/>
        </p:nvGrpSpPr>
        <p:grpSpPr>
          <a:xfrm flipH="1">
            <a:off x="178072" y="-2112372"/>
            <a:ext cx="2744275" cy="2727763"/>
            <a:chOff x="5985575" y="4420825"/>
            <a:chExt cx="2744275" cy="2727763"/>
          </a:xfrm>
        </p:grpSpPr>
        <p:sp>
          <p:nvSpPr>
            <p:cNvPr id="764" name="Google Shape;764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5" name="Google Shape;765;p18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80" name="Google Shape;780;p18"/>
          <p:cNvGrpSpPr/>
          <p:nvPr/>
        </p:nvGrpSpPr>
        <p:grpSpPr>
          <a:xfrm rot="10800000">
            <a:off x="7555836" y="-1972581"/>
            <a:ext cx="2577160" cy="2638569"/>
            <a:chOff x="-1115775" y="4467744"/>
            <a:chExt cx="2577160" cy="2638569"/>
          </a:xfrm>
        </p:grpSpPr>
        <p:sp>
          <p:nvSpPr>
            <p:cNvPr id="781" name="Google Shape;781;p1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2" name="Google Shape;782;p1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783" name="Google Shape;783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9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799" name="Google Shape;799;p19"/>
          <p:cNvGrpSpPr/>
          <p:nvPr/>
        </p:nvGrpSpPr>
        <p:grpSpPr>
          <a:xfrm flipH="1">
            <a:off x="8162268" y="4327483"/>
            <a:ext cx="2744275" cy="2727763"/>
            <a:chOff x="5985575" y="4420825"/>
            <a:chExt cx="2744275" cy="2727763"/>
          </a:xfrm>
        </p:grpSpPr>
        <p:sp>
          <p:nvSpPr>
            <p:cNvPr id="800" name="Google Shape;800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01" name="Google Shape;801;p19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02" name="Google Shape;802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3" name="Google Shape;803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5" name="Google Shape;805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16" name="Google Shape;816;p19"/>
          <p:cNvGrpSpPr/>
          <p:nvPr/>
        </p:nvGrpSpPr>
        <p:grpSpPr>
          <a:xfrm flipH="1">
            <a:off x="-1718107" y="-1806042"/>
            <a:ext cx="2744275" cy="2727763"/>
            <a:chOff x="5985575" y="4420825"/>
            <a:chExt cx="2744275" cy="2727763"/>
          </a:xfrm>
        </p:grpSpPr>
        <p:sp>
          <p:nvSpPr>
            <p:cNvPr id="817" name="Google Shape;817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18" name="Google Shape;818;p19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19" name="Google Shape;819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1787327" y="1767256"/>
                <a:ext cx="1154741" cy="114494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 flipH="1">
            <a:off x="7799028" y="4289170"/>
            <a:ext cx="2577160" cy="2638569"/>
            <a:chOff x="-1115775" y="4467744"/>
            <a:chExt cx="2577160" cy="2638569"/>
          </a:xfrm>
        </p:grpSpPr>
        <p:sp>
          <p:nvSpPr>
            <p:cNvPr id="835" name="Google Shape;835;p2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6" name="Google Shape;836;p20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37" name="Google Shape;837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4" name="Google Shape;844;p2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7" name="Google Shape;847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8" name="Google Shape;848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9" name="Google Shape;849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51" name="Google Shape;851;p20"/>
          <p:cNvSpPr txBox="1"/>
          <p:nvPr>
            <p:ph type="title"/>
          </p:nvPr>
        </p:nvSpPr>
        <p:spPr>
          <a:xfrm>
            <a:off x="4709575" y="1310875"/>
            <a:ext cx="3474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852" name="Google Shape;852;p20"/>
          <p:cNvSpPr txBox="1"/>
          <p:nvPr>
            <p:ph idx="1" type="subTitle"/>
          </p:nvPr>
        </p:nvSpPr>
        <p:spPr>
          <a:xfrm>
            <a:off x="4709575" y="2645425"/>
            <a:ext cx="3474000" cy="10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853" name="Google Shape;853;p20"/>
          <p:cNvGrpSpPr/>
          <p:nvPr/>
        </p:nvGrpSpPr>
        <p:grpSpPr>
          <a:xfrm>
            <a:off x="-1309043" y="4264875"/>
            <a:ext cx="2750618" cy="2741916"/>
            <a:chOff x="2724182" y="-1866850"/>
            <a:chExt cx="2750618" cy="2741916"/>
          </a:xfrm>
        </p:grpSpPr>
        <p:sp>
          <p:nvSpPr>
            <p:cNvPr id="854" name="Google Shape;854;p20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5" name="Google Shape;855;p20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0" name="Google Shape;860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1" name="Google Shape;861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0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3" name="Google Shape;863;p20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20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5" name="Google Shape;865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7" name="Google Shape;867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/>
          <p:nvPr>
            <p:ph idx="1" type="body"/>
          </p:nvPr>
        </p:nvSpPr>
        <p:spPr>
          <a:xfrm>
            <a:off x="1207300" y="1761941"/>
            <a:ext cx="3763200" cy="23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𑁋"/>
              <a:defRPr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9pPr>
          </a:lstStyle>
          <a:p/>
        </p:txBody>
      </p:sp>
      <p:sp>
        <p:nvSpPr>
          <p:cNvPr id="872" name="Google Shape;872;p2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873" name="Google Shape;873;p21"/>
          <p:cNvGrpSpPr/>
          <p:nvPr/>
        </p:nvGrpSpPr>
        <p:grpSpPr>
          <a:xfrm rot="5400000">
            <a:off x="7854984" y="4618264"/>
            <a:ext cx="2750618" cy="2741916"/>
            <a:chOff x="2724182" y="-1866850"/>
            <a:chExt cx="2750618" cy="2741916"/>
          </a:xfrm>
        </p:grpSpPr>
        <p:sp>
          <p:nvSpPr>
            <p:cNvPr id="874" name="Google Shape;874;p2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75" name="Google Shape;875;p21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76" name="Google Shape;876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7" name="Google Shape;877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0" name="Google Shape;880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1" name="Google Shape;881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2" name="Google Shape;882;p21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3" name="Google Shape;883;p21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4" name="Google Shape;884;p21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5" name="Google Shape;885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6" name="Google Shape;886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7" name="Google Shape;887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8" name="Google Shape;888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90" name="Google Shape;890;p21"/>
          <p:cNvGrpSpPr/>
          <p:nvPr/>
        </p:nvGrpSpPr>
        <p:grpSpPr>
          <a:xfrm>
            <a:off x="-1281564" y="4306094"/>
            <a:ext cx="2577160" cy="2638569"/>
            <a:chOff x="-1115775" y="4467744"/>
            <a:chExt cx="2577160" cy="2638569"/>
          </a:xfrm>
        </p:grpSpPr>
        <p:sp>
          <p:nvSpPr>
            <p:cNvPr id="891" name="Google Shape;891;p2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92" name="Google Shape;892;p21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93" name="Google Shape;893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4" name="Google Shape;894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5" name="Google Shape;895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6" name="Google Shape;896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7" name="Google Shape;897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8" name="Google Shape;898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9" name="Google Shape;899;p2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0" name="Google Shape;900;p2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1" name="Google Shape;901;p2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2" name="Google Shape;902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3" name="Google Shape;903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4" name="Google Shape;904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6" name="Google Shape;906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2"/>
          <p:cNvSpPr txBox="1"/>
          <p:nvPr>
            <p:ph type="title"/>
          </p:nvPr>
        </p:nvSpPr>
        <p:spPr>
          <a:xfrm>
            <a:off x="2205300" y="1076200"/>
            <a:ext cx="47334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09" name="Google Shape;909;p22"/>
          <p:cNvSpPr txBox="1"/>
          <p:nvPr>
            <p:ph idx="1" type="subTitle"/>
          </p:nvPr>
        </p:nvSpPr>
        <p:spPr>
          <a:xfrm>
            <a:off x="2205300" y="1997100"/>
            <a:ext cx="4733400" cy="20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910" name="Google Shape;910;p22"/>
          <p:cNvGrpSpPr/>
          <p:nvPr/>
        </p:nvGrpSpPr>
        <p:grpSpPr>
          <a:xfrm flipH="1" rot="5400000">
            <a:off x="-1626925" y="4485076"/>
            <a:ext cx="2744275" cy="2727763"/>
            <a:chOff x="5985575" y="4420825"/>
            <a:chExt cx="2744275" cy="2727763"/>
          </a:xfrm>
        </p:grpSpPr>
        <p:sp>
          <p:nvSpPr>
            <p:cNvPr id="911" name="Google Shape;911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8" name="Google Shape;918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9" name="Google Shape;919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0" name="Google Shape;920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1" name="Google Shape;921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3" name="Google Shape;923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27" name="Google Shape;927;p22"/>
          <p:cNvGrpSpPr/>
          <p:nvPr/>
        </p:nvGrpSpPr>
        <p:grpSpPr>
          <a:xfrm flipH="1" rot="10800000">
            <a:off x="8006688" y="4628776"/>
            <a:ext cx="2744275" cy="2727763"/>
            <a:chOff x="5985575" y="4420825"/>
            <a:chExt cx="2744275" cy="2727763"/>
          </a:xfrm>
        </p:grpSpPr>
        <p:sp>
          <p:nvSpPr>
            <p:cNvPr id="928" name="Google Shape;928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29" name="Google Shape;929;p2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30" name="Google Shape;930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1" name="Google Shape;931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4" name="Google Shape;934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5" name="Google Shape;935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6" name="Google Shape;936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3" name="Google Shape;943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 rot="10800000">
            <a:off x="7500411" y="-1866431"/>
            <a:ext cx="2577160" cy="2638569"/>
            <a:chOff x="-1115775" y="4467744"/>
            <a:chExt cx="2577160" cy="2638569"/>
          </a:xfrm>
        </p:grpSpPr>
        <p:sp>
          <p:nvSpPr>
            <p:cNvPr id="945" name="Google Shape;945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46" name="Google Shape;946;p2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47" name="Google Shape;947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8" name="Google Shape;948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9" name="Google Shape;949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1" name="Google Shape;951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4" name="Google Shape;954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5" name="Google Shape;955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6" name="Google Shape;956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7" name="Google Shape;957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8" name="Google Shape;958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9" name="Google Shape;959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0" name="Google Shape;960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61" name="Google Shape;961;p22"/>
          <p:cNvGrpSpPr/>
          <p:nvPr/>
        </p:nvGrpSpPr>
        <p:grpSpPr>
          <a:xfrm flipH="1" rot="10800000">
            <a:off x="-933564" y="-1866431"/>
            <a:ext cx="2577160" cy="2638569"/>
            <a:chOff x="-1115775" y="4467744"/>
            <a:chExt cx="2577160" cy="2638569"/>
          </a:xfrm>
        </p:grpSpPr>
        <p:sp>
          <p:nvSpPr>
            <p:cNvPr id="962" name="Google Shape;962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63" name="Google Shape;963;p2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64" name="Google Shape;964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5" name="Google Shape;965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6" name="Google Shape;966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8" name="Google Shape;968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9" name="Google Shape;969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0" name="Google Shape;970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3" name="Google Shape;973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3"/>
          <p:cNvSpPr txBox="1"/>
          <p:nvPr>
            <p:ph type="title"/>
          </p:nvPr>
        </p:nvSpPr>
        <p:spPr>
          <a:xfrm>
            <a:off x="907175" y="1319225"/>
            <a:ext cx="27204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80" name="Google Shape;980;p23"/>
          <p:cNvSpPr txBox="1"/>
          <p:nvPr>
            <p:ph idx="1" type="subTitle"/>
          </p:nvPr>
        </p:nvSpPr>
        <p:spPr>
          <a:xfrm>
            <a:off x="907175" y="2724672"/>
            <a:ext cx="27204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81" name="Google Shape;981;p23"/>
          <p:cNvGrpSpPr/>
          <p:nvPr/>
        </p:nvGrpSpPr>
        <p:grpSpPr>
          <a:xfrm flipH="1" rot="-5400000">
            <a:off x="7673050" y="-2221824"/>
            <a:ext cx="2744275" cy="2727763"/>
            <a:chOff x="5985575" y="4420825"/>
            <a:chExt cx="2744275" cy="2727763"/>
          </a:xfrm>
        </p:grpSpPr>
        <p:sp>
          <p:nvSpPr>
            <p:cNvPr id="982" name="Google Shape;982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83" name="Google Shape;983;p2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84" name="Google Shape;984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5" name="Google Shape;985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6" name="Google Shape;986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98" name="Google Shape;998;p23"/>
          <p:cNvGrpSpPr/>
          <p:nvPr/>
        </p:nvGrpSpPr>
        <p:grpSpPr>
          <a:xfrm flipH="1" rot="10800000">
            <a:off x="2970850" y="4539526"/>
            <a:ext cx="2744275" cy="2727763"/>
            <a:chOff x="5985575" y="4420825"/>
            <a:chExt cx="2744275" cy="2727763"/>
          </a:xfrm>
        </p:grpSpPr>
        <p:sp>
          <p:nvSpPr>
            <p:cNvPr id="999" name="Google Shape;999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0" name="Google Shape;1000;p2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01" name="Google Shape;1001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3" name="Google Shape;1013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15" name="Google Shape;1015;p23"/>
          <p:cNvGrpSpPr/>
          <p:nvPr/>
        </p:nvGrpSpPr>
        <p:grpSpPr>
          <a:xfrm flipH="1" rot="10800000">
            <a:off x="-1281564" y="-1968506"/>
            <a:ext cx="2577160" cy="2638569"/>
            <a:chOff x="-1115775" y="4467744"/>
            <a:chExt cx="2577160" cy="2638569"/>
          </a:xfrm>
        </p:grpSpPr>
        <p:sp>
          <p:nvSpPr>
            <p:cNvPr id="1016" name="Google Shape;1016;p2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17" name="Google Shape;1017;p2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18" name="Google Shape;1018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0" name="Google Shape;1020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1" name="Google Shape;1021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3" name="Google Shape;1023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4"/>
          <p:cNvSpPr txBox="1"/>
          <p:nvPr>
            <p:ph type="title"/>
          </p:nvPr>
        </p:nvSpPr>
        <p:spPr>
          <a:xfrm>
            <a:off x="5256400" y="1319225"/>
            <a:ext cx="25905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34" name="Google Shape;1034;p24"/>
          <p:cNvSpPr txBox="1"/>
          <p:nvPr>
            <p:ph idx="1" type="subTitle"/>
          </p:nvPr>
        </p:nvSpPr>
        <p:spPr>
          <a:xfrm>
            <a:off x="5256400" y="2724674"/>
            <a:ext cx="25905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035" name="Google Shape;1035;p24"/>
          <p:cNvGrpSpPr/>
          <p:nvPr/>
        </p:nvGrpSpPr>
        <p:grpSpPr>
          <a:xfrm flipH="1" rot="-5400000">
            <a:off x="3437125" y="4622176"/>
            <a:ext cx="2744275" cy="2727763"/>
            <a:chOff x="5985575" y="4420825"/>
            <a:chExt cx="2744275" cy="2727763"/>
          </a:xfrm>
        </p:grpSpPr>
        <p:sp>
          <p:nvSpPr>
            <p:cNvPr id="1036" name="Google Shape;1036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37" name="Google Shape;1037;p2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38" name="Google Shape;1038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7" name="Google Shape;1047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8" name="Google Shape;1048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2" name="Google Shape;1052;p24"/>
          <p:cNvGrpSpPr/>
          <p:nvPr/>
        </p:nvGrpSpPr>
        <p:grpSpPr>
          <a:xfrm flipH="1">
            <a:off x="-1281575" y="-2213574"/>
            <a:ext cx="2744275" cy="2727763"/>
            <a:chOff x="5985575" y="4420825"/>
            <a:chExt cx="2744275" cy="2727763"/>
          </a:xfrm>
        </p:grpSpPr>
        <p:sp>
          <p:nvSpPr>
            <p:cNvPr id="1053" name="Google Shape;1053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54" name="Google Shape;1054;p2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69" name="Google Shape;1069;p24"/>
          <p:cNvGrpSpPr/>
          <p:nvPr/>
        </p:nvGrpSpPr>
        <p:grpSpPr>
          <a:xfrm rot="10800000">
            <a:off x="7848411" y="-1968506"/>
            <a:ext cx="2577160" cy="2638569"/>
            <a:chOff x="-1115775" y="4467744"/>
            <a:chExt cx="2577160" cy="2638569"/>
          </a:xfrm>
        </p:grpSpPr>
        <p:sp>
          <p:nvSpPr>
            <p:cNvPr id="1070" name="Google Shape;1070;p2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71" name="Google Shape;1071;p2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5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88" name="Google Shape;1088;p25"/>
          <p:cNvSpPr txBox="1"/>
          <p:nvPr>
            <p:ph idx="1" type="body"/>
          </p:nvPr>
        </p:nvSpPr>
        <p:spPr>
          <a:xfrm>
            <a:off x="799050" y="1668575"/>
            <a:ext cx="3607800" cy="29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9" name="Google Shape;1089;p25"/>
          <p:cNvSpPr txBox="1"/>
          <p:nvPr>
            <p:ph idx="2" type="body"/>
          </p:nvPr>
        </p:nvSpPr>
        <p:spPr>
          <a:xfrm>
            <a:off x="4737150" y="1668575"/>
            <a:ext cx="3607800" cy="29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200"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0" name="Google Shape;1090;p25"/>
          <p:cNvSpPr txBox="1"/>
          <p:nvPr>
            <p:ph idx="3" type="subTitle"/>
          </p:nvPr>
        </p:nvSpPr>
        <p:spPr>
          <a:xfrm>
            <a:off x="713250" y="1236325"/>
            <a:ext cx="77175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091" name="Google Shape;1091;p25"/>
          <p:cNvGrpSpPr/>
          <p:nvPr/>
        </p:nvGrpSpPr>
        <p:grpSpPr>
          <a:xfrm flipH="1" rot="10800000">
            <a:off x="-1251039" y="-2106156"/>
            <a:ext cx="2577160" cy="2638569"/>
            <a:chOff x="-1115775" y="4467744"/>
            <a:chExt cx="2577160" cy="2638569"/>
          </a:xfrm>
        </p:grpSpPr>
        <p:sp>
          <p:nvSpPr>
            <p:cNvPr id="1092" name="Google Shape;1092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3" name="Google Shape;1093;p2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94" name="Google Shape;1094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08" name="Google Shape;1108;p25"/>
          <p:cNvGrpSpPr/>
          <p:nvPr/>
        </p:nvGrpSpPr>
        <p:grpSpPr>
          <a:xfrm flipH="1">
            <a:off x="7817886" y="4655919"/>
            <a:ext cx="2577160" cy="2638569"/>
            <a:chOff x="-1115775" y="4467744"/>
            <a:chExt cx="2577160" cy="2638569"/>
          </a:xfrm>
        </p:grpSpPr>
        <p:sp>
          <p:nvSpPr>
            <p:cNvPr id="1109" name="Google Shape;1109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10" name="Google Shape;1110;p25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11" name="Google Shape;1111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6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27" name="Google Shape;1127;p26"/>
          <p:cNvSpPr txBox="1"/>
          <p:nvPr>
            <p:ph idx="1" type="subTitle"/>
          </p:nvPr>
        </p:nvSpPr>
        <p:spPr>
          <a:xfrm>
            <a:off x="1469700" y="1583750"/>
            <a:ext cx="28653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8" name="Google Shape;1128;p26"/>
          <p:cNvSpPr txBox="1"/>
          <p:nvPr>
            <p:ph idx="2" type="subTitle"/>
          </p:nvPr>
        </p:nvSpPr>
        <p:spPr>
          <a:xfrm>
            <a:off x="4809054" y="1583750"/>
            <a:ext cx="2865300" cy="27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29" name="Google Shape;1129;p26"/>
          <p:cNvGrpSpPr/>
          <p:nvPr/>
        </p:nvGrpSpPr>
        <p:grpSpPr>
          <a:xfrm rot="-5400000">
            <a:off x="7884759" y="4242264"/>
            <a:ext cx="2750618" cy="2741916"/>
            <a:chOff x="2724182" y="-1866850"/>
            <a:chExt cx="2750618" cy="2741916"/>
          </a:xfrm>
        </p:grpSpPr>
        <p:sp>
          <p:nvSpPr>
            <p:cNvPr id="1130" name="Google Shape;1130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31" name="Google Shape;1131;p2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32" name="Google Shape;1132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46" name="Google Shape;1146;p26"/>
          <p:cNvGrpSpPr/>
          <p:nvPr/>
        </p:nvGrpSpPr>
        <p:grpSpPr>
          <a:xfrm rot="5400000">
            <a:off x="-821691" y="4138089"/>
            <a:ext cx="2750618" cy="2741916"/>
            <a:chOff x="2724182" y="-1866850"/>
            <a:chExt cx="2750618" cy="2741916"/>
          </a:xfrm>
        </p:grpSpPr>
        <p:sp>
          <p:nvSpPr>
            <p:cNvPr id="1147" name="Google Shape;1147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48" name="Google Shape;1148;p2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49" name="Google Shape;1149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2" name="Google Shape;1152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7" name="Google Shape;1157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63" name="Google Shape;1163;p26"/>
          <p:cNvGrpSpPr/>
          <p:nvPr/>
        </p:nvGrpSpPr>
        <p:grpSpPr>
          <a:xfrm flipH="1" rot="10800000">
            <a:off x="-1115764" y="-1940331"/>
            <a:ext cx="2577160" cy="2638569"/>
            <a:chOff x="-1115775" y="4467744"/>
            <a:chExt cx="2577160" cy="2638569"/>
          </a:xfrm>
        </p:grpSpPr>
        <p:sp>
          <p:nvSpPr>
            <p:cNvPr id="1164" name="Google Shape;1164;p2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65" name="Google Shape;1165;p26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66" name="Google Shape;1166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0" name="Google Shape;1170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1" name="Google Shape;1171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2" name="Google Shape;1172;p2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3" name="Google Shape;1173;p2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4" name="Google Shape;1174;p2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5" name="Google Shape;1175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6" name="Google Shape;1176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7" name="Google Shape;1177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9" name="Google Shape;1179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82" name="Google Shape;1182;p27"/>
          <p:cNvSpPr txBox="1"/>
          <p:nvPr>
            <p:ph idx="1" type="subTitle"/>
          </p:nvPr>
        </p:nvSpPr>
        <p:spPr>
          <a:xfrm>
            <a:off x="827175" y="3244750"/>
            <a:ext cx="21726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3" name="Google Shape;1183;p27"/>
          <p:cNvSpPr txBox="1"/>
          <p:nvPr>
            <p:ph idx="2" type="subTitle"/>
          </p:nvPr>
        </p:nvSpPr>
        <p:spPr>
          <a:xfrm>
            <a:off x="827175" y="2775700"/>
            <a:ext cx="217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84" name="Google Shape;1184;p27"/>
          <p:cNvSpPr txBox="1"/>
          <p:nvPr>
            <p:ph idx="3" type="subTitle"/>
          </p:nvPr>
        </p:nvSpPr>
        <p:spPr>
          <a:xfrm>
            <a:off x="6144375" y="3244756"/>
            <a:ext cx="21723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5" name="Google Shape;1185;p27"/>
          <p:cNvSpPr txBox="1"/>
          <p:nvPr>
            <p:ph idx="4" type="subTitle"/>
          </p:nvPr>
        </p:nvSpPr>
        <p:spPr>
          <a:xfrm>
            <a:off x="6144375" y="2775700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186" name="Google Shape;1186;p27"/>
          <p:cNvSpPr txBox="1"/>
          <p:nvPr>
            <p:ph idx="5" type="subTitle"/>
          </p:nvPr>
        </p:nvSpPr>
        <p:spPr>
          <a:xfrm>
            <a:off x="3485850" y="3244754"/>
            <a:ext cx="21723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7" name="Google Shape;1187;p27"/>
          <p:cNvSpPr txBox="1"/>
          <p:nvPr>
            <p:ph idx="6" type="subTitle"/>
          </p:nvPr>
        </p:nvSpPr>
        <p:spPr>
          <a:xfrm>
            <a:off x="3485850" y="2775700"/>
            <a:ext cx="2172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188" name="Google Shape;1188;p27"/>
          <p:cNvGrpSpPr/>
          <p:nvPr/>
        </p:nvGrpSpPr>
        <p:grpSpPr>
          <a:xfrm rot="10800000">
            <a:off x="7707911" y="-2002431"/>
            <a:ext cx="2577160" cy="2638569"/>
            <a:chOff x="-1115775" y="4467744"/>
            <a:chExt cx="2577160" cy="2638569"/>
          </a:xfrm>
        </p:grpSpPr>
        <p:sp>
          <p:nvSpPr>
            <p:cNvPr id="1189" name="Google Shape;1189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90" name="Google Shape;1190;p27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91" name="Google Shape;1191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05" name="Google Shape;1205;p27"/>
          <p:cNvGrpSpPr/>
          <p:nvPr/>
        </p:nvGrpSpPr>
        <p:grpSpPr>
          <a:xfrm>
            <a:off x="-1360989" y="4405869"/>
            <a:ext cx="2577160" cy="2638569"/>
            <a:chOff x="-1115775" y="4467744"/>
            <a:chExt cx="2577160" cy="2638569"/>
          </a:xfrm>
        </p:grpSpPr>
        <p:sp>
          <p:nvSpPr>
            <p:cNvPr id="1206" name="Google Shape;1206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07" name="Google Shape;1207;p27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08" name="Google Shape;1208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8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24" name="Google Shape;1224;p28"/>
          <p:cNvSpPr txBox="1"/>
          <p:nvPr>
            <p:ph idx="1" type="subTitle"/>
          </p:nvPr>
        </p:nvSpPr>
        <p:spPr>
          <a:xfrm>
            <a:off x="713225" y="3465499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5" name="Google Shape;1225;p28"/>
          <p:cNvSpPr txBox="1"/>
          <p:nvPr>
            <p:ph idx="2" type="subTitle"/>
          </p:nvPr>
        </p:nvSpPr>
        <p:spPr>
          <a:xfrm>
            <a:off x="713225" y="2996438"/>
            <a:ext cx="226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26" name="Google Shape;1226;p28"/>
          <p:cNvSpPr txBox="1"/>
          <p:nvPr>
            <p:ph idx="3" type="subTitle"/>
          </p:nvPr>
        </p:nvSpPr>
        <p:spPr>
          <a:xfrm>
            <a:off x="6168175" y="3465499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7" name="Google Shape;1227;p28"/>
          <p:cNvSpPr txBox="1"/>
          <p:nvPr>
            <p:ph idx="4" type="subTitle"/>
          </p:nvPr>
        </p:nvSpPr>
        <p:spPr>
          <a:xfrm>
            <a:off x="6168175" y="2996438"/>
            <a:ext cx="226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28" name="Google Shape;1228;p28"/>
          <p:cNvSpPr txBox="1"/>
          <p:nvPr>
            <p:ph idx="5" type="subTitle"/>
          </p:nvPr>
        </p:nvSpPr>
        <p:spPr>
          <a:xfrm>
            <a:off x="3440700" y="3465499"/>
            <a:ext cx="2262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9" name="Google Shape;1229;p28"/>
          <p:cNvSpPr txBox="1"/>
          <p:nvPr>
            <p:ph idx="6" type="subTitle"/>
          </p:nvPr>
        </p:nvSpPr>
        <p:spPr>
          <a:xfrm>
            <a:off x="3440700" y="2996438"/>
            <a:ext cx="22626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230" name="Google Shape;1230;p28"/>
          <p:cNvGrpSpPr/>
          <p:nvPr/>
        </p:nvGrpSpPr>
        <p:grpSpPr>
          <a:xfrm>
            <a:off x="-933564" y="4566019"/>
            <a:ext cx="2577160" cy="2638569"/>
            <a:chOff x="-1115775" y="4467744"/>
            <a:chExt cx="2577160" cy="2638569"/>
          </a:xfrm>
        </p:grpSpPr>
        <p:sp>
          <p:nvSpPr>
            <p:cNvPr id="1231" name="Google Shape;1231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32" name="Google Shape;1232;p2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33" name="Google Shape;1233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4" name="Google Shape;1234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5" name="Google Shape;1235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6" name="Google Shape;1236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7" name="Google Shape;1237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8" name="Google Shape;1238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9" name="Google Shape;1239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0" name="Google Shape;1240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1" name="Google Shape;1241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2" name="Google Shape;1242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3" name="Google Shape;1243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4" name="Google Shape;1244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5" name="Google Shape;1245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6" name="Google Shape;1246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47" name="Google Shape;1247;p28"/>
          <p:cNvGrpSpPr/>
          <p:nvPr/>
        </p:nvGrpSpPr>
        <p:grpSpPr>
          <a:xfrm flipH="1">
            <a:off x="7500411" y="4566019"/>
            <a:ext cx="2577160" cy="2638569"/>
            <a:chOff x="-1115775" y="4467744"/>
            <a:chExt cx="2577160" cy="2638569"/>
          </a:xfrm>
        </p:grpSpPr>
        <p:sp>
          <p:nvSpPr>
            <p:cNvPr id="1248" name="Google Shape;1248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49" name="Google Shape;1249;p28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50" name="Google Shape;1250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1" name="Google Shape;1251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2" name="Google Shape;1252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3" name="Google Shape;1253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4" name="Google Shape;1254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5" name="Google Shape;1255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6" name="Google Shape;1256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7" name="Google Shape;1257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8" name="Google Shape;1258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2" name="Google Shape;1262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3" name="Google Shape;1263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9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66" name="Google Shape;1266;p29"/>
          <p:cNvSpPr txBox="1"/>
          <p:nvPr>
            <p:ph idx="1" type="subTitle"/>
          </p:nvPr>
        </p:nvSpPr>
        <p:spPr>
          <a:xfrm>
            <a:off x="1947913" y="1952524"/>
            <a:ext cx="2156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7" name="Google Shape;1267;p29"/>
          <p:cNvSpPr txBox="1"/>
          <p:nvPr>
            <p:ph idx="2" type="subTitle"/>
          </p:nvPr>
        </p:nvSpPr>
        <p:spPr>
          <a:xfrm>
            <a:off x="1947913" y="1477725"/>
            <a:ext cx="2156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68" name="Google Shape;1268;p29"/>
          <p:cNvSpPr txBox="1"/>
          <p:nvPr>
            <p:ph idx="3" type="subTitle"/>
          </p:nvPr>
        </p:nvSpPr>
        <p:spPr>
          <a:xfrm>
            <a:off x="1947913" y="3559451"/>
            <a:ext cx="2156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9" name="Google Shape;1269;p29"/>
          <p:cNvSpPr txBox="1"/>
          <p:nvPr>
            <p:ph idx="4" type="subTitle"/>
          </p:nvPr>
        </p:nvSpPr>
        <p:spPr>
          <a:xfrm>
            <a:off x="1947913" y="3084652"/>
            <a:ext cx="2156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70" name="Google Shape;1270;p29"/>
          <p:cNvSpPr txBox="1"/>
          <p:nvPr>
            <p:ph idx="5" type="subTitle"/>
          </p:nvPr>
        </p:nvSpPr>
        <p:spPr>
          <a:xfrm>
            <a:off x="5954138" y="1952515"/>
            <a:ext cx="2157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1" name="Google Shape;1271;p29"/>
          <p:cNvSpPr txBox="1"/>
          <p:nvPr>
            <p:ph idx="6" type="subTitle"/>
          </p:nvPr>
        </p:nvSpPr>
        <p:spPr>
          <a:xfrm>
            <a:off x="5954138" y="1477713"/>
            <a:ext cx="21579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272" name="Google Shape;1272;p29"/>
          <p:cNvSpPr txBox="1"/>
          <p:nvPr>
            <p:ph idx="7" type="subTitle"/>
          </p:nvPr>
        </p:nvSpPr>
        <p:spPr>
          <a:xfrm>
            <a:off x="5954138" y="3559452"/>
            <a:ext cx="21579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3" name="Google Shape;1273;p29"/>
          <p:cNvSpPr txBox="1"/>
          <p:nvPr>
            <p:ph idx="8" type="subTitle"/>
          </p:nvPr>
        </p:nvSpPr>
        <p:spPr>
          <a:xfrm>
            <a:off x="5954138" y="3084650"/>
            <a:ext cx="21579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274" name="Google Shape;1274;p29"/>
          <p:cNvGrpSpPr/>
          <p:nvPr/>
        </p:nvGrpSpPr>
        <p:grpSpPr>
          <a:xfrm flipH="1" rot="-5400000">
            <a:off x="7790196" y="-1923288"/>
            <a:ext cx="2744275" cy="2727763"/>
            <a:chOff x="5985575" y="4420825"/>
            <a:chExt cx="2744275" cy="2727763"/>
          </a:xfrm>
        </p:grpSpPr>
        <p:sp>
          <p:nvSpPr>
            <p:cNvPr id="1275" name="Google Shape;1275;p2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76" name="Google Shape;1276;p29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91" name="Google Shape;1291;p29"/>
          <p:cNvGrpSpPr/>
          <p:nvPr/>
        </p:nvGrpSpPr>
        <p:grpSpPr>
          <a:xfrm>
            <a:off x="-809414" y="4628619"/>
            <a:ext cx="2577160" cy="2638569"/>
            <a:chOff x="-1115775" y="4467744"/>
            <a:chExt cx="2577160" cy="2638569"/>
          </a:xfrm>
        </p:grpSpPr>
        <p:sp>
          <p:nvSpPr>
            <p:cNvPr id="1292" name="Google Shape;1292;p29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93" name="Google Shape;1293;p29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94" name="Google Shape;1294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5" name="Google Shape;1295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6" name="Google Shape;1296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7" name="Google Shape;1297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4" name="Google Shape;1304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5" name="Google Shape;1305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6" name="Google Shape;1306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7" name="Google Shape;1307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0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10" name="Google Shape;1310;p30"/>
          <p:cNvSpPr txBox="1"/>
          <p:nvPr>
            <p:ph idx="1" type="subTitle"/>
          </p:nvPr>
        </p:nvSpPr>
        <p:spPr>
          <a:xfrm>
            <a:off x="799325" y="3559451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1" name="Google Shape;1311;p30"/>
          <p:cNvSpPr txBox="1"/>
          <p:nvPr>
            <p:ph idx="2" type="subTitle"/>
          </p:nvPr>
        </p:nvSpPr>
        <p:spPr>
          <a:xfrm>
            <a:off x="799325" y="3084650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2" name="Google Shape;1312;p30"/>
          <p:cNvSpPr txBox="1"/>
          <p:nvPr>
            <p:ph idx="3" type="subTitle"/>
          </p:nvPr>
        </p:nvSpPr>
        <p:spPr>
          <a:xfrm>
            <a:off x="6116575" y="3559450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3" name="Google Shape;1313;p30"/>
          <p:cNvSpPr txBox="1"/>
          <p:nvPr>
            <p:ph idx="4" type="subTitle"/>
          </p:nvPr>
        </p:nvSpPr>
        <p:spPr>
          <a:xfrm>
            <a:off x="6116575" y="3084650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4" name="Google Shape;1314;p30"/>
          <p:cNvSpPr txBox="1"/>
          <p:nvPr>
            <p:ph idx="5" type="subTitle"/>
          </p:nvPr>
        </p:nvSpPr>
        <p:spPr>
          <a:xfrm>
            <a:off x="3457950" y="3559451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5" name="Google Shape;1315;p30"/>
          <p:cNvSpPr txBox="1"/>
          <p:nvPr>
            <p:ph idx="6" type="subTitle"/>
          </p:nvPr>
        </p:nvSpPr>
        <p:spPr>
          <a:xfrm>
            <a:off x="3457950" y="3084650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6" name="Google Shape;1316;p30"/>
          <p:cNvSpPr txBox="1"/>
          <p:nvPr>
            <p:ph idx="7" type="subTitle"/>
          </p:nvPr>
        </p:nvSpPr>
        <p:spPr>
          <a:xfrm>
            <a:off x="2128575" y="1952525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7" name="Google Shape;1317;p30"/>
          <p:cNvSpPr txBox="1"/>
          <p:nvPr>
            <p:ph idx="8" type="subTitle"/>
          </p:nvPr>
        </p:nvSpPr>
        <p:spPr>
          <a:xfrm>
            <a:off x="2128575" y="1477725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18" name="Google Shape;1318;p30"/>
          <p:cNvSpPr txBox="1"/>
          <p:nvPr>
            <p:ph idx="9" type="subTitle"/>
          </p:nvPr>
        </p:nvSpPr>
        <p:spPr>
          <a:xfrm>
            <a:off x="4787269" y="1952525"/>
            <a:ext cx="22281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9" name="Google Shape;1319;p30"/>
          <p:cNvSpPr txBox="1"/>
          <p:nvPr>
            <p:ph idx="13" type="subTitle"/>
          </p:nvPr>
        </p:nvSpPr>
        <p:spPr>
          <a:xfrm>
            <a:off x="4787263" y="1477725"/>
            <a:ext cx="22281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320" name="Google Shape;1320;p30"/>
          <p:cNvGrpSpPr/>
          <p:nvPr/>
        </p:nvGrpSpPr>
        <p:grpSpPr>
          <a:xfrm flipH="1">
            <a:off x="7775344" y="4479745"/>
            <a:ext cx="2744275" cy="2727763"/>
            <a:chOff x="5985575" y="4420825"/>
            <a:chExt cx="2744275" cy="2727763"/>
          </a:xfrm>
        </p:grpSpPr>
        <p:sp>
          <p:nvSpPr>
            <p:cNvPr id="1321" name="Google Shape;1321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22" name="Google Shape;1322;p30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23" name="Google Shape;1323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37" name="Google Shape;1337;p30"/>
          <p:cNvGrpSpPr/>
          <p:nvPr/>
        </p:nvGrpSpPr>
        <p:grpSpPr>
          <a:xfrm flipH="1" rot="10800000">
            <a:off x="-1521056" y="-1902030"/>
            <a:ext cx="2744275" cy="2727763"/>
            <a:chOff x="5985575" y="4420825"/>
            <a:chExt cx="2744275" cy="2727763"/>
          </a:xfrm>
        </p:grpSpPr>
        <p:sp>
          <p:nvSpPr>
            <p:cNvPr id="1338" name="Google Shape;1338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39" name="Google Shape;1339;p30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40" name="Google Shape;1340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54" name="Google Shape;1354;p30"/>
          <p:cNvGrpSpPr/>
          <p:nvPr/>
        </p:nvGrpSpPr>
        <p:grpSpPr>
          <a:xfrm>
            <a:off x="-1353939" y="4405881"/>
            <a:ext cx="2577160" cy="2638569"/>
            <a:chOff x="-1115775" y="4467744"/>
            <a:chExt cx="2577160" cy="2638569"/>
          </a:xfrm>
        </p:grpSpPr>
        <p:sp>
          <p:nvSpPr>
            <p:cNvPr id="1355" name="Google Shape;1355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56" name="Google Shape;1356;p30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57" name="Google Shape;1357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71" name="Google Shape;1371;p30"/>
          <p:cNvGrpSpPr/>
          <p:nvPr/>
        </p:nvGrpSpPr>
        <p:grpSpPr>
          <a:xfrm rot="10800000">
            <a:off x="7707911" y="-2002419"/>
            <a:ext cx="2577160" cy="2638569"/>
            <a:chOff x="-1115775" y="4467744"/>
            <a:chExt cx="2577160" cy="2638569"/>
          </a:xfrm>
        </p:grpSpPr>
        <p:sp>
          <p:nvSpPr>
            <p:cNvPr id="1372" name="Google Shape;1372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73" name="Google Shape;1373;p30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74" name="Google Shape;1374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6" name="Google Shape;1376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3" name="Google Shape;1383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4" name="Google Shape;1384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5" name="Google Shape;1385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6" name="Google Shape;1386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7" name="Google Shape;1387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90" name="Google Shape;1390;p31"/>
          <p:cNvSpPr txBox="1"/>
          <p:nvPr>
            <p:ph idx="1" type="subTitle"/>
          </p:nvPr>
        </p:nvSpPr>
        <p:spPr>
          <a:xfrm>
            <a:off x="1663725" y="17034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1" name="Google Shape;1391;p31"/>
          <p:cNvSpPr txBox="1"/>
          <p:nvPr>
            <p:ph idx="2" type="subTitle"/>
          </p:nvPr>
        </p:nvSpPr>
        <p:spPr>
          <a:xfrm>
            <a:off x="1663725" y="12549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2" name="Google Shape;1392;p31"/>
          <p:cNvSpPr txBox="1"/>
          <p:nvPr>
            <p:ph idx="3" type="subTitle"/>
          </p:nvPr>
        </p:nvSpPr>
        <p:spPr>
          <a:xfrm>
            <a:off x="1663725" y="39929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3" name="Google Shape;1393;p31"/>
          <p:cNvSpPr txBox="1"/>
          <p:nvPr>
            <p:ph idx="4" type="subTitle"/>
          </p:nvPr>
        </p:nvSpPr>
        <p:spPr>
          <a:xfrm>
            <a:off x="1663725" y="35444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4" name="Google Shape;1394;p31"/>
          <p:cNvSpPr txBox="1"/>
          <p:nvPr>
            <p:ph idx="5" type="subTitle"/>
          </p:nvPr>
        </p:nvSpPr>
        <p:spPr>
          <a:xfrm>
            <a:off x="1663725" y="284822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5" name="Google Shape;1395;p31"/>
          <p:cNvSpPr txBox="1"/>
          <p:nvPr>
            <p:ph idx="6" type="subTitle"/>
          </p:nvPr>
        </p:nvSpPr>
        <p:spPr>
          <a:xfrm>
            <a:off x="1663725" y="239972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6" name="Google Shape;1396;p31"/>
          <p:cNvSpPr txBox="1"/>
          <p:nvPr>
            <p:ph idx="7" type="subTitle"/>
          </p:nvPr>
        </p:nvSpPr>
        <p:spPr>
          <a:xfrm>
            <a:off x="5836925" y="17034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7" name="Google Shape;1397;p31"/>
          <p:cNvSpPr txBox="1"/>
          <p:nvPr>
            <p:ph idx="8" type="subTitle"/>
          </p:nvPr>
        </p:nvSpPr>
        <p:spPr>
          <a:xfrm>
            <a:off x="5836925" y="12549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98" name="Google Shape;1398;p31"/>
          <p:cNvSpPr txBox="1"/>
          <p:nvPr>
            <p:ph idx="9" type="subTitle"/>
          </p:nvPr>
        </p:nvSpPr>
        <p:spPr>
          <a:xfrm>
            <a:off x="5836925" y="399297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9" name="Google Shape;1399;p31"/>
          <p:cNvSpPr txBox="1"/>
          <p:nvPr>
            <p:ph idx="13" type="subTitle"/>
          </p:nvPr>
        </p:nvSpPr>
        <p:spPr>
          <a:xfrm>
            <a:off x="5836925" y="354447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00" name="Google Shape;1400;p31"/>
          <p:cNvSpPr txBox="1"/>
          <p:nvPr>
            <p:ph idx="14" type="subTitle"/>
          </p:nvPr>
        </p:nvSpPr>
        <p:spPr>
          <a:xfrm>
            <a:off x="5836925" y="2848225"/>
            <a:ext cx="253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1" name="Google Shape;1401;p31"/>
          <p:cNvSpPr txBox="1"/>
          <p:nvPr>
            <p:ph idx="15" type="subTitle"/>
          </p:nvPr>
        </p:nvSpPr>
        <p:spPr>
          <a:xfrm>
            <a:off x="5836925" y="2399725"/>
            <a:ext cx="2536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grpSp>
        <p:nvGrpSpPr>
          <p:cNvPr id="1402" name="Google Shape;1402;p31"/>
          <p:cNvGrpSpPr/>
          <p:nvPr/>
        </p:nvGrpSpPr>
        <p:grpSpPr>
          <a:xfrm flipH="1" rot="-5400000">
            <a:off x="7686014" y="-2071705"/>
            <a:ext cx="2744275" cy="2727763"/>
            <a:chOff x="5985575" y="4420825"/>
            <a:chExt cx="2744275" cy="2727763"/>
          </a:xfrm>
        </p:grpSpPr>
        <p:sp>
          <p:nvSpPr>
            <p:cNvPr id="1403" name="Google Shape;1403;p31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04" name="Google Shape;1404;p31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05" name="Google Shape;1405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19" name="Google Shape;1419;p31"/>
          <p:cNvGrpSpPr/>
          <p:nvPr/>
        </p:nvGrpSpPr>
        <p:grpSpPr>
          <a:xfrm flipH="1" rot="10800000">
            <a:off x="-1281564" y="-2027094"/>
            <a:ext cx="2577160" cy="2638569"/>
            <a:chOff x="-1115775" y="4467744"/>
            <a:chExt cx="2577160" cy="2638569"/>
          </a:xfrm>
        </p:grpSpPr>
        <p:sp>
          <p:nvSpPr>
            <p:cNvPr id="1420" name="Google Shape;1420;p3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21" name="Google Shape;1421;p31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22" name="Google Shape;1422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2"/>
          <p:cNvSpPr txBox="1"/>
          <p:nvPr>
            <p:ph type="title"/>
          </p:nvPr>
        </p:nvSpPr>
        <p:spPr>
          <a:xfrm>
            <a:off x="4248763" y="567050"/>
            <a:ext cx="38151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438" name="Google Shape;1438;p32"/>
          <p:cNvSpPr txBox="1"/>
          <p:nvPr>
            <p:ph idx="1" type="subTitle"/>
          </p:nvPr>
        </p:nvSpPr>
        <p:spPr>
          <a:xfrm>
            <a:off x="4248775" y="2577351"/>
            <a:ext cx="38151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1439" name="Google Shape;1439;p32"/>
          <p:cNvSpPr txBox="1"/>
          <p:nvPr>
            <p:ph idx="2" type="subTitle"/>
          </p:nvPr>
        </p:nvSpPr>
        <p:spPr>
          <a:xfrm>
            <a:off x="4248763" y="4069175"/>
            <a:ext cx="3815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1440" name="Google Shape;1440;p32"/>
          <p:cNvSpPr txBox="1"/>
          <p:nvPr/>
        </p:nvSpPr>
        <p:spPr>
          <a:xfrm>
            <a:off x="4248775" y="3419624"/>
            <a:ext cx="3815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1" name="Google Shape;1441;p32"/>
          <p:cNvGrpSpPr/>
          <p:nvPr/>
        </p:nvGrpSpPr>
        <p:grpSpPr>
          <a:xfrm flipH="1" rot="-5400000">
            <a:off x="-1219409" y="4501328"/>
            <a:ext cx="2744275" cy="2727763"/>
            <a:chOff x="5985575" y="4420825"/>
            <a:chExt cx="2744275" cy="2727763"/>
          </a:xfrm>
        </p:grpSpPr>
        <p:sp>
          <p:nvSpPr>
            <p:cNvPr id="1442" name="Google Shape;1442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3" name="Google Shape;1443;p3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7" name="Google Shape;1447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8" name="Google Shape;1448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58" name="Google Shape;1458;p32"/>
          <p:cNvGrpSpPr/>
          <p:nvPr/>
        </p:nvGrpSpPr>
        <p:grpSpPr>
          <a:xfrm flipH="1" rot="-5400000">
            <a:off x="8002500" y="-1925674"/>
            <a:ext cx="2744275" cy="2727763"/>
            <a:chOff x="5985575" y="4420825"/>
            <a:chExt cx="2744275" cy="2727763"/>
          </a:xfrm>
        </p:grpSpPr>
        <p:sp>
          <p:nvSpPr>
            <p:cNvPr id="1459" name="Google Shape;1459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60" name="Google Shape;1460;p32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61" name="Google Shape;1461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75" name="Google Shape;1475;p32"/>
          <p:cNvGrpSpPr/>
          <p:nvPr/>
        </p:nvGrpSpPr>
        <p:grpSpPr>
          <a:xfrm flipH="1" rot="10800000">
            <a:off x="-890039" y="-1952456"/>
            <a:ext cx="2577160" cy="2638569"/>
            <a:chOff x="-1115775" y="4467744"/>
            <a:chExt cx="2577160" cy="2638569"/>
          </a:xfrm>
        </p:grpSpPr>
        <p:sp>
          <p:nvSpPr>
            <p:cNvPr id="1476" name="Google Shape;1476;p3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77" name="Google Shape;1477;p32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78" name="Google Shape;1478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7" name="Google Shape;1487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33"/>
          <p:cNvGrpSpPr/>
          <p:nvPr/>
        </p:nvGrpSpPr>
        <p:grpSpPr>
          <a:xfrm flipH="1" rot="-5400000">
            <a:off x="3437125" y="4622176"/>
            <a:ext cx="2744275" cy="2727763"/>
            <a:chOff x="5985575" y="4420825"/>
            <a:chExt cx="2744275" cy="2727763"/>
          </a:xfrm>
        </p:grpSpPr>
        <p:sp>
          <p:nvSpPr>
            <p:cNvPr id="1494" name="Google Shape;1494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95" name="Google Shape;1495;p3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96" name="Google Shape;1496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7" name="Google Shape;1497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8" name="Google Shape;1498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9" name="Google Shape;1499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0" name="Google Shape;1500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1" name="Google Shape;1501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2" name="Google Shape;1502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3" name="Google Shape;1503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4" name="Google Shape;1504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5" name="Google Shape;1505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6" name="Google Shape;1506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8" name="Google Shape;1508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10" name="Google Shape;1510;p33"/>
          <p:cNvGrpSpPr/>
          <p:nvPr/>
        </p:nvGrpSpPr>
        <p:grpSpPr>
          <a:xfrm flipH="1">
            <a:off x="-1281575" y="-2213574"/>
            <a:ext cx="2744275" cy="2727763"/>
            <a:chOff x="5985575" y="4420825"/>
            <a:chExt cx="2744275" cy="2727763"/>
          </a:xfrm>
        </p:grpSpPr>
        <p:sp>
          <p:nvSpPr>
            <p:cNvPr id="1511" name="Google Shape;1511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12" name="Google Shape;1512;p33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13" name="Google Shape;1513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4" name="Google Shape;1514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5" name="Google Shape;1515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6" name="Google Shape;1516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7" name="Google Shape;1517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8" name="Google Shape;1518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9" name="Google Shape;1519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0" name="Google Shape;1520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6" name="Google Shape;1526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27" name="Google Shape;1527;p33"/>
          <p:cNvGrpSpPr/>
          <p:nvPr/>
        </p:nvGrpSpPr>
        <p:grpSpPr>
          <a:xfrm rot="10800000">
            <a:off x="7848411" y="-1968494"/>
            <a:ext cx="2577160" cy="2638569"/>
            <a:chOff x="-1115775" y="4467744"/>
            <a:chExt cx="2577160" cy="2638569"/>
          </a:xfrm>
        </p:grpSpPr>
        <p:sp>
          <p:nvSpPr>
            <p:cNvPr id="1528" name="Google Shape;1528;p3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29" name="Google Shape;1529;p33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30" name="Google Shape;1530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1" name="Google Shape;1531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2" name="Google Shape;1532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3" name="Google Shape;1533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4" name="Google Shape;1534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5" name="Google Shape;1535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6" name="Google Shape;1536;p3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7" name="Google Shape;1537;p3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34"/>
          <p:cNvGrpSpPr/>
          <p:nvPr/>
        </p:nvGrpSpPr>
        <p:grpSpPr>
          <a:xfrm flipH="1" rot="-5400000">
            <a:off x="-1377025" y="4468676"/>
            <a:ext cx="2744275" cy="2727763"/>
            <a:chOff x="5985575" y="4420825"/>
            <a:chExt cx="2744275" cy="2727763"/>
          </a:xfrm>
        </p:grpSpPr>
        <p:sp>
          <p:nvSpPr>
            <p:cNvPr id="1546" name="Google Shape;1546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47" name="Google Shape;1547;p3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48" name="Google Shape;1548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2" name="Google Shape;1562;p34"/>
          <p:cNvGrpSpPr/>
          <p:nvPr/>
        </p:nvGrpSpPr>
        <p:grpSpPr>
          <a:xfrm flipH="1" rot="5400000">
            <a:off x="7919575" y="-2205474"/>
            <a:ext cx="2744275" cy="2727763"/>
            <a:chOff x="5985575" y="4420825"/>
            <a:chExt cx="2744275" cy="2727763"/>
          </a:xfrm>
        </p:grpSpPr>
        <p:sp>
          <p:nvSpPr>
            <p:cNvPr id="1563" name="Google Shape;1563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64" name="Google Shape;1564;p34"/>
            <p:cNvGrpSpPr/>
            <p:nvPr/>
          </p:nvGrpSpPr>
          <p:grpSpPr>
            <a:xfrm flipH="1" rot="5400000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65" name="Google Shape;1565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79" name="Google Shape;1579;p34"/>
          <p:cNvGrpSpPr/>
          <p:nvPr/>
        </p:nvGrpSpPr>
        <p:grpSpPr>
          <a:xfrm flipH="1">
            <a:off x="7927836" y="4405881"/>
            <a:ext cx="2577160" cy="2638569"/>
            <a:chOff x="-1115775" y="4467744"/>
            <a:chExt cx="2577160" cy="2638569"/>
          </a:xfrm>
        </p:grpSpPr>
        <p:sp>
          <p:nvSpPr>
            <p:cNvPr id="1580" name="Google Shape;1580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1" name="Google Shape;1581;p3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82" name="Google Shape;1582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6" name="Google Shape;1596;p34"/>
          <p:cNvGrpSpPr/>
          <p:nvPr/>
        </p:nvGrpSpPr>
        <p:grpSpPr>
          <a:xfrm flipH="1" rot="10800000">
            <a:off x="-1141064" y="-2002419"/>
            <a:ext cx="2577160" cy="2638569"/>
            <a:chOff x="-1115775" y="4467744"/>
            <a:chExt cx="2577160" cy="2638569"/>
          </a:xfrm>
        </p:grpSpPr>
        <p:sp>
          <p:nvSpPr>
            <p:cNvPr id="1597" name="Google Shape;1597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98" name="Google Shape;1598;p34"/>
            <p:cNvGrpSpPr/>
            <p:nvPr/>
          </p:nvGrpSpPr>
          <p:grpSpPr>
            <a:xfrm flipH="1" rot="5400000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99" name="Google Shape;1599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" name="Google Shape;1617;p35"/>
          <p:cNvGrpSpPr/>
          <p:nvPr/>
        </p:nvGrpSpPr>
        <p:grpSpPr>
          <a:xfrm>
            <a:off x="2724182" y="-1866850"/>
            <a:ext cx="2750618" cy="2741916"/>
            <a:chOff x="2724182" y="-1866850"/>
            <a:chExt cx="2750618" cy="2741916"/>
          </a:xfrm>
        </p:grpSpPr>
        <p:sp>
          <p:nvSpPr>
            <p:cNvPr id="1618" name="Google Shape;1618;p3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9" name="Google Shape;1619;p35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0" name="Google Shape;1620;p3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34" name="Google Shape;1634;p35"/>
          <p:cNvSpPr txBox="1"/>
          <p:nvPr>
            <p:ph type="ctrTitle"/>
          </p:nvPr>
        </p:nvSpPr>
        <p:spPr>
          <a:xfrm>
            <a:off x="646675" y="1733575"/>
            <a:ext cx="4491900" cy="13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</a:t>
            </a:r>
            <a:r>
              <a:rPr lang="en">
                <a:solidFill>
                  <a:schemeClr val="lt2"/>
                </a:solidFill>
              </a:rPr>
              <a:t>EDGE </a:t>
            </a:r>
            <a:r>
              <a:rPr lang="en"/>
              <a:t>CLOUD APPLICATIONS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635" name="Google Shape;1635;p35"/>
          <p:cNvSpPr txBox="1"/>
          <p:nvPr>
            <p:ph idx="1" type="subTitle"/>
          </p:nvPr>
        </p:nvSpPr>
        <p:spPr>
          <a:xfrm>
            <a:off x="646675" y="3233125"/>
            <a:ext cx="42111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ist"/>
                <a:ea typeface="Geist"/>
                <a:cs typeface="Geist"/>
                <a:sym typeface="Geist"/>
              </a:rPr>
              <a:t>By: Rahul Rajkumar and Andrew Michael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1636" name="Google Shape;1636;p35"/>
          <p:cNvCxnSpPr/>
          <p:nvPr/>
        </p:nvCxnSpPr>
        <p:spPr>
          <a:xfrm>
            <a:off x="766825" y="3143247"/>
            <a:ext cx="38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7" name="Google Shape;16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900" y="1789476"/>
            <a:ext cx="2581048" cy="16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36"/>
          <p:cNvSpPr txBox="1"/>
          <p:nvPr>
            <p:ph type="title"/>
          </p:nvPr>
        </p:nvSpPr>
        <p:spPr>
          <a:xfrm>
            <a:off x="713250" y="190000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anrope"/>
                <a:ea typeface="Manrope"/>
                <a:cs typeface="Manrope"/>
                <a:sym typeface="Manrope"/>
              </a:rPr>
              <a:t>THE TEAM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3" name="Google Shape;1643;p36"/>
          <p:cNvSpPr txBox="1"/>
          <p:nvPr>
            <p:ph idx="1" type="subTitle"/>
          </p:nvPr>
        </p:nvSpPr>
        <p:spPr>
          <a:xfrm>
            <a:off x="2033875" y="3094350"/>
            <a:ext cx="19044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Rahul Rajkumar</a:t>
            </a:r>
            <a:endParaRPr sz="1800"/>
          </a:p>
        </p:txBody>
      </p:sp>
      <p:sp>
        <p:nvSpPr>
          <p:cNvPr id="1644" name="Google Shape;1644;p36"/>
          <p:cNvSpPr txBox="1"/>
          <p:nvPr>
            <p:ph idx="5" type="subTitle"/>
          </p:nvPr>
        </p:nvSpPr>
        <p:spPr>
          <a:xfrm>
            <a:off x="4876950" y="3071325"/>
            <a:ext cx="20358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Andrew Michael</a:t>
            </a:r>
            <a:endParaRPr sz="1800"/>
          </a:p>
        </p:txBody>
      </p:sp>
      <p:cxnSp>
        <p:nvCxnSpPr>
          <p:cNvPr id="1645" name="Google Shape;1645;p36"/>
          <p:cNvCxnSpPr/>
          <p:nvPr/>
        </p:nvCxnSpPr>
        <p:spPr>
          <a:xfrm>
            <a:off x="2577031" y="3024900"/>
            <a:ext cx="81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36"/>
          <p:cNvCxnSpPr/>
          <p:nvPr/>
        </p:nvCxnSpPr>
        <p:spPr>
          <a:xfrm>
            <a:off x="5485806" y="3000450"/>
            <a:ext cx="818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47" name="Google Shape;1647;p36"/>
          <p:cNvPicPr preferRelativeResize="0"/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2180574" y="1366954"/>
            <a:ext cx="1611000" cy="158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648" name="Google Shape;164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349" y="1340775"/>
            <a:ext cx="1611000" cy="158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649" name="Google Shape;1649;p36"/>
          <p:cNvSpPr txBox="1"/>
          <p:nvPr>
            <p:ph idx="1" type="subTitle"/>
          </p:nvPr>
        </p:nvSpPr>
        <p:spPr>
          <a:xfrm>
            <a:off x="987000" y="3781550"/>
            <a:ext cx="7398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Special</a:t>
            </a:r>
            <a:r>
              <a:rPr lang="en" sz="1800"/>
              <a:t> thanks to our advisors: Ivan Seskar &amp; </a:t>
            </a:r>
            <a:r>
              <a:rPr lang="en" sz="1800"/>
              <a:t>Xiaotian (Jack)</a:t>
            </a:r>
            <a:r>
              <a:rPr lang="en" sz="1800"/>
              <a:t> Zhou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37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Computing</a:t>
            </a:r>
            <a:endParaRPr/>
          </a:p>
        </p:txBody>
      </p:sp>
      <p:sp>
        <p:nvSpPr>
          <p:cNvPr id="1655" name="Google Shape;1655;p37"/>
          <p:cNvSpPr txBox="1"/>
          <p:nvPr>
            <p:ph idx="2" type="subTitle"/>
          </p:nvPr>
        </p:nvSpPr>
        <p:spPr>
          <a:xfrm>
            <a:off x="875225" y="1422200"/>
            <a:ext cx="7652400" cy="24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D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istributed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computing model that brings compute closer to the sources of data.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Lower latency, higher bandwidth, and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addresses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privacy and security concerns with cloud computing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Needs improvement in running AI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applications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38"/>
          <p:cNvSpPr txBox="1"/>
          <p:nvPr>
            <p:ph type="title"/>
          </p:nvPr>
        </p:nvSpPr>
        <p:spPr>
          <a:xfrm>
            <a:off x="713225" y="4447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661" name="Google Shape;1661;p38"/>
          <p:cNvSpPr txBox="1"/>
          <p:nvPr>
            <p:ph idx="2" type="subTitle"/>
          </p:nvPr>
        </p:nvSpPr>
        <p:spPr>
          <a:xfrm>
            <a:off x="875225" y="1422200"/>
            <a:ext cx="41712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Improve scheduling issue by creating benchmarks 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Focusing on AI applications,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specifically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running LLMs on Nvidia GPUs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Prioritizing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latency of LLM response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  <p:pic>
        <p:nvPicPr>
          <p:cNvPr id="1662" name="Google Shape;16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750" y="1442350"/>
            <a:ext cx="3755976" cy="28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39"/>
          <p:cNvSpPr txBox="1"/>
          <p:nvPr>
            <p:ph type="title"/>
          </p:nvPr>
        </p:nvSpPr>
        <p:spPr>
          <a:xfrm>
            <a:off x="713225" y="5209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CONDUCTING THE </a:t>
            </a:r>
            <a:r>
              <a:rPr lang="en"/>
              <a:t>EXPERIMENT</a:t>
            </a:r>
            <a:endParaRPr/>
          </a:p>
        </p:txBody>
      </p:sp>
      <p:sp>
        <p:nvSpPr>
          <p:cNvPr id="1668" name="Google Shape;1668;p39"/>
          <p:cNvSpPr txBox="1"/>
          <p:nvPr/>
        </p:nvSpPr>
        <p:spPr>
          <a:xfrm>
            <a:off x="875225" y="1498400"/>
            <a:ext cx="7476900" cy="2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61E17"/>
              </a:buClr>
              <a:buSzPts val="1800"/>
              <a:buFont typeface="Solway"/>
              <a:buChar char="●"/>
            </a:pPr>
            <a:r>
              <a:rPr lang="en" sz="1800">
                <a:solidFill>
                  <a:srgbClr val="261E17"/>
                </a:solidFill>
                <a:latin typeface="Solway"/>
                <a:ea typeface="Solway"/>
                <a:cs typeface="Solway"/>
                <a:sym typeface="Solway"/>
              </a:rPr>
              <a:t>Send prompts to LLM (</a:t>
            </a:r>
            <a:r>
              <a:rPr lang="en" sz="1800">
                <a:solidFill>
                  <a:srgbClr val="261E17"/>
                </a:solidFill>
                <a:latin typeface="Solway"/>
                <a:ea typeface="Solway"/>
                <a:cs typeface="Solway"/>
                <a:sym typeface="Solway"/>
              </a:rPr>
              <a:t>llama 3</a:t>
            </a:r>
            <a:r>
              <a:rPr lang="en" sz="1800">
                <a:solidFill>
                  <a:srgbClr val="261E17"/>
                </a:solidFill>
                <a:latin typeface="Solway"/>
                <a:ea typeface="Solway"/>
                <a:cs typeface="Solway"/>
                <a:sym typeface="Solway"/>
              </a:rPr>
              <a:t>.1:8b) being run on Nvidia GPUs (Tesla V100 &amp; A100)</a:t>
            </a:r>
            <a:r>
              <a:rPr lang="en" sz="1800">
                <a:solidFill>
                  <a:srgbClr val="261E17"/>
                </a:solidFill>
                <a:latin typeface="Solway"/>
                <a:ea typeface="Solway"/>
                <a:cs typeface="Solway"/>
                <a:sym typeface="Solway"/>
              </a:rPr>
              <a:t> via a Python script</a:t>
            </a:r>
            <a:endParaRPr sz="1800">
              <a:solidFill>
                <a:srgbClr val="261E17"/>
              </a:solidFill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1E17"/>
              </a:solidFill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61E17"/>
              </a:buClr>
              <a:buSzPts val="1800"/>
              <a:buFont typeface="Solway"/>
              <a:buChar char="●"/>
            </a:pPr>
            <a:r>
              <a:rPr lang="en" sz="1800">
                <a:solidFill>
                  <a:srgbClr val="261E17"/>
                </a:solidFill>
                <a:latin typeface="Solway"/>
                <a:ea typeface="Solway"/>
                <a:cs typeface="Solway"/>
                <a:sym typeface="Solway"/>
              </a:rPr>
              <a:t>Collect GPU metrics &amp; LLM performance metrics</a:t>
            </a:r>
            <a:endParaRPr sz="1800">
              <a:solidFill>
                <a:srgbClr val="261E17"/>
              </a:solidFill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1E17"/>
              </a:solidFill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61E17"/>
              </a:buClr>
              <a:buSzPts val="1800"/>
              <a:buFont typeface="Solway"/>
              <a:buChar char="●"/>
            </a:pPr>
            <a:r>
              <a:rPr lang="en" sz="1800">
                <a:solidFill>
                  <a:srgbClr val="261E17"/>
                </a:solidFill>
                <a:latin typeface="Solway"/>
                <a:ea typeface="Solway"/>
                <a:cs typeface="Solway"/>
                <a:sym typeface="Solway"/>
              </a:rPr>
              <a:t>Store and understand the collected data</a:t>
            </a:r>
            <a:endParaRPr sz="1800">
              <a:solidFill>
                <a:srgbClr val="261E17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pic>
        <p:nvPicPr>
          <p:cNvPr id="1669" name="Google Shape;16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925" y="1891575"/>
            <a:ext cx="417549" cy="41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40"/>
          <p:cNvSpPr txBox="1"/>
          <p:nvPr>
            <p:ph type="title"/>
          </p:nvPr>
        </p:nvSpPr>
        <p:spPr>
          <a:xfrm>
            <a:off x="713225" y="2923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  <p:sp>
        <p:nvSpPr>
          <p:cNvPr id="1675" name="Google Shape;1675;p40"/>
          <p:cNvSpPr txBox="1"/>
          <p:nvPr>
            <p:ph idx="1" type="subTitle"/>
          </p:nvPr>
        </p:nvSpPr>
        <p:spPr>
          <a:xfrm>
            <a:off x="2497775" y="2594550"/>
            <a:ext cx="2063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lway"/>
                <a:ea typeface="Solway"/>
                <a:cs typeface="Solway"/>
                <a:sym typeface="Solway"/>
              </a:rPr>
              <a:t>Listens to the exporters and collects that data</a:t>
            </a:r>
            <a:endParaRPr sz="1300"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676" name="Google Shape;1676;p40"/>
          <p:cNvSpPr txBox="1"/>
          <p:nvPr>
            <p:ph idx="2" type="subTitle"/>
          </p:nvPr>
        </p:nvSpPr>
        <p:spPr>
          <a:xfrm>
            <a:off x="2694850" y="2279238"/>
            <a:ext cx="1739700" cy="3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PROMETHEUS</a:t>
            </a:r>
            <a:endParaRPr sz="1700"/>
          </a:p>
        </p:txBody>
      </p:sp>
      <p:cxnSp>
        <p:nvCxnSpPr>
          <p:cNvPr id="1677" name="Google Shape;1677;p40"/>
          <p:cNvCxnSpPr/>
          <p:nvPr/>
        </p:nvCxnSpPr>
        <p:spPr>
          <a:xfrm>
            <a:off x="2963500" y="220327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8" name="Google Shape;16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102" y="1294650"/>
            <a:ext cx="727185" cy="72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40"/>
          <p:cNvSpPr txBox="1"/>
          <p:nvPr>
            <p:ph idx="1" type="subTitle"/>
          </p:nvPr>
        </p:nvSpPr>
        <p:spPr>
          <a:xfrm>
            <a:off x="427775" y="2594550"/>
            <a:ext cx="2063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lway"/>
                <a:ea typeface="Solway"/>
                <a:cs typeface="Solway"/>
                <a:sym typeface="Solway"/>
              </a:rPr>
              <a:t>Exports </a:t>
            </a:r>
            <a:r>
              <a:rPr lang="en" sz="1300">
                <a:latin typeface="Solway"/>
                <a:ea typeface="Solway"/>
                <a:cs typeface="Solway"/>
                <a:sym typeface="Solway"/>
              </a:rPr>
              <a:t>GPU live metric information to port</a:t>
            </a:r>
            <a:endParaRPr sz="1300"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680" name="Google Shape;1680;p40"/>
          <p:cNvSpPr txBox="1"/>
          <p:nvPr>
            <p:ph idx="2" type="subTitle"/>
          </p:nvPr>
        </p:nvSpPr>
        <p:spPr>
          <a:xfrm>
            <a:off x="631025" y="2279238"/>
            <a:ext cx="1739700" cy="3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EXPORTERS</a:t>
            </a:r>
            <a:endParaRPr sz="1700"/>
          </a:p>
        </p:txBody>
      </p:sp>
      <p:cxnSp>
        <p:nvCxnSpPr>
          <p:cNvPr id="1681" name="Google Shape;1681;p40"/>
          <p:cNvCxnSpPr/>
          <p:nvPr/>
        </p:nvCxnSpPr>
        <p:spPr>
          <a:xfrm>
            <a:off x="899675" y="220327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2" name="Google Shape;1682;p40"/>
          <p:cNvPicPr preferRelativeResize="0"/>
          <p:nvPr/>
        </p:nvPicPr>
        <p:blipFill rotWithShape="1">
          <a:blip r:embed="rId4">
            <a:alphaModFix/>
          </a:blip>
          <a:srcRect b="9096" l="6328" r="5160" t="16465"/>
          <a:stretch/>
        </p:blipFill>
        <p:spPr>
          <a:xfrm>
            <a:off x="899675" y="1192013"/>
            <a:ext cx="1202401" cy="1011261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40"/>
          <p:cNvSpPr txBox="1"/>
          <p:nvPr>
            <p:ph idx="1" type="subTitle"/>
          </p:nvPr>
        </p:nvSpPr>
        <p:spPr>
          <a:xfrm>
            <a:off x="4543150" y="2568975"/>
            <a:ext cx="2063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lway"/>
                <a:ea typeface="Solway"/>
                <a:cs typeface="Solway"/>
                <a:sym typeface="Solway"/>
              </a:rPr>
              <a:t>Takes GPU metrics &amp; displays it on dashboard</a:t>
            </a:r>
            <a:endParaRPr sz="1300"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684" name="Google Shape;1684;p40"/>
          <p:cNvSpPr txBox="1"/>
          <p:nvPr>
            <p:ph idx="2" type="subTitle"/>
          </p:nvPr>
        </p:nvSpPr>
        <p:spPr>
          <a:xfrm>
            <a:off x="4740225" y="2253663"/>
            <a:ext cx="1739700" cy="3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GRAFANA</a:t>
            </a:r>
            <a:endParaRPr sz="1700"/>
          </a:p>
        </p:txBody>
      </p:sp>
      <p:cxnSp>
        <p:nvCxnSpPr>
          <p:cNvPr id="1685" name="Google Shape;1685;p40"/>
          <p:cNvCxnSpPr/>
          <p:nvPr/>
        </p:nvCxnSpPr>
        <p:spPr>
          <a:xfrm>
            <a:off x="5008875" y="2177700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6" name="Google Shape;1686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9950" y="1312600"/>
            <a:ext cx="770100" cy="77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40"/>
          <p:cNvSpPr txBox="1"/>
          <p:nvPr>
            <p:ph idx="1" type="subTitle"/>
          </p:nvPr>
        </p:nvSpPr>
        <p:spPr>
          <a:xfrm>
            <a:off x="6479925" y="2547200"/>
            <a:ext cx="20637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lway"/>
                <a:ea typeface="Solway"/>
                <a:cs typeface="Solway"/>
                <a:sym typeface="Solway"/>
              </a:rPr>
              <a:t>Receives</a:t>
            </a:r>
            <a:r>
              <a:rPr lang="en" sz="1300">
                <a:latin typeface="Solway"/>
                <a:ea typeface="Solway"/>
                <a:cs typeface="Solway"/>
                <a:sym typeface="Solway"/>
              </a:rPr>
              <a:t> prompts and sends them to local LLM</a:t>
            </a:r>
            <a:endParaRPr sz="1300"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688" name="Google Shape;1688;p40"/>
          <p:cNvSpPr txBox="1"/>
          <p:nvPr>
            <p:ph idx="2" type="subTitle"/>
          </p:nvPr>
        </p:nvSpPr>
        <p:spPr>
          <a:xfrm>
            <a:off x="6677000" y="2231888"/>
            <a:ext cx="1739700" cy="3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OLLAMA</a:t>
            </a:r>
            <a:endParaRPr sz="1700"/>
          </a:p>
        </p:txBody>
      </p:sp>
      <p:cxnSp>
        <p:nvCxnSpPr>
          <p:cNvPr id="1689" name="Google Shape;1689;p40"/>
          <p:cNvCxnSpPr/>
          <p:nvPr/>
        </p:nvCxnSpPr>
        <p:spPr>
          <a:xfrm>
            <a:off x="6945650" y="2155925"/>
            <a:ext cx="12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0" name="Google Shape;1690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1800" y="1192025"/>
            <a:ext cx="887926" cy="887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40"/>
          <p:cNvSpPr txBox="1"/>
          <p:nvPr>
            <p:ph idx="1" type="subTitle"/>
          </p:nvPr>
        </p:nvSpPr>
        <p:spPr>
          <a:xfrm>
            <a:off x="3982563" y="3939050"/>
            <a:ext cx="23553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lway"/>
                <a:ea typeface="Solway"/>
                <a:cs typeface="Solway"/>
                <a:sym typeface="Solway"/>
              </a:rPr>
              <a:t>Collects the metrics sent from Prometheus &amp; stored in database</a:t>
            </a:r>
            <a:endParaRPr sz="1300"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692" name="Google Shape;1692;p40"/>
          <p:cNvSpPr txBox="1"/>
          <p:nvPr>
            <p:ph idx="2" type="subTitle"/>
          </p:nvPr>
        </p:nvSpPr>
        <p:spPr>
          <a:xfrm>
            <a:off x="3982563" y="3623738"/>
            <a:ext cx="1739700" cy="3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MONGODB</a:t>
            </a:r>
            <a:endParaRPr sz="1700"/>
          </a:p>
        </p:txBody>
      </p:sp>
      <p:cxnSp>
        <p:nvCxnSpPr>
          <p:cNvPr id="1693" name="Google Shape;1693;p40"/>
          <p:cNvCxnSpPr/>
          <p:nvPr/>
        </p:nvCxnSpPr>
        <p:spPr>
          <a:xfrm>
            <a:off x="3922838" y="3705563"/>
            <a:ext cx="9300" cy="90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94" name="Google Shape;169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6138" y="3652500"/>
            <a:ext cx="1011250" cy="10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41"/>
          <p:cNvSpPr txBox="1"/>
          <p:nvPr>
            <p:ph type="title"/>
          </p:nvPr>
        </p:nvSpPr>
        <p:spPr>
          <a:xfrm>
            <a:off x="317900" y="268250"/>
            <a:ext cx="3223200" cy="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SET UP VISUALS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1700" name="Google Shape;1700;p41"/>
          <p:cNvPicPr preferRelativeResize="0"/>
          <p:nvPr/>
        </p:nvPicPr>
        <p:blipFill rotWithShape="1">
          <a:blip r:embed="rId3">
            <a:alphaModFix/>
          </a:blip>
          <a:srcRect b="35765" l="0" r="18732" t="0"/>
          <a:stretch/>
        </p:blipFill>
        <p:spPr>
          <a:xfrm>
            <a:off x="3160600" y="2402200"/>
            <a:ext cx="5514798" cy="226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41"/>
          <p:cNvPicPr preferRelativeResize="0"/>
          <p:nvPr/>
        </p:nvPicPr>
        <p:blipFill rotWithShape="1">
          <a:blip r:embed="rId4">
            <a:alphaModFix/>
          </a:blip>
          <a:srcRect b="0" l="0" r="31115" t="0"/>
          <a:stretch/>
        </p:blipFill>
        <p:spPr>
          <a:xfrm>
            <a:off x="255975" y="1001025"/>
            <a:ext cx="2581647" cy="403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8150" y="133300"/>
            <a:ext cx="3084250" cy="21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42"/>
          <p:cNvSpPr txBox="1"/>
          <p:nvPr>
            <p:ph type="title"/>
          </p:nvPr>
        </p:nvSpPr>
        <p:spPr>
          <a:xfrm>
            <a:off x="713250" y="117850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VISUALIZED</a:t>
            </a:r>
            <a:endParaRPr/>
          </a:p>
        </p:txBody>
      </p:sp>
      <p:sp>
        <p:nvSpPr>
          <p:cNvPr id="1708" name="Google Shape;1708;p42"/>
          <p:cNvSpPr/>
          <p:nvPr/>
        </p:nvSpPr>
        <p:spPr>
          <a:xfrm>
            <a:off x="2162075" y="4543775"/>
            <a:ext cx="1731000" cy="271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GPU Util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09" name="Google Shape;1709;p42"/>
          <p:cNvSpPr/>
          <p:nvPr/>
        </p:nvSpPr>
        <p:spPr>
          <a:xfrm rot="-5400000">
            <a:off x="987100" y="3502513"/>
            <a:ext cx="1090200" cy="271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V100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10" name="Google Shape;1710;p42"/>
          <p:cNvSpPr/>
          <p:nvPr/>
        </p:nvSpPr>
        <p:spPr>
          <a:xfrm rot="-5400000">
            <a:off x="987100" y="1719350"/>
            <a:ext cx="1090200" cy="271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A100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pic>
        <p:nvPicPr>
          <p:cNvPr id="1711" name="Google Shape;171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575" y="1091325"/>
            <a:ext cx="2632725" cy="21368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42"/>
          <p:cNvSpPr/>
          <p:nvPr/>
        </p:nvSpPr>
        <p:spPr>
          <a:xfrm>
            <a:off x="5221425" y="3302300"/>
            <a:ext cx="1731000" cy="2811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Heatmap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13" name="Google Shape;1713;p42"/>
          <p:cNvSpPr txBox="1"/>
          <p:nvPr/>
        </p:nvSpPr>
        <p:spPr>
          <a:xfrm>
            <a:off x="4814300" y="3851075"/>
            <a:ext cx="2589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*Test run on V100 only consisted of 70 request vs A100 was 700 requests.</a:t>
            </a:r>
            <a:endParaRPr sz="100"/>
          </a:p>
        </p:txBody>
      </p:sp>
      <p:pic>
        <p:nvPicPr>
          <p:cNvPr id="1714" name="Google Shape;171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0375" y="1024413"/>
            <a:ext cx="2346012" cy="1622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5" name="Google Shape;171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0375" y="2802552"/>
            <a:ext cx="2256937" cy="156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43"/>
          <p:cNvSpPr txBox="1"/>
          <p:nvPr>
            <p:ph type="title"/>
          </p:nvPr>
        </p:nvSpPr>
        <p:spPr>
          <a:xfrm>
            <a:off x="713225" y="4447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BENCHMARKS</a:t>
            </a:r>
            <a:endParaRPr/>
          </a:p>
        </p:txBody>
      </p:sp>
      <p:sp>
        <p:nvSpPr>
          <p:cNvPr id="1721" name="Google Shape;1721;p43"/>
          <p:cNvSpPr txBox="1"/>
          <p:nvPr>
            <p:ph idx="2" type="subTitle"/>
          </p:nvPr>
        </p:nvSpPr>
        <p:spPr>
          <a:xfrm>
            <a:off x="875225" y="1193600"/>
            <a:ext cx="72645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Created a relative weighted-sum score (compare between 2 different GPUs)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Use the three most important metrics which are, GPU utilization, memory utilization, and response time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Created 3 weights based on these metrics and multiply them against their average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 Our tests result in the scores: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22" name="Google Shape;1722;p43"/>
          <p:cNvSpPr/>
          <p:nvPr/>
        </p:nvSpPr>
        <p:spPr>
          <a:xfrm>
            <a:off x="2360850" y="4357625"/>
            <a:ext cx="2026200" cy="44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Tesla A100: 0.103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23" name="Google Shape;1723;p43"/>
          <p:cNvSpPr/>
          <p:nvPr/>
        </p:nvSpPr>
        <p:spPr>
          <a:xfrm>
            <a:off x="4627900" y="4357625"/>
            <a:ext cx="2026200" cy="444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Tesla V100: -0.233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44"/>
          <p:cNvSpPr txBox="1"/>
          <p:nvPr>
            <p:ph type="title"/>
          </p:nvPr>
        </p:nvSpPr>
        <p:spPr>
          <a:xfrm>
            <a:off x="2205300" y="1076200"/>
            <a:ext cx="47334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729" name="Google Shape;1729;p44"/>
          <p:cNvSpPr txBox="1"/>
          <p:nvPr>
            <p:ph idx="1" type="subTitle"/>
          </p:nvPr>
        </p:nvSpPr>
        <p:spPr>
          <a:xfrm>
            <a:off x="2205300" y="1997100"/>
            <a:ext cx="4733400" cy="20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We concluded a scoring method to compare performance of GPUs in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running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LLMs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Restricted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to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only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this application &amp; Nvidia GPUs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However, there are many other factors to consider…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  <p:cxnSp>
        <p:nvCxnSpPr>
          <p:cNvPr id="1730" name="Google Shape;1730;p44"/>
          <p:cNvCxnSpPr/>
          <p:nvPr/>
        </p:nvCxnSpPr>
        <p:spPr>
          <a:xfrm>
            <a:off x="3073200" y="1858400"/>
            <a:ext cx="299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45"/>
          <p:cNvSpPr txBox="1"/>
          <p:nvPr>
            <p:ph type="title"/>
          </p:nvPr>
        </p:nvSpPr>
        <p:spPr>
          <a:xfrm>
            <a:off x="713225" y="444725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736" name="Google Shape;1736;p45"/>
          <p:cNvSpPr txBox="1"/>
          <p:nvPr>
            <p:ph idx="2" type="subTitle"/>
          </p:nvPr>
        </p:nvSpPr>
        <p:spPr>
          <a:xfrm>
            <a:off x="875225" y="1422200"/>
            <a:ext cx="72645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Expanding other GPUs, networking, other hardware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GPU is not always idle, impacts to benchmark score if other processes are running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Creating a more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rigorous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scoring method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46"/>
          <p:cNvGrpSpPr/>
          <p:nvPr/>
        </p:nvGrpSpPr>
        <p:grpSpPr>
          <a:xfrm>
            <a:off x="2724182" y="-1866850"/>
            <a:ext cx="2750618" cy="2741916"/>
            <a:chOff x="2724182" y="-1866850"/>
            <a:chExt cx="2750618" cy="2741916"/>
          </a:xfrm>
        </p:grpSpPr>
        <p:sp>
          <p:nvSpPr>
            <p:cNvPr id="1742" name="Google Shape;1742;p4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3" name="Google Shape;1743;p46"/>
            <p:cNvGrpSpPr/>
            <p:nvPr/>
          </p:nvGrpSpPr>
          <p:grpSpPr>
            <a:xfrm flipH="1" rot="-5400000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744" name="Google Shape;1744;p4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rect b="b" l="l" r="r" t="t"/>
                <a:pathLst>
                  <a:path extrusionOk="0" fill="none" h="12033" w="12066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4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rect b="b" l="l" r="r" t="t"/>
                <a:pathLst>
                  <a:path extrusionOk="0" fill="none" h="25919" w="25952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4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4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rect b="b" l="l" r="r" t="t"/>
                <a:pathLst>
                  <a:path extrusionOk="0" fill="none" h="38341" w="38309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4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rect b="b" l="l" r="r" t="t"/>
                <a:pathLst>
                  <a:path extrusionOk="0" fill="none" h="41691" w="41659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4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rect b="b" l="l" r="r" t="t"/>
                <a:pathLst>
                  <a:path extrusionOk="0" fill="none" h="43707" w="43739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4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rect b="b" l="l" r="r" t="t"/>
                <a:pathLst>
                  <a:path extrusionOk="0" fill="none" h="75837" w="75837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4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rect b="b" l="l" r="r" t="t"/>
                <a:pathLst>
                  <a:path extrusionOk="0" fill="none" h="75837" w="7587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4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rect b="b" l="l" r="r" t="t"/>
                <a:pathLst>
                  <a:path extrusionOk="0" fill="none" h="74828" w="74828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4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rect b="b" l="l" r="r" t="t"/>
                <a:pathLst>
                  <a:path extrusionOk="0" fill="none" h="41691" w="41691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4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rect b="b" l="l" r="r" t="t"/>
                <a:pathLst>
                  <a:path extrusionOk="0" fill="none" h="38341" w="38342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4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rect b="b" l="l" r="r" t="t"/>
                <a:pathLst>
                  <a:path extrusionOk="0" fill="none" h="33399" w="33366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4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rect b="b" l="l" r="r" t="t"/>
                <a:pathLst>
                  <a:path extrusionOk="0" fill="none" h="25952" w="25952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4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rect b="b" l="l" r="r" t="t"/>
                <a:pathLst>
                  <a:path extrusionOk="0" fill="none" h="12033" w="12033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cap="rnd" cmpd="sng" w="19050">
                <a:solidFill>
                  <a:schemeClr val="accent1"/>
                </a:solidFill>
                <a:prstDash val="solid"/>
                <a:miter lim="3251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58" name="Google Shape;1758;p46"/>
          <p:cNvSpPr txBox="1"/>
          <p:nvPr>
            <p:ph type="ctrTitle"/>
          </p:nvPr>
        </p:nvSpPr>
        <p:spPr>
          <a:xfrm>
            <a:off x="646675" y="1733575"/>
            <a:ext cx="4491900" cy="13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59" name="Google Shape;1759;p46"/>
          <p:cNvSpPr txBox="1"/>
          <p:nvPr>
            <p:ph idx="1" type="subTitle"/>
          </p:nvPr>
        </p:nvSpPr>
        <p:spPr>
          <a:xfrm>
            <a:off x="646675" y="3233125"/>
            <a:ext cx="4211100" cy="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ist"/>
                <a:ea typeface="Geist"/>
                <a:cs typeface="Geist"/>
                <a:sym typeface="Geist"/>
              </a:rPr>
              <a:t>By: Rahul Rajkumar and Andrew Michael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1760" name="Google Shape;1760;p46"/>
          <p:cNvCxnSpPr/>
          <p:nvPr/>
        </p:nvCxnSpPr>
        <p:spPr>
          <a:xfrm>
            <a:off x="766825" y="3143247"/>
            <a:ext cx="380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47"/>
          <p:cNvSpPr txBox="1"/>
          <p:nvPr>
            <p:ph type="title"/>
          </p:nvPr>
        </p:nvSpPr>
        <p:spPr>
          <a:xfrm>
            <a:off x="713250" y="117850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VISUALIZED </a:t>
            </a:r>
            <a:endParaRPr/>
          </a:p>
        </p:txBody>
      </p:sp>
      <p:sp>
        <p:nvSpPr>
          <p:cNvPr id="1766" name="Google Shape;1766;p47"/>
          <p:cNvSpPr/>
          <p:nvPr/>
        </p:nvSpPr>
        <p:spPr>
          <a:xfrm rot="-1192">
            <a:off x="1808932" y="4680890"/>
            <a:ext cx="1731000" cy="2811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Memory Util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pic>
        <p:nvPicPr>
          <p:cNvPr id="1767" name="Google Shape;17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200" y="1040850"/>
            <a:ext cx="2502475" cy="171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" name="Google Shape;176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200" y="2860725"/>
            <a:ext cx="2502475" cy="1715684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47"/>
          <p:cNvSpPr/>
          <p:nvPr/>
        </p:nvSpPr>
        <p:spPr>
          <a:xfrm rot="-5400000">
            <a:off x="617750" y="1658350"/>
            <a:ext cx="1090200" cy="271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A100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70" name="Google Shape;1770;p47"/>
          <p:cNvSpPr/>
          <p:nvPr/>
        </p:nvSpPr>
        <p:spPr>
          <a:xfrm rot="-5400000">
            <a:off x="617738" y="3582950"/>
            <a:ext cx="1090200" cy="271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lway Medium"/>
                <a:ea typeface="Solway Medium"/>
                <a:cs typeface="Solway Medium"/>
                <a:sym typeface="Solway Medium"/>
              </a:rPr>
              <a:t>V100</a:t>
            </a:r>
            <a:endParaRPr>
              <a:solidFill>
                <a:schemeClr val="dk1"/>
              </a:solidFill>
              <a:latin typeface="Solway"/>
              <a:ea typeface="Solway"/>
              <a:cs typeface="Solway"/>
              <a:sym typeface="Solway"/>
            </a:endParaRPr>
          </a:p>
        </p:txBody>
      </p:sp>
      <p:sp>
        <p:nvSpPr>
          <p:cNvPr id="1771" name="Google Shape;1771;p47"/>
          <p:cNvSpPr txBox="1"/>
          <p:nvPr>
            <p:ph idx="4294967295" type="subTitle"/>
          </p:nvPr>
        </p:nvSpPr>
        <p:spPr>
          <a:xfrm>
            <a:off x="4178325" y="1248850"/>
            <a:ext cx="46815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Memory utilization for A100 and V100 over time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Memory utilization for V100 remains stable but A100 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fluctuates</a:t>
            </a:r>
            <a:r>
              <a:rPr lang="en" sz="1800">
                <a:latin typeface="Solway"/>
                <a:ea typeface="Solway"/>
                <a:cs typeface="Solway"/>
                <a:sym typeface="Solway"/>
              </a:rPr>
              <a:t> 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48"/>
          <p:cNvSpPr txBox="1"/>
          <p:nvPr>
            <p:ph type="title"/>
          </p:nvPr>
        </p:nvSpPr>
        <p:spPr>
          <a:xfrm>
            <a:off x="713250" y="117850"/>
            <a:ext cx="7717500" cy="7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WEIGHTS</a:t>
            </a:r>
            <a:endParaRPr/>
          </a:p>
        </p:txBody>
      </p:sp>
      <p:pic>
        <p:nvPicPr>
          <p:cNvPr id="1777" name="Google Shape;17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100" y="2835875"/>
            <a:ext cx="1995376" cy="500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6200" y="1613980"/>
            <a:ext cx="1915550" cy="461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48"/>
          <p:cNvPicPr preferRelativeResize="0"/>
          <p:nvPr/>
        </p:nvPicPr>
        <p:blipFill rotWithShape="1">
          <a:blip r:embed="rId5">
            <a:alphaModFix/>
          </a:blip>
          <a:srcRect b="24397" l="0" r="0" t="0"/>
          <a:stretch/>
        </p:blipFill>
        <p:spPr>
          <a:xfrm>
            <a:off x="1121037" y="2245403"/>
            <a:ext cx="1995374" cy="420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48"/>
          <p:cNvSpPr txBox="1"/>
          <p:nvPr>
            <p:ph idx="4294967295" type="subTitle"/>
          </p:nvPr>
        </p:nvSpPr>
        <p:spPr>
          <a:xfrm>
            <a:off x="3458050" y="1346000"/>
            <a:ext cx="4681500" cy="29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Reciprocal of the standard deviation of the gpu utilization over the entire test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Reciprocal of the standard deviation of the memory utilization over the entire test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olway"/>
              <a:ea typeface="Solway"/>
              <a:cs typeface="Solway"/>
              <a:sym typeface="Sol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lway"/>
              <a:buChar char="●"/>
            </a:pPr>
            <a:r>
              <a:rPr lang="en" sz="1800">
                <a:latin typeface="Solway"/>
                <a:ea typeface="Solway"/>
                <a:cs typeface="Solway"/>
                <a:sym typeface="Solway"/>
              </a:rPr>
              <a:t>Negative of the exponential of the average response time divided by 25 over the natural log of 2</a:t>
            </a:r>
            <a:endParaRPr sz="1800">
              <a:latin typeface="Solway"/>
              <a:ea typeface="Solway"/>
              <a:cs typeface="Solway"/>
              <a:sym typeface="Sol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Cost Analysi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