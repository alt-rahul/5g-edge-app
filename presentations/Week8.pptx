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37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40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38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9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36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41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ed Hat Display SemiBold"/>
      <p:regular r:id="rId16"/>
      <p:bold r:id="rId17"/>
      <p:italic r:id="rId18"/>
      <p:boldItalic r:id="rId19"/>
    </p:embeddedFont>
    <p:embeddedFont>
      <p:font typeface="Red Hat Display Medium"/>
      <p:regular r:id="rId20"/>
      <p:bold r:id="rId21"/>
      <p:italic r:id="rId22"/>
      <p:boldItalic r:id="rId23"/>
    </p:embeddedFont>
    <p:embeddedFont>
      <p:font typeface="Red Hat Display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edHatDisplayMedium-regular.fntdata"/><Relationship Id="rId22" Type="http://schemas.openxmlformats.org/officeDocument/2006/relationships/font" Target="fonts/RedHatDisplayMedium-italic.fntdata"/><Relationship Id="rId21" Type="http://schemas.openxmlformats.org/officeDocument/2006/relationships/font" Target="fonts/RedHatDisplayMedium-bold.fntdata"/><Relationship Id="rId24" Type="http://schemas.openxmlformats.org/officeDocument/2006/relationships/font" Target="fonts/RedHatDisplay-regular.fntdata"/><Relationship Id="rId23" Type="http://schemas.openxmlformats.org/officeDocument/2006/relationships/font" Target="fonts/RedHatDisplayMedium-boldItalic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RedHatDisplay-italic.fntdata"/><Relationship Id="rId25" Type="http://schemas.openxmlformats.org/officeDocument/2006/relationships/font" Target="fonts/RedHatDisplay-bold.fntdata"/><Relationship Id="rId27" Type="http://schemas.openxmlformats.org/officeDocument/2006/relationships/font" Target="fonts/RedHatDisplay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edHatDisplaySemiBold-bold.fntdata"/><Relationship Id="rId16" Type="http://schemas.openxmlformats.org/officeDocument/2006/relationships/font" Target="fonts/RedHatDisplaySemiBold-regular.fntdata"/><Relationship Id="rId19" Type="http://schemas.openxmlformats.org/officeDocument/2006/relationships/font" Target="fonts/RedHatDisplaySemiBold-boldItalic.fntdata"/><Relationship Id="rId18" Type="http://schemas.openxmlformats.org/officeDocument/2006/relationships/font" Target="fonts/RedHatDisplaySemiBold-italic.fnt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4" name="Shape 5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5" name="Google Shape;545;g37045cb45c7_0_63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46" name="Google Shape;546;g37045cb45c7_0_6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49" name="Shape 5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0" name="Google Shape;550;g37045cb45c7_0_6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1" name="Google Shape;551;g37045cb45c7_0_6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2" name="Shape 5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" name="Google Shape;563;g37045cb45c7_0_7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64" name="Google Shape;564;g37045cb45c7_0_7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8" name="Shape 5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9" name="Google Shape;569;g37045cb45c7_0_12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70" name="Google Shape;570;g37045cb45c7_0_12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5" name="Shape 5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6" name="Google Shape;586;g37045cb45c7_0_7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87" name="Google Shape;587;g37045cb45c7_0_7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1" name="Shape 5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2" name="Google Shape;592;g37045cb45c7_0_137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3" name="Google Shape;593;g37045cb45c7_0_13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02" name="Shape 6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3" name="Google Shape;603;g37045cb45c7_0_13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04" name="Google Shape;604;g37045cb45c7_0_13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13" name="Shape 6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" name="Google Shape;614;g37045cb45c7_0_75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5" name="Google Shape;615;g37045cb45c7_0_7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1" name="Shape 6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2" name="Google Shape;622;g37045cb45c7_0_80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23" name="Google Shape;623;g37045cb45c7_0_80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0" name="Shape 6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1" name="Google Shape;631;g37045cb45c7_0_13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32" name="Google Shape;632;g37045cb45c7_0_13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1" name="Google Shape;11;p2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2" name="Google Shape;12;p2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3" name="Google Shape;13;p2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4" name="Google Shape;14;p2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5" name="Google Shape;15;p2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6" name="Google Shape;16;p2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7" name="Google Shape;17;p2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8" name="Google Shape;18;p2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" name="Google Shape;19;p2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" name="Google Shape;20;p2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1" name="Google Shape;21;p2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2" name="Google Shape;22;p2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3" name="Google Shape;23;p2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4" name="Google Shape;24;p2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5" name="Google Shape;25;p2"/>
          <p:cNvSpPr txBox="1"/>
          <p:nvPr>
            <p:ph type="title"/>
          </p:nvPr>
        </p:nvSpPr>
        <p:spPr>
          <a:xfrm>
            <a:off x="3154650" y="3235981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26" name="Google Shape;26;p2"/>
          <p:cNvSpPr txBox="1"/>
          <p:nvPr>
            <p:ph idx="1" type="subTitle"/>
          </p:nvPr>
        </p:nvSpPr>
        <p:spPr>
          <a:xfrm>
            <a:off x="3154650" y="3875775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 you">
  <p:cSld name="BLANK_3">
    <p:bg>
      <p:bgPr>
        <a:solidFill>
          <a:schemeClr val="accent5"/>
        </a:solidFill>
      </p:bgPr>
    </p:bg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3"/>
          <p:cNvSpPr/>
          <p:nvPr/>
        </p:nvSpPr>
        <p:spPr>
          <a:xfrm>
            <a:off x="810500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" name="Google Shape;29;p3"/>
          <p:cNvSpPr/>
          <p:nvPr/>
        </p:nvSpPr>
        <p:spPr>
          <a:xfrm>
            <a:off x="810500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0" name="Google Shape;30;p3"/>
          <p:cNvSpPr/>
          <p:nvPr/>
        </p:nvSpPr>
        <p:spPr>
          <a:xfrm>
            <a:off x="3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1" name="Google Shape;31;p3"/>
          <p:cNvSpPr/>
          <p:nvPr/>
        </p:nvSpPr>
        <p:spPr>
          <a:xfrm>
            <a:off x="810500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2" name="Google Shape;32;p3"/>
          <p:cNvSpPr/>
          <p:nvPr/>
        </p:nvSpPr>
        <p:spPr>
          <a:xfrm>
            <a:off x="-1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3" name="Google Shape;33;p3"/>
          <p:cNvSpPr/>
          <p:nvPr/>
        </p:nvSpPr>
        <p:spPr>
          <a:xfrm>
            <a:off x="810505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4" name="Google Shape;34;p3"/>
          <p:cNvSpPr/>
          <p:nvPr/>
        </p:nvSpPr>
        <p:spPr>
          <a:xfrm>
            <a:off x="-1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5" name="Google Shape;35;p3"/>
          <p:cNvSpPr/>
          <p:nvPr/>
        </p:nvSpPr>
        <p:spPr>
          <a:xfrm>
            <a:off x="-1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6" name="Google Shape;36;p3"/>
          <p:cNvSpPr/>
          <p:nvPr/>
        </p:nvSpPr>
        <p:spPr>
          <a:xfrm>
            <a:off x="3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" name="Google Shape;37;p3"/>
          <p:cNvSpPr/>
          <p:nvPr/>
        </p:nvSpPr>
        <p:spPr>
          <a:xfrm>
            <a:off x="810502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8" name="Google Shape;38;p3"/>
          <p:cNvSpPr/>
          <p:nvPr/>
        </p:nvSpPr>
        <p:spPr>
          <a:xfrm>
            <a:off x="1420399" y="0"/>
            <a:ext cx="4320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9" name="Google Shape;39;p3"/>
          <p:cNvSpPr/>
          <p:nvPr/>
        </p:nvSpPr>
        <p:spPr>
          <a:xfrm>
            <a:off x="1420399" y="2040871"/>
            <a:ext cx="4320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" name="Google Shape;40;p3"/>
          <p:cNvSpPr/>
          <p:nvPr/>
        </p:nvSpPr>
        <p:spPr>
          <a:xfrm>
            <a:off x="1420399" y="1020429"/>
            <a:ext cx="4320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1" name="Google Shape;41;p3"/>
          <p:cNvSpPr/>
          <p:nvPr/>
        </p:nvSpPr>
        <p:spPr>
          <a:xfrm>
            <a:off x="1420401" y="3061475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" name="Google Shape;42;p3"/>
          <p:cNvSpPr/>
          <p:nvPr/>
        </p:nvSpPr>
        <p:spPr>
          <a:xfrm>
            <a:off x="1420400" y="4100581"/>
            <a:ext cx="4320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3" name="Google Shape;43;p3"/>
          <p:cNvSpPr txBox="1"/>
          <p:nvPr>
            <p:ph type="title"/>
          </p:nvPr>
        </p:nvSpPr>
        <p:spPr>
          <a:xfrm>
            <a:off x="3154650" y="467500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4" name="Google Shape;44;p3"/>
          <p:cNvSpPr txBox="1"/>
          <p:nvPr>
            <p:ph idx="1" type="subTitle"/>
          </p:nvPr>
        </p:nvSpPr>
        <p:spPr>
          <a:xfrm>
            <a:off x="3154650" y="1107294"/>
            <a:ext cx="57609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5" name="Google Shape;45;p3"/>
          <p:cNvSpPr/>
          <p:nvPr>
            <p:ph idx="2" type="pic"/>
          </p:nvPr>
        </p:nvSpPr>
        <p:spPr>
          <a:xfrm>
            <a:off x="3154650" y="3875225"/>
            <a:ext cx="618600" cy="808500"/>
          </a:xfrm>
          <a:prstGeom prst="snip2DiagRect">
            <a:avLst>
              <a:gd fmla="val 0" name="adj1"/>
              <a:gd fmla="val 34473" name="adj2"/>
            </a:avLst>
          </a:prstGeom>
          <a:noFill/>
          <a:ln>
            <a:noFill/>
          </a:ln>
        </p:spPr>
      </p:sp>
      <p:sp>
        <p:nvSpPr>
          <p:cNvPr id="46" name="Google Shape;46;p3"/>
          <p:cNvSpPr txBox="1"/>
          <p:nvPr>
            <p:ph idx="3" type="subTitle"/>
          </p:nvPr>
        </p:nvSpPr>
        <p:spPr>
          <a:xfrm>
            <a:off x="3859150" y="4072916"/>
            <a:ext cx="2621700" cy="1731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Font typeface="Red Hat Display"/>
              <a:buNone/>
              <a:defRPr sz="9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900"/>
              <a:buNone/>
              <a:defRPr sz="9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7" name="Google Shape;47;p3"/>
          <p:cNvSpPr txBox="1"/>
          <p:nvPr>
            <p:ph idx="4" type="subTitle"/>
          </p:nvPr>
        </p:nvSpPr>
        <p:spPr>
          <a:xfrm>
            <a:off x="38591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8" name="Google Shape;48;p3"/>
          <p:cNvSpPr txBox="1"/>
          <p:nvPr>
            <p:ph idx="5" type="subTitle"/>
          </p:nvPr>
        </p:nvSpPr>
        <p:spPr>
          <a:xfrm>
            <a:off x="505580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49" name="Google Shape;49;p3"/>
          <p:cNvSpPr txBox="1"/>
          <p:nvPr>
            <p:ph idx="6" type="subTitle"/>
          </p:nvPr>
        </p:nvSpPr>
        <p:spPr>
          <a:xfrm>
            <a:off x="6252450" y="4321400"/>
            <a:ext cx="1061400" cy="173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None/>
              <a:defRPr sz="900"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 1">
  <p:cSld name="BLANK_2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4"/>
          <p:cNvSpPr/>
          <p:nvPr/>
        </p:nvSpPr>
        <p:spPr>
          <a:xfrm>
            <a:off x="7291578" y="4100578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2" name="Google Shape;52;p4"/>
          <p:cNvSpPr/>
          <p:nvPr/>
        </p:nvSpPr>
        <p:spPr>
          <a:xfrm>
            <a:off x="8102077" y="4100581"/>
            <a:ext cx="6099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3" name="Google Shape;53;p4"/>
          <p:cNvSpPr/>
          <p:nvPr/>
        </p:nvSpPr>
        <p:spPr>
          <a:xfrm>
            <a:off x="8677575" y="4100576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4" name="Google Shape;54;p4"/>
          <p:cNvSpPr/>
          <p:nvPr/>
        </p:nvSpPr>
        <p:spPr>
          <a:xfrm>
            <a:off x="5206068" y="0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" name="Google Shape;55;p4"/>
          <p:cNvSpPr/>
          <p:nvPr/>
        </p:nvSpPr>
        <p:spPr>
          <a:xfrm>
            <a:off x="6447262" y="0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6" name="Google Shape;56;p4"/>
          <p:cNvSpPr/>
          <p:nvPr/>
        </p:nvSpPr>
        <p:spPr>
          <a:xfrm>
            <a:off x="8102075" y="0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7" name="Google Shape;57;p4"/>
          <p:cNvSpPr/>
          <p:nvPr/>
        </p:nvSpPr>
        <p:spPr>
          <a:xfrm>
            <a:off x="8102075" y="2040871"/>
            <a:ext cx="6099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8" name="Google Shape;58;p4"/>
          <p:cNvSpPr/>
          <p:nvPr/>
        </p:nvSpPr>
        <p:spPr>
          <a:xfrm>
            <a:off x="7291578" y="3061484"/>
            <a:ext cx="8124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9" name="Google Shape;59;p4"/>
          <p:cNvSpPr/>
          <p:nvPr/>
        </p:nvSpPr>
        <p:spPr>
          <a:xfrm>
            <a:off x="5206074" y="102043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0" name="Google Shape;60;p4"/>
          <p:cNvSpPr/>
          <p:nvPr/>
        </p:nvSpPr>
        <p:spPr>
          <a:xfrm>
            <a:off x="4028275" y="0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1" name="Google Shape;61;p4"/>
          <p:cNvSpPr/>
          <p:nvPr/>
        </p:nvSpPr>
        <p:spPr>
          <a:xfrm>
            <a:off x="4028281" y="1020428"/>
            <a:ext cx="11778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2" name="Google Shape;62;p4"/>
          <p:cNvSpPr/>
          <p:nvPr/>
        </p:nvSpPr>
        <p:spPr>
          <a:xfrm>
            <a:off x="5206074" y="2040861"/>
            <a:ext cx="12411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3" name="Google Shape;63;p4"/>
          <p:cNvSpPr/>
          <p:nvPr/>
        </p:nvSpPr>
        <p:spPr>
          <a:xfrm>
            <a:off x="8102075" y="1020429"/>
            <a:ext cx="6099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4" name="Google Shape;64;p4"/>
          <p:cNvSpPr/>
          <p:nvPr/>
        </p:nvSpPr>
        <p:spPr>
          <a:xfrm>
            <a:off x="7291574" y="0"/>
            <a:ext cx="8124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5" name="Google Shape;65;p4"/>
          <p:cNvSpPr/>
          <p:nvPr/>
        </p:nvSpPr>
        <p:spPr>
          <a:xfrm>
            <a:off x="8102080" y="3061475"/>
            <a:ext cx="609900" cy="10428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6" name="Google Shape;66;p4"/>
          <p:cNvSpPr/>
          <p:nvPr/>
        </p:nvSpPr>
        <p:spPr>
          <a:xfrm>
            <a:off x="7291574" y="2040871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7" name="Google Shape;67;p4"/>
          <p:cNvSpPr/>
          <p:nvPr/>
        </p:nvSpPr>
        <p:spPr>
          <a:xfrm>
            <a:off x="7291574" y="1020418"/>
            <a:ext cx="8124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8" name="Google Shape;68;p4"/>
          <p:cNvSpPr/>
          <p:nvPr/>
        </p:nvSpPr>
        <p:spPr>
          <a:xfrm>
            <a:off x="6447262" y="1020429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9" name="Google Shape;69;p4"/>
          <p:cNvSpPr/>
          <p:nvPr/>
        </p:nvSpPr>
        <p:spPr>
          <a:xfrm>
            <a:off x="6447262" y="2040858"/>
            <a:ext cx="8442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0" name="Google Shape;70;p4"/>
          <p:cNvSpPr/>
          <p:nvPr/>
        </p:nvSpPr>
        <p:spPr>
          <a:xfrm>
            <a:off x="6447275" y="3061486"/>
            <a:ext cx="8442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1" name="Google Shape;71;p4"/>
          <p:cNvSpPr/>
          <p:nvPr/>
        </p:nvSpPr>
        <p:spPr>
          <a:xfrm>
            <a:off x="8677575" y="0"/>
            <a:ext cx="466500" cy="1020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2" name="Google Shape;72;p4"/>
          <p:cNvSpPr/>
          <p:nvPr/>
        </p:nvSpPr>
        <p:spPr>
          <a:xfrm>
            <a:off x="8677575" y="2040869"/>
            <a:ext cx="466500" cy="1020600"/>
          </a:xfrm>
          <a:prstGeom prst="snip2DiagRect">
            <a:avLst>
              <a:gd fmla="val 0" name="adj1"/>
              <a:gd fmla="val 3967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3" name="Google Shape;73;p4"/>
          <p:cNvSpPr/>
          <p:nvPr/>
        </p:nvSpPr>
        <p:spPr>
          <a:xfrm>
            <a:off x="8677575" y="1020428"/>
            <a:ext cx="466500" cy="1020600"/>
          </a:xfrm>
          <a:prstGeom prst="snip2DiagRect">
            <a:avLst>
              <a:gd fmla="val 0" name="adj1"/>
              <a:gd fmla="val 48289" name="adj2"/>
            </a:avLst>
          </a:prstGeom>
          <a:solidFill>
            <a:schemeClr val="accen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4" name="Google Shape;74;p4"/>
          <p:cNvSpPr/>
          <p:nvPr/>
        </p:nvSpPr>
        <p:spPr>
          <a:xfrm>
            <a:off x="8677577" y="3061472"/>
            <a:ext cx="466500" cy="10428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75" name="Google Shape;75;p4"/>
          <p:cNvSpPr txBox="1"/>
          <p:nvPr>
            <p:ph type="title"/>
          </p:nvPr>
        </p:nvSpPr>
        <p:spPr>
          <a:xfrm>
            <a:off x="259050" y="367084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56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ustom section header">
  <p:cSld name="BLANK_1">
    <p:bg>
      <p:bgPr>
        <a:solidFill>
          <a:schemeClr val="accent5"/>
        </a:solidFill>
      </p:bgPr>
    </p:bg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5"/>
          <p:cNvGrpSpPr/>
          <p:nvPr/>
        </p:nvGrpSpPr>
        <p:grpSpPr>
          <a:xfrm>
            <a:off x="4895291" y="1377627"/>
            <a:ext cx="4091726" cy="3670806"/>
            <a:chOff x="5223565" y="1672200"/>
            <a:chExt cx="3763198" cy="3376074"/>
          </a:xfrm>
        </p:grpSpPr>
        <p:sp>
          <p:nvSpPr>
            <p:cNvPr id="78" name="Google Shape;78;p5"/>
            <p:cNvSpPr/>
            <p:nvPr/>
          </p:nvSpPr>
          <p:spPr>
            <a:xfrm>
              <a:off x="8597363" y="4658874"/>
              <a:ext cx="389400" cy="389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79" name="Google Shape;79;p5"/>
            <p:cNvSpPr/>
            <p:nvPr/>
          </p:nvSpPr>
          <p:spPr>
            <a:xfrm>
              <a:off x="8221477" y="467476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0" name="Google Shape;80;p5"/>
            <p:cNvSpPr/>
            <p:nvPr/>
          </p:nvSpPr>
          <p:spPr>
            <a:xfrm>
              <a:off x="7827856" y="466875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1" name="Google Shape;81;p5"/>
            <p:cNvSpPr/>
            <p:nvPr/>
          </p:nvSpPr>
          <p:spPr>
            <a:xfrm>
              <a:off x="7434256" y="4656732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2" name="Google Shape;82;p5"/>
            <p:cNvSpPr/>
            <p:nvPr/>
          </p:nvSpPr>
          <p:spPr>
            <a:xfrm>
              <a:off x="7061685" y="4674751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3" name="Google Shape;83;p5"/>
            <p:cNvSpPr/>
            <p:nvPr/>
          </p:nvSpPr>
          <p:spPr>
            <a:xfrm>
              <a:off x="6674992" y="46837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4" name="Google Shape;84;p5"/>
            <p:cNvSpPr/>
            <p:nvPr/>
          </p:nvSpPr>
          <p:spPr>
            <a:xfrm>
              <a:off x="6302724" y="4703118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5" name="Google Shape;85;p5"/>
            <p:cNvSpPr/>
            <p:nvPr/>
          </p:nvSpPr>
          <p:spPr>
            <a:xfrm>
              <a:off x="5931636" y="4719313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6" name="Google Shape;86;p5"/>
            <p:cNvSpPr/>
            <p:nvPr/>
          </p:nvSpPr>
          <p:spPr>
            <a:xfrm>
              <a:off x="5574999" y="4754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7" name="Google Shape;87;p5"/>
            <p:cNvSpPr/>
            <p:nvPr/>
          </p:nvSpPr>
          <p:spPr>
            <a:xfrm>
              <a:off x="5223565" y="4792075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8" name="Google Shape;88;p5"/>
            <p:cNvSpPr/>
            <p:nvPr/>
          </p:nvSpPr>
          <p:spPr>
            <a:xfrm>
              <a:off x="5233309" y="4405993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89" name="Google Shape;89;p5"/>
            <p:cNvSpPr/>
            <p:nvPr/>
          </p:nvSpPr>
          <p:spPr>
            <a:xfrm>
              <a:off x="5255991" y="403107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0" name="Google Shape;90;p5"/>
            <p:cNvSpPr/>
            <p:nvPr/>
          </p:nvSpPr>
          <p:spPr>
            <a:xfrm>
              <a:off x="5577744" y="435924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1" name="Google Shape;91;p5"/>
            <p:cNvSpPr/>
            <p:nvPr/>
          </p:nvSpPr>
          <p:spPr>
            <a:xfrm>
              <a:off x="5597859" y="3989773"/>
              <a:ext cx="128400" cy="128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2" name="Google Shape;92;p5"/>
            <p:cNvSpPr/>
            <p:nvPr/>
          </p:nvSpPr>
          <p:spPr>
            <a:xfrm>
              <a:off x="5617892" y="3617917"/>
              <a:ext cx="88200" cy="8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3" name="Google Shape;93;p5"/>
            <p:cNvSpPr/>
            <p:nvPr/>
          </p:nvSpPr>
          <p:spPr>
            <a:xfrm>
              <a:off x="5640242" y="3256822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4" name="Google Shape;94;p5"/>
            <p:cNvSpPr/>
            <p:nvPr/>
          </p:nvSpPr>
          <p:spPr>
            <a:xfrm>
              <a:off x="5947917" y="43376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5" name="Google Shape;95;p5"/>
            <p:cNvSpPr/>
            <p:nvPr/>
          </p:nvSpPr>
          <p:spPr>
            <a:xfrm>
              <a:off x="5947917" y="3948966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6" name="Google Shape;96;p5"/>
            <p:cNvSpPr/>
            <p:nvPr/>
          </p:nvSpPr>
          <p:spPr>
            <a:xfrm>
              <a:off x="5971017" y="3583374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7" name="Google Shape;97;p5"/>
            <p:cNvSpPr/>
            <p:nvPr/>
          </p:nvSpPr>
          <p:spPr>
            <a:xfrm>
              <a:off x="6000412" y="3213736"/>
              <a:ext cx="120600" cy="1206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8" name="Google Shape;98;p5"/>
            <p:cNvSpPr/>
            <p:nvPr/>
          </p:nvSpPr>
          <p:spPr>
            <a:xfrm>
              <a:off x="6028158" y="284821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99" name="Google Shape;99;p5"/>
            <p:cNvSpPr/>
            <p:nvPr/>
          </p:nvSpPr>
          <p:spPr>
            <a:xfrm>
              <a:off x="6310165" y="4307974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0" name="Google Shape;100;p5"/>
            <p:cNvSpPr/>
            <p:nvPr/>
          </p:nvSpPr>
          <p:spPr>
            <a:xfrm>
              <a:off x="6317617" y="3928525"/>
              <a:ext cx="251100" cy="251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1" name="Google Shape;101;p5"/>
            <p:cNvSpPr/>
            <p:nvPr/>
          </p:nvSpPr>
          <p:spPr>
            <a:xfrm>
              <a:off x="6338017" y="3557025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2" name="Google Shape;102;p5"/>
            <p:cNvSpPr/>
            <p:nvPr/>
          </p:nvSpPr>
          <p:spPr>
            <a:xfrm>
              <a:off x="6353659" y="3174152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3" name="Google Shape;103;p5"/>
            <p:cNvSpPr/>
            <p:nvPr/>
          </p:nvSpPr>
          <p:spPr>
            <a:xfrm>
              <a:off x="6378718" y="2811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4" name="Google Shape;104;p5"/>
            <p:cNvSpPr/>
            <p:nvPr/>
          </p:nvSpPr>
          <p:spPr>
            <a:xfrm>
              <a:off x="6742842" y="2786001"/>
              <a:ext cx="190800" cy="190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5" name="Google Shape;105;p5"/>
            <p:cNvSpPr/>
            <p:nvPr/>
          </p:nvSpPr>
          <p:spPr>
            <a:xfrm>
              <a:off x="6416508" y="2460862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6" name="Google Shape;106;p5"/>
            <p:cNvSpPr/>
            <p:nvPr/>
          </p:nvSpPr>
          <p:spPr>
            <a:xfrm>
              <a:off x="6767893" y="2423048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7" name="Google Shape;107;p5"/>
            <p:cNvSpPr/>
            <p:nvPr/>
          </p:nvSpPr>
          <p:spPr>
            <a:xfrm>
              <a:off x="6818658" y="2063849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8" name="Google Shape;108;p5"/>
            <p:cNvSpPr/>
            <p:nvPr/>
          </p:nvSpPr>
          <p:spPr>
            <a:xfrm>
              <a:off x="6725510" y="316172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09" name="Google Shape;109;p5"/>
            <p:cNvSpPr/>
            <p:nvPr/>
          </p:nvSpPr>
          <p:spPr>
            <a:xfrm>
              <a:off x="6703814" y="353649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0" name="Google Shape;110;p5"/>
            <p:cNvSpPr/>
            <p:nvPr/>
          </p:nvSpPr>
          <p:spPr>
            <a:xfrm>
              <a:off x="6693510" y="391833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1" name="Google Shape;111;p5"/>
            <p:cNvSpPr/>
            <p:nvPr/>
          </p:nvSpPr>
          <p:spPr>
            <a:xfrm>
              <a:off x="6683243" y="4298575"/>
              <a:ext cx="302100" cy="30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2" name="Google Shape;112;p5"/>
            <p:cNvSpPr/>
            <p:nvPr/>
          </p:nvSpPr>
          <p:spPr>
            <a:xfrm>
              <a:off x="7061692" y="4285375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3" name="Google Shape;113;p5"/>
            <p:cNvSpPr/>
            <p:nvPr/>
          </p:nvSpPr>
          <p:spPr>
            <a:xfrm>
              <a:off x="7070692" y="3905000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4" name="Google Shape;114;p5"/>
            <p:cNvSpPr/>
            <p:nvPr/>
          </p:nvSpPr>
          <p:spPr>
            <a:xfrm>
              <a:off x="7085092" y="3528700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5" name="Google Shape;115;p5"/>
            <p:cNvSpPr/>
            <p:nvPr/>
          </p:nvSpPr>
          <p:spPr>
            <a:xfrm>
              <a:off x="7103018" y="3150325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6" name="Google Shape;116;p5"/>
            <p:cNvSpPr/>
            <p:nvPr/>
          </p:nvSpPr>
          <p:spPr>
            <a:xfrm>
              <a:off x="7124313" y="27793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7" name="Google Shape;117;p5"/>
            <p:cNvSpPr/>
            <p:nvPr/>
          </p:nvSpPr>
          <p:spPr>
            <a:xfrm>
              <a:off x="7146044" y="2409955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8" name="Google Shape;118;p5"/>
            <p:cNvSpPr/>
            <p:nvPr/>
          </p:nvSpPr>
          <p:spPr>
            <a:xfrm>
              <a:off x="7186793" y="2052175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19" name="Google Shape;119;p5"/>
            <p:cNvSpPr/>
            <p:nvPr/>
          </p:nvSpPr>
          <p:spPr>
            <a:xfrm>
              <a:off x="7976817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0" name="Google Shape;120;p5"/>
            <p:cNvSpPr/>
            <p:nvPr/>
          </p:nvSpPr>
          <p:spPr>
            <a:xfrm>
              <a:off x="8371192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1" name="Google Shape;121;p5"/>
            <p:cNvSpPr/>
            <p:nvPr/>
          </p:nvSpPr>
          <p:spPr>
            <a:xfrm>
              <a:off x="8764889" y="1672200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2" name="Google Shape;122;p5"/>
            <p:cNvSpPr/>
            <p:nvPr/>
          </p:nvSpPr>
          <p:spPr>
            <a:xfrm>
              <a:off x="7441492" y="427460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3" name="Google Shape;123;p5"/>
            <p:cNvSpPr/>
            <p:nvPr/>
          </p:nvSpPr>
          <p:spPr>
            <a:xfrm>
              <a:off x="7452292" y="3896000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4" name="Google Shape;124;p5"/>
            <p:cNvSpPr/>
            <p:nvPr/>
          </p:nvSpPr>
          <p:spPr>
            <a:xfrm>
              <a:off x="7470292" y="351017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5" name="Google Shape;125;p5"/>
            <p:cNvSpPr/>
            <p:nvPr/>
          </p:nvSpPr>
          <p:spPr>
            <a:xfrm>
              <a:off x="7484692" y="3137725"/>
              <a:ext cx="281700" cy="281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6" name="Google Shape;126;p5"/>
            <p:cNvSpPr/>
            <p:nvPr/>
          </p:nvSpPr>
          <p:spPr>
            <a:xfrm>
              <a:off x="7497293" y="2761300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7" name="Google Shape;127;p5"/>
            <p:cNvSpPr/>
            <p:nvPr/>
          </p:nvSpPr>
          <p:spPr>
            <a:xfrm>
              <a:off x="7515288" y="2386708"/>
              <a:ext cx="220500" cy="22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8" name="Google Shape;128;p5"/>
            <p:cNvSpPr/>
            <p:nvPr/>
          </p:nvSpPr>
          <p:spPr>
            <a:xfrm>
              <a:off x="7564468" y="2035826"/>
              <a:ext cx="140700" cy="140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29" name="Google Shape;129;p5"/>
            <p:cNvSpPr/>
            <p:nvPr/>
          </p:nvSpPr>
          <p:spPr>
            <a:xfrm>
              <a:off x="7828801" y="4272511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0" name="Google Shape;130;p5"/>
            <p:cNvSpPr/>
            <p:nvPr/>
          </p:nvSpPr>
          <p:spPr>
            <a:xfrm>
              <a:off x="7835067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1" name="Google Shape;131;p5"/>
            <p:cNvSpPr/>
            <p:nvPr/>
          </p:nvSpPr>
          <p:spPr>
            <a:xfrm>
              <a:off x="7850970" y="3509478"/>
              <a:ext cx="328500" cy="328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2" name="Google Shape;132;p5"/>
            <p:cNvSpPr/>
            <p:nvPr/>
          </p:nvSpPr>
          <p:spPr>
            <a:xfrm>
              <a:off x="78599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3" name="Google Shape;133;p5"/>
            <p:cNvSpPr/>
            <p:nvPr/>
          </p:nvSpPr>
          <p:spPr>
            <a:xfrm>
              <a:off x="7886401" y="2761299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4" name="Google Shape;134;p5"/>
            <p:cNvSpPr/>
            <p:nvPr/>
          </p:nvSpPr>
          <p:spPr>
            <a:xfrm>
              <a:off x="7904067" y="2376550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5" name="Google Shape;135;p5"/>
            <p:cNvSpPr/>
            <p:nvPr/>
          </p:nvSpPr>
          <p:spPr>
            <a:xfrm>
              <a:off x="7944867" y="2030125"/>
              <a:ext cx="152100" cy="152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6" name="Google Shape;136;p5"/>
            <p:cNvSpPr/>
            <p:nvPr/>
          </p:nvSpPr>
          <p:spPr>
            <a:xfrm>
              <a:off x="8330538" y="2030125"/>
              <a:ext cx="164100" cy="164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7" name="Google Shape;137;p5"/>
            <p:cNvSpPr/>
            <p:nvPr/>
          </p:nvSpPr>
          <p:spPr>
            <a:xfrm>
              <a:off x="8717639" y="2025398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8" name="Google Shape;138;p5"/>
            <p:cNvSpPr/>
            <p:nvPr/>
          </p:nvSpPr>
          <p:spPr>
            <a:xfrm>
              <a:off x="8298197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39" name="Google Shape;139;p5"/>
            <p:cNvSpPr/>
            <p:nvPr/>
          </p:nvSpPr>
          <p:spPr>
            <a:xfrm>
              <a:off x="8691644" y="2383915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0" name="Google Shape;140;p5"/>
            <p:cNvSpPr/>
            <p:nvPr/>
          </p:nvSpPr>
          <p:spPr>
            <a:xfrm>
              <a:off x="827387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1" name="Google Shape;141;p5"/>
            <p:cNvSpPr/>
            <p:nvPr/>
          </p:nvSpPr>
          <p:spPr>
            <a:xfrm>
              <a:off x="8662489" y="2760682"/>
              <a:ext cx="266100" cy="266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2" name="Google Shape;142;p5"/>
            <p:cNvSpPr/>
            <p:nvPr/>
          </p:nvSpPr>
          <p:spPr>
            <a:xfrm>
              <a:off x="8248467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3" name="Google Shape;143;p5"/>
            <p:cNvSpPr/>
            <p:nvPr/>
          </p:nvSpPr>
          <p:spPr>
            <a:xfrm>
              <a:off x="8649389" y="3123325"/>
              <a:ext cx="310500" cy="310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4" name="Google Shape;144;p5"/>
            <p:cNvSpPr/>
            <p:nvPr/>
          </p:nvSpPr>
          <p:spPr>
            <a:xfrm>
              <a:off x="8228667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5" name="Google Shape;145;p5"/>
            <p:cNvSpPr/>
            <p:nvPr/>
          </p:nvSpPr>
          <p:spPr>
            <a:xfrm>
              <a:off x="8620488" y="3498675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6" name="Google Shape;146;p5"/>
            <p:cNvSpPr/>
            <p:nvPr/>
          </p:nvSpPr>
          <p:spPr>
            <a:xfrm>
              <a:off x="822520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7" name="Google Shape;147;p5"/>
            <p:cNvSpPr/>
            <p:nvPr/>
          </p:nvSpPr>
          <p:spPr>
            <a:xfrm>
              <a:off x="8616393" y="3890650"/>
              <a:ext cx="350100" cy="350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8" name="Google Shape;148;p5"/>
            <p:cNvSpPr/>
            <p:nvPr/>
          </p:nvSpPr>
          <p:spPr>
            <a:xfrm>
              <a:off x="8217728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49" name="Google Shape;149;p5"/>
            <p:cNvSpPr/>
            <p:nvPr/>
          </p:nvSpPr>
          <p:spPr>
            <a:xfrm>
              <a:off x="8605974" y="4274243"/>
              <a:ext cx="364500" cy="364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grpSp>
        <p:nvGrpSpPr>
          <p:cNvPr id="150" name="Google Shape;150;p5"/>
          <p:cNvGrpSpPr/>
          <p:nvPr/>
        </p:nvGrpSpPr>
        <p:grpSpPr>
          <a:xfrm>
            <a:off x="142078" y="79823"/>
            <a:ext cx="2140834" cy="1767927"/>
            <a:chOff x="142083" y="79814"/>
            <a:chExt cx="1831025" cy="1512212"/>
          </a:xfrm>
        </p:grpSpPr>
        <p:sp>
          <p:nvSpPr>
            <p:cNvPr id="151" name="Google Shape;151;p5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2" name="Google Shape;152;p5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3" name="Google Shape;153;p5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4" name="Google Shape;154;p5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5" name="Google Shape;155;p5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6" name="Google Shape;156;p5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7" name="Google Shape;157;p5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8" name="Google Shape;158;p5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59" name="Google Shape;159;p5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0" name="Google Shape;160;p5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1" name="Google Shape;161;p5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2" name="Google Shape;162;p5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3" name="Google Shape;163;p5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4" name="Google Shape;164;p5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5" name="Google Shape;165;p5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6" name="Google Shape;166;p5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7" name="Google Shape;167;p5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8" name="Google Shape;168;p5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69" name="Google Shape;169;p5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0" name="Google Shape;170;p5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1" name="Google Shape;171;p5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2" name="Google Shape;172;p5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3" name="Google Shape;173;p5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174" name="Google Shape;174;p5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dk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175" name="Google Shape;175;p5"/>
          <p:cNvSpPr txBox="1"/>
          <p:nvPr>
            <p:ph type="title"/>
          </p:nvPr>
        </p:nvSpPr>
        <p:spPr>
          <a:xfrm>
            <a:off x="228600" y="216039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176" name="Google Shape;176;p5"/>
          <p:cNvSpPr txBox="1"/>
          <p:nvPr>
            <p:ph idx="1" type="subTitle"/>
          </p:nvPr>
        </p:nvSpPr>
        <p:spPr>
          <a:xfrm>
            <a:off x="228600" y="2800192"/>
            <a:ext cx="49167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1">
  <p:cSld name="CUSTOM">
    <p:spTree>
      <p:nvGrpSpPr>
        <p:cNvPr id="177" name="Shape 1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8" name="Google Shape;178;p6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79" name="Google Shape;179;p6"/>
          <p:cNvSpPr/>
          <p:nvPr>
            <p:ph idx="2" type="pic"/>
          </p:nvPr>
        </p:nvSpPr>
        <p:spPr>
          <a:xfrm>
            <a:off x="22842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0" name="Google Shape;180;p6"/>
          <p:cNvSpPr/>
          <p:nvPr>
            <p:ph idx="3" type="pic"/>
          </p:nvPr>
        </p:nvSpPr>
        <p:spPr>
          <a:xfrm>
            <a:off x="2036775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1" name="Google Shape;181;p6"/>
          <p:cNvSpPr/>
          <p:nvPr>
            <p:ph idx="4" type="pic"/>
          </p:nvPr>
        </p:nvSpPr>
        <p:spPr>
          <a:xfrm>
            <a:off x="3844088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2" name="Google Shape;182;p6"/>
          <p:cNvSpPr/>
          <p:nvPr>
            <p:ph idx="5" type="pic"/>
          </p:nvPr>
        </p:nvSpPr>
        <p:spPr>
          <a:xfrm>
            <a:off x="565551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3" name="Google Shape;183;p6"/>
          <p:cNvSpPr/>
          <p:nvPr>
            <p:ph idx="6" type="pic"/>
          </p:nvPr>
        </p:nvSpPr>
        <p:spPr>
          <a:xfrm>
            <a:off x="7470863" y="1804150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184" name="Google Shape;184;p6"/>
          <p:cNvSpPr txBox="1"/>
          <p:nvPr>
            <p:ph idx="1" type="subTitle"/>
          </p:nvPr>
        </p:nvSpPr>
        <p:spPr>
          <a:xfrm>
            <a:off x="32670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5" name="Google Shape;185;p6"/>
          <p:cNvSpPr txBox="1"/>
          <p:nvPr>
            <p:ph idx="7" type="subTitle"/>
          </p:nvPr>
        </p:nvSpPr>
        <p:spPr>
          <a:xfrm>
            <a:off x="32670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86" name="Google Shape;186;p6"/>
          <p:cNvSpPr txBox="1"/>
          <p:nvPr>
            <p:ph idx="8" type="subTitle"/>
          </p:nvPr>
        </p:nvSpPr>
        <p:spPr>
          <a:xfrm>
            <a:off x="2131863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7" name="Google Shape;187;p6"/>
          <p:cNvSpPr txBox="1"/>
          <p:nvPr>
            <p:ph idx="9" type="subTitle"/>
          </p:nvPr>
        </p:nvSpPr>
        <p:spPr>
          <a:xfrm>
            <a:off x="2131863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88" name="Google Shape;188;p6"/>
          <p:cNvSpPr txBox="1"/>
          <p:nvPr>
            <p:ph idx="13" type="subTitle"/>
          </p:nvPr>
        </p:nvSpPr>
        <p:spPr>
          <a:xfrm>
            <a:off x="3945850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89" name="Google Shape;189;p6"/>
          <p:cNvSpPr txBox="1"/>
          <p:nvPr>
            <p:ph idx="14" type="subTitle"/>
          </p:nvPr>
        </p:nvSpPr>
        <p:spPr>
          <a:xfrm>
            <a:off x="3945850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90" name="Google Shape;190;p6"/>
          <p:cNvSpPr txBox="1"/>
          <p:nvPr>
            <p:ph idx="15" type="subTitle"/>
          </p:nvPr>
        </p:nvSpPr>
        <p:spPr>
          <a:xfrm>
            <a:off x="575346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1" name="Google Shape;191;p6"/>
          <p:cNvSpPr txBox="1"/>
          <p:nvPr>
            <p:ph idx="16" type="subTitle"/>
          </p:nvPr>
        </p:nvSpPr>
        <p:spPr>
          <a:xfrm>
            <a:off x="575346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192" name="Google Shape;192;p6"/>
          <p:cNvSpPr txBox="1"/>
          <p:nvPr>
            <p:ph idx="17" type="subTitle"/>
          </p:nvPr>
        </p:nvSpPr>
        <p:spPr>
          <a:xfrm>
            <a:off x="7569712" y="348265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193" name="Google Shape;193;p6"/>
          <p:cNvSpPr txBox="1"/>
          <p:nvPr>
            <p:ph idx="18" type="subTitle"/>
          </p:nvPr>
        </p:nvSpPr>
        <p:spPr>
          <a:xfrm>
            <a:off x="7569712" y="3803650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eet the team 2">
  <p:cSld name="CUSTOM_1"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p7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196" name="Google Shape;196;p7"/>
          <p:cNvSpPr/>
          <p:nvPr/>
        </p:nvSpPr>
        <p:spPr>
          <a:xfrm>
            <a:off x="4898537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7" name="Google Shape;197;p7"/>
          <p:cNvSpPr/>
          <p:nvPr/>
        </p:nvSpPr>
        <p:spPr>
          <a:xfrm>
            <a:off x="5962868" y="6100"/>
            <a:ext cx="2115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8" name="Google Shape;198;p7"/>
          <p:cNvSpPr/>
          <p:nvPr/>
        </p:nvSpPr>
        <p:spPr>
          <a:xfrm>
            <a:off x="8077928" y="6100"/>
            <a:ext cx="10590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199" name="Google Shape;199;p7"/>
          <p:cNvSpPr/>
          <p:nvPr/>
        </p:nvSpPr>
        <p:spPr>
          <a:xfrm>
            <a:off x="3063300" y="6100"/>
            <a:ext cx="1835400" cy="950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00" name="Google Shape;200;p7"/>
          <p:cNvSpPr/>
          <p:nvPr>
            <p:ph idx="2" type="pic"/>
          </p:nvPr>
        </p:nvSpPr>
        <p:spPr>
          <a:xfrm>
            <a:off x="228425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1" name="Google Shape;201;p7"/>
          <p:cNvSpPr/>
          <p:nvPr>
            <p:ph idx="3" type="pic"/>
          </p:nvPr>
        </p:nvSpPr>
        <p:spPr>
          <a:xfrm>
            <a:off x="203908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2" name="Google Shape;202;p7"/>
          <p:cNvSpPr/>
          <p:nvPr>
            <p:ph idx="4" type="pic"/>
          </p:nvPr>
        </p:nvSpPr>
        <p:spPr>
          <a:xfrm>
            <a:off x="3849663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3" name="Google Shape;203;p7"/>
          <p:cNvSpPr/>
          <p:nvPr>
            <p:ph idx="5" type="pic"/>
          </p:nvPr>
        </p:nvSpPr>
        <p:spPr>
          <a:xfrm>
            <a:off x="56602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4" name="Google Shape;204;p7"/>
          <p:cNvSpPr/>
          <p:nvPr>
            <p:ph idx="6" type="pic"/>
          </p:nvPr>
        </p:nvSpPr>
        <p:spPr>
          <a:xfrm>
            <a:off x="7470738" y="1992125"/>
            <a:ext cx="1444500" cy="1451400"/>
          </a:xfrm>
          <a:prstGeom prst="rect">
            <a:avLst/>
          </a:prstGeom>
          <a:noFill/>
          <a:ln>
            <a:noFill/>
          </a:ln>
        </p:spPr>
      </p:sp>
      <p:sp>
        <p:nvSpPr>
          <p:cNvPr id="205" name="Google Shape;205;p7"/>
          <p:cNvSpPr txBox="1"/>
          <p:nvPr>
            <p:ph idx="1" type="subTitle"/>
          </p:nvPr>
        </p:nvSpPr>
        <p:spPr>
          <a:xfrm>
            <a:off x="326700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6" name="Google Shape;206;p7"/>
          <p:cNvSpPr txBox="1"/>
          <p:nvPr>
            <p:ph idx="7" type="subTitle"/>
          </p:nvPr>
        </p:nvSpPr>
        <p:spPr>
          <a:xfrm>
            <a:off x="326700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07" name="Google Shape;207;p7"/>
          <p:cNvSpPr txBox="1"/>
          <p:nvPr>
            <p:ph idx="8" type="subTitle"/>
          </p:nvPr>
        </p:nvSpPr>
        <p:spPr>
          <a:xfrm>
            <a:off x="21251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08" name="Google Shape;208;p7"/>
          <p:cNvSpPr txBox="1"/>
          <p:nvPr>
            <p:ph idx="9" type="subTitle"/>
          </p:nvPr>
        </p:nvSpPr>
        <p:spPr>
          <a:xfrm>
            <a:off x="21251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09" name="Google Shape;209;p7"/>
          <p:cNvSpPr txBox="1"/>
          <p:nvPr>
            <p:ph idx="13" type="subTitle"/>
          </p:nvPr>
        </p:nvSpPr>
        <p:spPr>
          <a:xfrm>
            <a:off x="393566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0" name="Google Shape;210;p7"/>
          <p:cNvSpPr txBox="1"/>
          <p:nvPr>
            <p:ph idx="14" type="subTitle"/>
          </p:nvPr>
        </p:nvSpPr>
        <p:spPr>
          <a:xfrm>
            <a:off x="393566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1" name="Google Shape;211;p7"/>
          <p:cNvSpPr txBox="1"/>
          <p:nvPr>
            <p:ph idx="15" type="subTitle"/>
          </p:nvPr>
        </p:nvSpPr>
        <p:spPr>
          <a:xfrm>
            <a:off x="5746188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2" name="Google Shape;212;p7"/>
          <p:cNvSpPr txBox="1"/>
          <p:nvPr>
            <p:ph idx="16" type="subTitle"/>
          </p:nvPr>
        </p:nvSpPr>
        <p:spPr>
          <a:xfrm>
            <a:off x="5746188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3" name="Google Shape;213;p7"/>
          <p:cNvSpPr txBox="1"/>
          <p:nvPr>
            <p:ph idx="17" type="subTitle"/>
          </p:nvPr>
        </p:nvSpPr>
        <p:spPr>
          <a:xfrm>
            <a:off x="7556713" y="1279442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"/>
              <a:buNone/>
              <a:defRPr b="1" sz="10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14" name="Google Shape;214;p7"/>
          <p:cNvSpPr txBox="1"/>
          <p:nvPr>
            <p:ph idx="18" type="subTitle"/>
          </p:nvPr>
        </p:nvSpPr>
        <p:spPr>
          <a:xfrm>
            <a:off x="7556713" y="1600442"/>
            <a:ext cx="1272600" cy="233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None/>
              <a:defRPr sz="8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15" name="Google Shape;215;p7"/>
          <p:cNvSpPr txBox="1"/>
          <p:nvPr>
            <p:ph idx="19" type="body"/>
          </p:nvPr>
        </p:nvSpPr>
        <p:spPr>
          <a:xfrm>
            <a:off x="2286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6" name="Google Shape;216;p7"/>
          <p:cNvSpPr txBox="1"/>
          <p:nvPr>
            <p:ph idx="20" type="body"/>
          </p:nvPr>
        </p:nvSpPr>
        <p:spPr>
          <a:xfrm>
            <a:off x="203910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7" name="Google Shape;217;p7"/>
          <p:cNvSpPr txBox="1"/>
          <p:nvPr>
            <p:ph idx="21" type="body"/>
          </p:nvPr>
        </p:nvSpPr>
        <p:spPr>
          <a:xfrm>
            <a:off x="384952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1pPr>
            <a:lvl2pPr indent="-27940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2pPr>
            <a:lvl3pPr indent="-27940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3pPr>
            <a:lvl4pPr indent="-27940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4pPr>
            <a:lvl5pPr indent="-27940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5pPr>
            <a:lvl6pPr indent="-27940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6pPr>
            <a:lvl7pPr indent="-27940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●"/>
              <a:defRPr sz="800"/>
            </a:lvl7pPr>
            <a:lvl8pPr indent="-27940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○"/>
              <a:defRPr sz="800"/>
            </a:lvl8pPr>
            <a:lvl9pPr indent="-27940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00"/>
              <a:buChar char="■"/>
              <a:defRPr sz="800"/>
            </a:lvl9pPr>
          </a:lstStyle>
          <a:p/>
        </p:txBody>
      </p:sp>
      <p:sp>
        <p:nvSpPr>
          <p:cNvPr id="218" name="Google Shape;218;p7"/>
          <p:cNvSpPr txBox="1"/>
          <p:nvPr>
            <p:ph idx="22" type="body"/>
          </p:nvPr>
        </p:nvSpPr>
        <p:spPr>
          <a:xfrm>
            <a:off x="5659950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19" name="Google Shape;219;p7"/>
          <p:cNvSpPr txBox="1"/>
          <p:nvPr>
            <p:ph idx="23" type="body"/>
          </p:nvPr>
        </p:nvSpPr>
        <p:spPr>
          <a:xfrm>
            <a:off x="7470375" y="3618600"/>
            <a:ext cx="1444500" cy="10650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>
  <p:cSld name="BLANK_1_1_1_1"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8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blocks">
  <p:cSld name="BLANK_1_1_1_1_3"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p9"/>
          <p:cNvSpPr txBox="1"/>
          <p:nvPr>
            <p:ph idx="1" type="subTitle"/>
          </p:nvPr>
        </p:nvSpPr>
        <p:spPr>
          <a:xfrm>
            <a:off x="424600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4" name="Google Shape;224;p9"/>
          <p:cNvSpPr txBox="1"/>
          <p:nvPr>
            <p:ph idx="2" type="body"/>
          </p:nvPr>
        </p:nvSpPr>
        <p:spPr>
          <a:xfrm>
            <a:off x="424600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5" name="Google Shape;225;p9"/>
          <p:cNvSpPr txBox="1"/>
          <p:nvPr>
            <p:ph idx="3" type="subTitle"/>
          </p:nvPr>
        </p:nvSpPr>
        <p:spPr>
          <a:xfrm>
            <a:off x="3329688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6" name="Google Shape;226;p9"/>
          <p:cNvSpPr txBox="1"/>
          <p:nvPr>
            <p:ph idx="4" type="body"/>
          </p:nvPr>
        </p:nvSpPr>
        <p:spPr>
          <a:xfrm>
            <a:off x="3329688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7" name="Google Shape;227;p9"/>
          <p:cNvSpPr txBox="1"/>
          <p:nvPr>
            <p:ph idx="5" type="subTitle"/>
          </p:nvPr>
        </p:nvSpPr>
        <p:spPr>
          <a:xfrm>
            <a:off x="6237091" y="1730976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28" name="Google Shape;228;p9"/>
          <p:cNvSpPr txBox="1"/>
          <p:nvPr>
            <p:ph idx="6" type="body"/>
          </p:nvPr>
        </p:nvSpPr>
        <p:spPr>
          <a:xfrm>
            <a:off x="6237091" y="1984850"/>
            <a:ext cx="2466300" cy="959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29" name="Google Shape;229;p9"/>
          <p:cNvSpPr txBox="1"/>
          <p:nvPr>
            <p:ph type="title"/>
          </p:nvPr>
        </p:nvSpPr>
        <p:spPr>
          <a:xfrm>
            <a:off x="228600" y="420025"/>
            <a:ext cx="481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30" name="Google Shape;230;p9"/>
          <p:cNvSpPr txBox="1"/>
          <p:nvPr>
            <p:ph idx="7" type="subTitle"/>
          </p:nvPr>
        </p:nvSpPr>
        <p:spPr>
          <a:xfrm>
            <a:off x="424600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1" name="Google Shape;231;p9"/>
          <p:cNvSpPr txBox="1"/>
          <p:nvPr>
            <p:ph idx="8" type="body"/>
          </p:nvPr>
        </p:nvSpPr>
        <p:spPr>
          <a:xfrm>
            <a:off x="424600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232" name="Google Shape;232;p9"/>
          <p:cNvSpPr txBox="1"/>
          <p:nvPr>
            <p:ph idx="9" type="subTitle"/>
          </p:nvPr>
        </p:nvSpPr>
        <p:spPr>
          <a:xfrm>
            <a:off x="4815675" y="3474395"/>
            <a:ext cx="2484300" cy="1983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33" name="Google Shape;233;p9"/>
          <p:cNvSpPr txBox="1"/>
          <p:nvPr>
            <p:ph idx="13" type="body"/>
          </p:nvPr>
        </p:nvSpPr>
        <p:spPr>
          <a:xfrm>
            <a:off x="4815675" y="3724325"/>
            <a:ext cx="3718800" cy="414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eatures">
  <p:cSld name="BLANK_1_1_1_1_2">
    <p:spTree>
      <p:nvGrpSpPr>
        <p:cNvPr id="234" name="Shape 2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5" name="Google Shape;235;p10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36" name="Google Shape;236;p10"/>
          <p:cNvSpPr/>
          <p:nvPr>
            <p:ph idx="2" type="pic"/>
          </p:nvPr>
        </p:nvSpPr>
        <p:spPr>
          <a:xfrm>
            <a:off x="1446025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37" name="Google Shape;237;p10"/>
          <p:cNvSpPr/>
          <p:nvPr>
            <p:ph idx="3" type="pic"/>
          </p:nvPr>
        </p:nvSpPr>
        <p:spPr>
          <a:xfrm>
            <a:off x="6526650" y="1291825"/>
            <a:ext cx="1232400" cy="1283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38" name="Google Shape;238;p10"/>
          <p:cNvSpPr/>
          <p:nvPr>
            <p:ph idx="4" type="pic"/>
          </p:nvPr>
        </p:nvSpPr>
        <p:spPr>
          <a:xfrm>
            <a:off x="3982125" y="2570200"/>
            <a:ext cx="1232400" cy="1292100"/>
          </a:xfrm>
          <a:prstGeom prst="snip1Rect">
            <a:avLst>
              <a:gd fmla="val 44296" name="adj"/>
            </a:avLst>
          </a:prstGeom>
          <a:noFill/>
          <a:ln>
            <a:noFill/>
          </a:ln>
        </p:spPr>
      </p:sp>
      <p:sp>
        <p:nvSpPr>
          <p:cNvPr id="239" name="Google Shape;239;p10"/>
          <p:cNvSpPr txBox="1"/>
          <p:nvPr>
            <p:ph idx="1" type="subTitle"/>
          </p:nvPr>
        </p:nvSpPr>
        <p:spPr>
          <a:xfrm>
            <a:off x="228477" y="266742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40" name="Google Shape;240;p10"/>
          <p:cNvSpPr txBox="1"/>
          <p:nvPr>
            <p:ph idx="5" type="subTitle"/>
          </p:nvPr>
        </p:nvSpPr>
        <p:spPr>
          <a:xfrm>
            <a:off x="228475" y="3167625"/>
            <a:ext cx="2195100" cy="6903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41" name="Google Shape;241;p10"/>
          <p:cNvSpPr txBox="1"/>
          <p:nvPr>
            <p:ph idx="6" type="subTitle"/>
          </p:nvPr>
        </p:nvSpPr>
        <p:spPr>
          <a:xfrm>
            <a:off x="2833342" y="3971788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200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42" name="Google Shape;242;p10"/>
          <p:cNvSpPr txBox="1"/>
          <p:nvPr>
            <p:ph idx="7" type="subTitle"/>
          </p:nvPr>
        </p:nvSpPr>
        <p:spPr>
          <a:xfrm>
            <a:off x="2833350" y="4471996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43" name="Google Shape;243;p10"/>
          <p:cNvSpPr txBox="1"/>
          <p:nvPr>
            <p:ph idx="8" type="subTitle"/>
          </p:nvPr>
        </p:nvSpPr>
        <p:spPr>
          <a:xfrm>
            <a:off x="5382242" y="2686145"/>
            <a:ext cx="19473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b="1" sz="12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44" name="Google Shape;244;p10"/>
          <p:cNvSpPr txBox="1"/>
          <p:nvPr>
            <p:ph idx="9" type="subTitle"/>
          </p:nvPr>
        </p:nvSpPr>
        <p:spPr>
          <a:xfrm>
            <a:off x="5382250" y="3186352"/>
            <a:ext cx="2195100" cy="440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9pPr>
          </a:lstStyle>
          <a:p/>
        </p:txBody>
      </p:sp>
      <p:sp>
        <p:nvSpPr>
          <p:cNvPr id="245" name="Google Shape;245;p10"/>
          <p:cNvSpPr txBox="1"/>
          <p:nvPr>
            <p:ph idx="13" type="subTitle"/>
          </p:nvPr>
        </p:nvSpPr>
        <p:spPr>
          <a:xfrm>
            <a:off x="2418550" y="2576525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6" name="Google Shape;246;p10"/>
          <p:cNvSpPr txBox="1"/>
          <p:nvPr>
            <p:ph idx="14" type="subTitle"/>
          </p:nvPr>
        </p:nvSpPr>
        <p:spPr>
          <a:xfrm>
            <a:off x="4958025" y="3866186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247" name="Google Shape;247;p10"/>
          <p:cNvSpPr txBox="1"/>
          <p:nvPr>
            <p:ph idx="15" type="subTitle"/>
          </p:nvPr>
        </p:nvSpPr>
        <p:spPr>
          <a:xfrm>
            <a:off x="7502550" y="2578054"/>
            <a:ext cx="256500" cy="275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500"/>
              <a:buFont typeface="Red Hat Display Medium"/>
              <a:buNone/>
              <a:defRPr sz="500">
                <a:solidFill>
                  <a:schemeClr val="dk1"/>
                </a:solidFill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ed Hat Display"/>
              <a:buNone/>
              <a:defRPr sz="1200">
                <a:solidFill>
                  <a:schemeClr val="dk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cards">
  <p:cSld name="CUSTOM_2"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9" name="Google Shape;249;p11"/>
          <p:cNvPicPr preferRelativeResize="0"/>
          <p:nvPr/>
        </p:nvPicPr>
        <p:blipFill rotWithShape="1">
          <a:blip r:embed="rId2">
            <a:alphaModFix/>
          </a:blip>
          <a:srcRect b="7467" l="0" r="17931" t="6703"/>
          <a:stretch/>
        </p:blipFill>
        <p:spPr>
          <a:xfrm>
            <a:off x="5425450" y="0"/>
            <a:ext cx="3718549" cy="4097924"/>
          </a:xfrm>
          <a:prstGeom prst="rect">
            <a:avLst/>
          </a:prstGeom>
          <a:noFill/>
          <a:ln>
            <a:noFill/>
          </a:ln>
        </p:spPr>
      </p:pic>
      <p:sp>
        <p:nvSpPr>
          <p:cNvPr id="250" name="Google Shape;250;p11"/>
          <p:cNvSpPr txBox="1"/>
          <p:nvPr>
            <p:ph type="title"/>
          </p:nvPr>
        </p:nvSpPr>
        <p:spPr>
          <a:xfrm>
            <a:off x="228600" y="420017"/>
            <a:ext cx="6480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51" name="Google Shape;251;p11"/>
          <p:cNvSpPr txBox="1"/>
          <p:nvPr>
            <p:ph idx="1" type="subTitle"/>
          </p:nvPr>
        </p:nvSpPr>
        <p:spPr>
          <a:xfrm>
            <a:off x="5405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2" name="Google Shape;252;p11"/>
          <p:cNvSpPr txBox="1"/>
          <p:nvPr>
            <p:ph idx="2" type="subTitle"/>
          </p:nvPr>
        </p:nvSpPr>
        <p:spPr>
          <a:xfrm>
            <a:off x="5405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3" name="Google Shape;253;p11"/>
          <p:cNvSpPr txBox="1"/>
          <p:nvPr>
            <p:ph idx="3" type="subTitle"/>
          </p:nvPr>
        </p:nvSpPr>
        <p:spPr>
          <a:xfrm>
            <a:off x="346657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4" name="Google Shape;254;p11"/>
          <p:cNvSpPr txBox="1"/>
          <p:nvPr>
            <p:ph idx="4" type="subTitle"/>
          </p:nvPr>
        </p:nvSpPr>
        <p:spPr>
          <a:xfrm>
            <a:off x="346657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5" name="Google Shape;255;p11"/>
          <p:cNvSpPr txBox="1"/>
          <p:nvPr>
            <p:ph idx="5" type="subTitle"/>
          </p:nvPr>
        </p:nvSpPr>
        <p:spPr>
          <a:xfrm>
            <a:off x="63926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256" name="Google Shape;256;p11"/>
          <p:cNvSpPr txBox="1"/>
          <p:nvPr>
            <p:ph idx="6" type="subTitle"/>
          </p:nvPr>
        </p:nvSpPr>
        <p:spPr>
          <a:xfrm>
            <a:off x="6392625" y="2628017"/>
            <a:ext cx="2199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w/ 3 ideas">
  <p:cSld name="CUSTOM_3">
    <p:spTree>
      <p:nvGrpSpPr>
        <p:cNvPr id="257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8" name="Google Shape;258;p12"/>
          <p:cNvPicPr preferRelativeResize="0"/>
          <p:nvPr/>
        </p:nvPicPr>
        <p:blipFill rotWithShape="1">
          <a:blip r:embed="rId2">
            <a:alphaModFix/>
          </a:blip>
          <a:srcRect b="15068" l="14900" r="18070" t="15235"/>
          <a:stretch/>
        </p:blipFill>
        <p:spPr>
          <a:xfrm>
            <a:off x="2750850" y="1538351"/>
            <a:ext cx="1791900" cy="2175997"/>
          </a:xfrm>
          <a:prstGeom prst="rect">
            <a:avLst/>
          </a:prstGeom>
          <a:noFill/>
          <a:ln>
            <a:noFill/>
          </a:ln>
        </p:spPr>
      </p:pic>
      <p:sp>
        <p:nvSpPr>
          <p:cNvPr id="259" name="Google Shape;259;p12"/>
          <p:cNvSpPr/>
          <p:nvPr/>
        </p:nvSpPr>
        <p:spPr>
          <a:xfrm rot="10800000">
            <a:off x="2020350" y="3151875"/>
            <a:ext cx="2509500" cy="1216800"/>
          </a:xfrm>
          <a:prstGeom prst="roundRect">
            <a:avLst>
              <a:gd fmla="val 0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7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60" name="Google Shape;260;p12"/>
          <p:cNvSpPr txBox="1"/>
          <p:nvPr>
            <p:ph type="title"/>
          </p:nvPr>
        </p:nvSpPr>
        <p:spPr>
          <a:xfrm>
            <a:off x="228600" y="420025"/>
            <a:ext cx="42963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61" name="Google Shape;261;p12"/>
          <p:cNvSpPr/>
          <p:nvPr>
            <p:ph idx="2" type="pic"/>
          </p:nvPr>
        </p:nvSpPr>
        <p:spPr>
          <a:xfrm>
            <a:off x="228425" y="2450950"/>
            <a:ext cx="1791900" cy="1917600"/>
          </a:xfrm>
          <a:prstGeom prst="rect">
            <a:avLst/>
          </a:prstGeom>
          <a:noFill/>
          <a:ln>
            <a:noFill/>
          </a:ln>
        </p:spPr>
      </p:sp>
      <p:sp>
        <p:nvSpPr>
          <p:cNvPr id="262" name="Google Shape;262;p12"/>
          <p:cNvSpPr txBox="1"/>
          <p:nvPr>
            <p:ph idx="1" type="subTitle"/>
          </p:nvPr>
        </p:nvSpPr>
        <p:spPr>
          <a:xfrm>
            <a:off x="2150204" y="3212736"/>
            <a:ext cx="16365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None/>
              <a:defRPr b="1"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63" name="Google Shape;263;p12"/>
          <p:cNvSpPr txBox="1"/>
          <p:nvPr>
            <p:ph idx="3" type="subTitle"/>
          </p:nvPr>
        </p:nvSpPr>
        <p:spPr>
          <a:xfrm>
            <a:off x="2150200" y="3668125"/>
            <a:ext cx="22611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64" name="Google Shape;264;p12"/>
          <p:cNvSpPr txBox="1"/>
          <p:nvPr>
            <p:ph idx="4" type="subTitle"/>
          </p:nvPr>
        </p:nvSpPr>
        <p:spPr>
          <a:xfrm>
            <a:off x="6122828" y="399200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65" name="Google Shape;265;p12"/>
          <p:cNvSpPr txBox="1"/>
          <p:nvPr>
            <p:ph idx="5" type="subTitle"/>
          </p:nvPr>
        </p:nvSpPr>
        <p:spPr>
          <a:xfrm>
            <a:off x="6122827" y="837400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66" name="Google Shape;266;p12"/>
          <p:cNvSpPr txBox="1"/>
          <p:nvPr>
            <p:ph idx="6" type="subTitle"/>
          </p:nvPr>
        </p:nvSpPr>
        <p:spPr>
          <a:xfrm>
            <a:off x="6122828" y="1964891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67" name="Google Shape;267;p12"/>
          <p:cNvSpPr txBox="1"/>
          <p:nvPr>
            <p:ph idx="7" type="subTitle"/>
          </p:nvPr>
        </p:nvSpPr>
        <p:spPr>
          <a:xfrm>
            <a:off x="6122827" y="2403091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68" name="Google Shape;268;p12"/>
          <p:cNvSpPr txBox="1"/>
          <p:nvPr>
            <p:ph idx="8" type="subTitle"/>
          </p:nvPr>
        </p:nvSpPr>
        <p:spPr>
          <a:xfrm>
            <a:off x="6122828" y="3532866"/>
            <a:ext cx="27927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b="1"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69" name="Google Shape;269;p12"/>
          <p:cNvSpPr txBox="1"/>
          <p:nvPr>
            <p:ph idx="9" type="subTitle"/>
          </p:nvPr>
        </p:nvSpPr>
        <p:spPr>
          <a:xfrm>
            <a:off x="6122827" y="3971066"/>
            <a:ext cx="2792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3 ideas">
  <p:cSld name="CUSTOM_4">
    <p:spTree>
      <p:nvGrpSpPr>
        <p:cNvPr id="270" name="Shape 2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1" name="Google Shape;271;p13"/>
          <p:cNvSpPr txBox="1"/>
          <p:nvPr>
            <p:ph idx="1" type="subTitle"/>
          </p:nvPr>
        </p:nvSpPr>
        <p:spPr>
          <a:xfrm>
            <a:off x="4590850" y="2481900"/>
            <a:ext cx="1222800" cy="370500"/>
          </a:xfrm>
          <a:prstGeom prst="rect">
            <a:avLst/>
          </a:prstGeom>
        </p:spPr>
        <p:txBody>
          <a:bodyPr anchorCtr="0" anchor="ctr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2" name="Google Shape;272;p13"/>
          <p:cNvSpPr txBox="1"/>
          <p:nvPr>
            <p:ph idx="2" type="subTitle"/>
          </p:nvPr>
        </p:nvSpPr>
        <p:spPr>
          <a:xfrm>
            <a:off x="4590850" y="38127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73" name="Google Shape;273;p13"/>
          <p:cNvSpPr txBox="1"/>
          <p:nvPr>
            <p:ph idx="3" type="subTitle"/>
          </p:nvPr>
        </p:nvSpPr>
        <p:spPr>
          <a:xfrm>
            <a:off x="4590850" y="1151100"/>
            <a:ext cx="1222800" cy="370500"/>
          </a:xfrm>
          <a:prstGeom prst="rect">
            <a:avLst/>
          </a:prstGeom>
        </p:spPr>
        <p:txBody>
          <a:bodyPr anchorCtr="0" anchor="t" bIns="0" lIns="0" spcFirstLastPara="1" rIns="91425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Medium"/>
              <a:buNone/>
              <a:defRPr sz="1000">
                <a:latin typeface="Red Hat Display Medium"/>
                <a:ea typeface="Red Hat Display Medium"/>
                <a:cs typeface="Red Hat Display Medium"/>
                <a:sym typeface="Red Hat Display Medium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274" name="Google Shape;274;p13"/>
          <p:cNvSpPr txBox="1"/>
          <p:nvPr>
            <p:ph type="title"/>
          </p:nvPr>
        </p:nvSpPr>
        <p:spPr>
          <a:xfrm>
            <a:off x="228600" y="420025"/>
            <a:ext cx="2926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75" name="Google Shape;275;p13"/>
          <p:cNvSpPr/>
          <p:nvPr/>
        </p:nvSpPr>
        <p:spPr>
          <a:xfrm>
            <a:off x="3849550" y="11511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6" name="Google Shape;276;p13"/>
          <p:cNvSpPr/>
          <p:nvPr/>
        </p:nvSpPr>
        <p:spPr>
          <a:xfrm>
            <a:off x="3849550" y="24819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7" name="Google Shape;277;p13"/>
          <p:cNvSpPr/>
          <p:nvPr/>
        </p:nvSpPr>
        <p:spPr>
          <a:xfrm>
            <a:off x="3849550" y="-179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8" name="Google Shape;278;p13"/>
          <p:cNvSpPr/>
          <p:nvPr/>
        </p:nvSpPr>
        <p:spPr>
          <a:xfrm>
            <a:off x="3849550" y="3812700"/>
            <a:ext cx="741300" cy="1330800"/>
          </a:xfrm>
          <a:prstGeom prst="snip2DiagRect">
            <a:avLst>
              <a:gd fmla="val 0" name="adj1"/>
              <a:gd fmla="val 39159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000">
              <a:solidFill>
                <a:schemeClr val="lt1"/>
              </a:solidFill>
              <a:latin typeface="Red Hat Display SemiBold"/>
              <a:ea typeface="Red Hat Display SemiBold"/>
              <a:cs typeface="Red Hat Display SemiBold"/>
              <a:sym typeface="Red Hat Display SemiBold"/>
            </a:endParaRPr>
          </a:p>
        </p:txBody>
      </p:sp>
      <p:sp>
        <p:nvSpPr>
          <p:cNvPr id="279" name="Google Shape;279;p13"/>
          <p:cNvSpPr txBox="1"/>
          <p:nvPr>
            <p:ph idx="4" type="subTitle"/>
          </p:nvPr>
        </p:nvSpPr>
        <p:spPr>
          <a:xfrm>
            <a:off x="6080700" y="11999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80" name="Google Shape;280;p13"/>
          <p:cNvSpPr txBox="1"/>
          <p:nvPr>
            <p:ph idx="5" type="subTitle"/>
          </p:nvPr>
        </p:nvSpPr>
        <p:spPr>
          <a:xfrm>
            <a:off x="6080700" y="25307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  <p:sp>
        <p:nvSpPr>
          <p:cNvPr id="281" name="Google Shape;281;p13"/>
          <p:cNvSpPr txBox="1"/>
          <p:nvPr>
            <p:ph idx="6" type="subTitle"/>
          </p:nvPr>
        </p:nvSpPr>
        <p:spPr>
          <a:xfrm>
            <a:off x="6080700" y="3861545"/>
            <a:ext cx="2834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None/>
              <a:defRPr sz="9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9pPr>
          </a:lstStyle>
          <a:p/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columns w/ text">
  <p:cSld name="CUSTOM_5">
    <p:spTree>
      <p:nvGrpSpPr>
        <p:cNvPr id="282" name="Shape 2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" name="Google Shape;283;p14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84" name="Google Shape;284;p14"/>
          <p:cNvSpPr txBox="1"/>
          <p:nvPr>
            <p:ph idx="1" type="subTitle"/>
          </p:nvPr>
        </p:nvSpPr>
        <p:spPr>
          <a:xfrm>
            <a:off x="22952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5" name="Google Shape;285;p14"/>
          <p:cNvSpPr txBox="1"/>
          <p:nvPr>
            <p:ph idx="2" type="subTitle"/>
          </p:nvPr>
        </p:nvSpPr>
        <p:spPr>
          <a:xfrm>
            <a:off x="2427475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6" name="Google Shape;286;p14"/>
          <p:cNvSpPr txBox="1"/>
          <p:nvPr>
            <p:ph idx="3" type="subTitle"/>
          </p:nvPr>
        </p:nvSpPr>
        <p:spPr>
          <a:xfrm>
            <a:off x="4622700" y="1803875"/>
            <a:ext cx="17763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7" name="Google Shape;287;p14"/>
          <p:cNvSpPr txBox="1"/>
          <p:nvPr>
            <p:ph idx="4" type="subTitle"/>
          </p:nvPr>
        </p:nvSpPr>
        <p:spPr>
          <a:xfrm>
            <a:off x="6813656" y="1803875"/>
            <a:ext cx="1776300" cy="2907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Red Hat Display"/>
              <a:buNone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288" name="Google Shape;288;p14"/>
          <p:cNvSpPr txBox="1"/>
          <p:nvPr>
            <p:ph idx="5" type="body"/>
          </p:nvPr>
        </p:nvSpPr>
        <p:spPr>
          <a:xfrm>
            <a:off x="561325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89" name="Google Shape;289;p14"/>
          <p:cNvSpPr txBox="1"/>
          <p:nvPr>
            <p:ph idx="6" type="body"/>
          </p:nvPr>
        </p:nvSpPr>
        <p:spPr>
          <a:xfrm>
            <a:off x="2757388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0" name="Google Shape;290;p14"/>
          <p:cNvSpPr txBox="1"/>
          <p:nvPr>
            <p:ph idx="7" type="body"/>
          </p:nvPr>
        </p:nvSpPr>
        <p:spPr>
          <a:xfrm>
            <a:off x="495841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1pPr>
            <a:lvl2pPr indent="-279400" lvl="1" marL="914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2pPr>
            <a:lvl3pPr indent="-279400" lvl="2" marL="1371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3pPr>
            <a:lvl4pPr indent="-279400" lvl="3" marL="1828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4pPr>
            <a:lvl5pPr indent="-279400" lvl="4" marL="22860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5pPr>
            <a:lvl6pPr indent="-279400" lvl="5" marL="27432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6pPr>
            <a:lvl7pPr indent="-279400" lvl="6" marL="32004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●"/>
              <a:defRPr sz="800"/>
            </a:lvl7pPr>
            <a:lvl8pPr indent="-279400" lvl="7" marL="36576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○"/>
              <a:defRPr sz="800"/>
            </a:lvl8pPr>
            <a:lvl9pPr indent="-279400" lvl="8" marL="4114800">
              <a:spcBef>
                <a:spcPts val="0"/>
              </a:spcBef>
              <a:spcAft>
                <a:spcPts val="0"/>
              </a:spcAft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1" name="Google Shape;291;p14"/>
          <p:cNvSpPr txBox="1"/>
          <p:nvPr>
            <p:ph idx="8" type="body"/>
          </p:nvPr>
        </p:nvSpPr>
        <p:spPr>
          <a:xfrm>
            <a:off x="7146863" y="2353450"/>
            <a:ext cx="1566600" cy="18213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794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1pPr>
            <a:lvl2pPr indent="-2794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2pPr>
            <a:lvl3pPr indent="-2794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3pPr>
            <a:lvl4pPr indent="-2794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4pPr>
            <a:lvl5pPr indent="-2794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5pPr>
            <a:lvl6pPr indent="-2794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6pPr>
            <a:lvl7pPr indent="-2794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●"/>
              <a:defRPr sz="800"/>
            </a:lvl7pPr>
            <a:lvl8pPr indent="-2794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○"/>
              <a:defRPr sz="800"/>
            </a:lvl8pPr>
            <a:lvl9pPr indent="-2794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800"/>
              <a:buFont typeface="Red Hat Display"/>
              <a:buChar char="■"/>
              <a:defRPr sz="800"/>
            </a:lvl9pPr>
          </a:lstStyle>
          <a:p/>
        </p:txBody>
      </p:sp>
      <p:sp>
        <p:nvSpPr>
          <p:cNvPr id="292" name="Google Shape;292;p14"/>
          <p:cNvSpPr txBox="1"/>
          <p:nvPr>
            <p:ph idx="9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3" name="Google Shape;293;p14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">
  <p:cSld name="CUSTOM_5_2_3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15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296" name="Google Shape;296;p15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297" name="Google Shape;297;p15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8" name="Google Shape;298;p15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FFFFF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299" name="Google Shape;299;p15"/>
          <p:cNvSpPr txBox="1"/>
          <p:nvPr>
            <p:ph idx="2" type="subTitle"/>
          </p:nvPr>
        </p:nvSpPr>
        <p:spPr>
          <a:xfrm>
            <a:off x="197717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0" name="Google Shape;300;p15"/>
          <p:cNvSpPr txBox="1"/>
          <p:nvPr>
            <p:ph idx="3" type="subTitle"/>
          </p:nvPr>
        </p:nvSpPr>
        <p:spPr>
          <a:xfrm>
            <a:off x="3623185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1" name="Google Shape;301;p15"/>
          <p:cNvSpPr txBox="1"/>
          <p:nvPr>
            <p:ph idx="4" type="subTitle"/>
          </p:nvPr>
        </p:nvSpPr>
        <p:spPr>
          <a:xfrm>
            <a:off x="5465499" y="1698625"/>
            <a:ext cx="1369500" cy="2907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2" name="Google Shape;302;p15"/>
          <p:cNvSpPr txBox="1"/>
          <p:nvPr>
            <p:ph idx="5" type="subTitle"/>
          </p:nvPr>
        </p:nvSpPr>
        <p:spPr>
          <a:xfrm>
            <a:off x="385125" y="22006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3" name="Google Shape;303;p15"/>
          <p:cNvSpPr txBox="1"/>
          <p:nvPr>
            <p:ph idx="6" type="subTitle"/>
          </p:nvPr>
        </p:nvSpPr>
        <p:spPr>
          <a:xfrm>
            <a:off x="385125" y="26108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4" name="Google Shape;304;p15"/>
          <p:cNvSpPr txBox="1"/>
          <p:nvPr>
            <p:ph idx="7" type="subTitle"/>
          </p:nvPr>
        </p:nvSpPr>
        <p:spPr>
          <a:xfrm>
            <a:off x="385125" y="3024075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5" name="Google Shape;305;p15"/>
          <p:cNvSpPr txBox="1"/>
          <p:nvPr>
            <p:ph idx="8" type="subTitle"/>
          </p:nvPr>
        </p:nvSpPr>
        <p:spPr>
          <a:xfrm>
            <a:off x="385125" y="342965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6" name="Google Shape;306;p15"/>
          <p:cNvSpPr txBox="1"/>
          <p:nvPr>
            <p:ph idx="9" type="subTitle"/>
          </p:nvPr>
        </p:nvSpPr>
        <p:spPr>
          <a:xfrm>
            <a:off x="385125" y="3848500"/>
            <a:ext cx="15033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7" name="Google Shape;307;p15"/>
          <p:cNvSpPr txBox="1"/>
          <p:nvPr>
            <p:ph idx="13" type="subTitle"/>
          </p:nvPr>
        </p:nvSpPr>
        <p:spPr>
          <a:xfrm>
            <a:off x="1977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8" name="Google Shape;308;p15"/>
          <p:cNvSpPr txBox="1"/>
          <p:nvPr>
            <p:ph idx="14" type="subTitle"/>
          </p:nvPr>
        </p:nvSpPr>
        <p:spPr>
          <a:xfrm>
            <a:off x="1977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09" name="Google Shape;309;p15"/>
          <p:cNvSpPr txBox="1"/>
          <p:nvPr>
            <p:ph idx="15" type="subTitle"/>
          </p:nvPr>
        </p:nvSpPr>
        <p:spPr>
          <a:xfrm>
            <a:off x="1977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0" name="Google Shape;310;p15"/>
          <p:cNvSpPr txBox="1"/>
          <p:nvPr>
            <p:ph idx="16" type="subTitle"/>
          </p:nvPr>
        </p:nvSpPr>
        <p:spPr>
          <a:xfrm>
            <a:off x="1977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1" name="Google Shape;311;p15"/>
          <p:cNvSpPr txBox="1"/>
          <p:nvPr>
            <p:ph idx="17" type="subTitle"/>
          </p:nvPr>
        </p:nvSpPr>
        <p:spPr>
          <a:xfrm>
            <a:off x="1977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2" name="Google Shape;312;p15"/>
          <p:cNvSpPr txBox="1"/>
          <p:nvPr>
            <p:ph idx="18" type="subTitle"/>
          </p:nvPr>
        </p:nvSpPr>
        <p:spPr>
          <a:xfrm>
            <a:off x="3623175" y="22006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3" name="Google Shape;313;p15"/>
          <p:cNvSpPr txBox="1"/>
          <p:nvPr>
            <p:ph idx="19" type="subTitle"/>
          </p:nvPr>
        </p:nvSpPr>
        <p:spPr>
          <a:xfrm>
            <a:off x="3623175" y="26108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4" name="Google Shape;314;p15"/>
          <p:cNvSpPr txBox="1"/>
          <p:nvPr>
            <p:ph idx="20" type="subTitle"/>
          </p:nvPr>
        </p:nvSpPr>
        <p:spPr>
          <a:xfrm>
            <a:off x="3623175" y="30222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5" name="Google Shape;315;p15"/>
          <p:cNvSpPr txBox="1"/>
          <p:nvPr>
            <p:ph idx="21" type="subTitle"/>
          </p:nvPr>
        </p:nvSpPr>
        <p:spPr>
          <a:xfrm>
            <a:off x="3623175" y="343700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6" name="Google Shape;316;p15"/>
          <p:cNvSpPr txBox="1"/>
          <p:nvPr>
            <p:ph idx="22" type="subTitle"/>
          </p:nvPr>
        </p:nvSpPr>
        <p:spPr>
          <a:xfrm>
            <a:off x="3623175" y="3849450"/>
            <a:ext cx="13695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7" name="Google Shape;317;p15"/>
          <p:cNvSpPr txBox="1"/>
          <p:nvPr>
            <p:ph idx="23" type="subTitle"/>
          </p:nvPr>
        </p:nvSpPr>
        <p:spPr>
          <a:xfrm>
            <a:off x="5465501" y="22006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8" name="Google Shape;318;p15"/>
          <p:cNvSpPr txBox="1"/>
          <p:nvPr>
            <p:ph idx="24" type="subTitle"/>
          </p:nvPr>
        </p:nvSpPr>
        <p:spPr>
          <a:xfrm>
            <a:off x="5465501" y="26108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19" name="Google Shape;319;p15"/>
          <p:cNvSpPr txBox="1"/>
          <p:nvPr>
            <p:ph idx="25" type="subTitle"/>
          </p:nvPr>
        </p:nvSpPr>
        <p:spPr>
          <a:xfrm>
            <a:off x="5465501" y="30222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20" name="Google Shape;320;p15"/>
          <p:cNvSpPr txBox="1"/>
          <p:nvPr>
            <p:ph idx="26" type="subTitle"/>
          </p:nvPr>
        </p:nvSpPr>
        <p:spPr>
          <a:xfrm>
            <a:off x="5465501" y="343700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21" name="Google Shape;321;p15"/>
          <p:cNvSpPr txBox="1"/>
          <p:nvPr>
            <p:ph idx="27" type="subTitle"/>
          </p:nvPr>
        </p:nvSpPr>
        <p:spPr>
          <a:xfrm>
            <a:off x="5465501" y="3849450"/>
            <a:ext cx="2870700" cy="410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ive highlights">
  <p:cSld name="CUSTOM_5_2_2">
    <p:spTree>
      <p:nvGrpSpPr>
        <p:cNvPr id="322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3" name="Google Shape;323;p16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24" name="Google Shape;324;p16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25" name="Google Shape;325;p16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26" name="Google Shape;326;p16"/>
          <p:cNvSpPr txBox="1"/>
          <p:nvPr>
            <p:ph idx="2" type="subTitle"/>
          </p:nvPr>
        </p:nvSpPr>
        <p:spPr>
          <a:xfrm>
            <a:off x="229525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27" name="Google Shape;327;p16"/>
          <p:cNvSpPr txBox="1"/>
          <p:nvPr>
            <p:ph idx="3" type="subTitle"/>
          </p:nvPr>
        </p:nvSpPr>
        <p:spPr>
          <a:xfrm>
            <a:off x="201570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28" name="Google Shape;328;p16"/>
          <p:cNvSpPr txBox="1"/>
          <p:nvPr>
            <p:ph idx="4" type="subTitle"/>
          </p:nvPr>
        </p:nvSpPr>
        <p:spPr>
          <a:xfrm>
            <a:off x="3774602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29" name="Google Shape;329;p16"/>
          <p:cNvSpPr txBox="1"/>
          <p:nvPr>
            <p:ph idx="5" type="subTitle"/>
          </p:nvPr>
        </p:nvSpPr>
        <p:spPr>
          <a:xfrm>
            <a:off x="5616677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30" name="Google Shape;330;p16"/>
          <p:cNvSpPr txBox="1"/>
          <p:nvPr>
            <p:ph idx="6" type="subTitle"/>
          </p:nvPr>
        </p:nvSpPr>
        <p:spPr>
          <a:xfrm>
            <a:off x="7411452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31" name="Google Shape;331;p16"/>
          <p:cNvSpPr txBox="1"/>
          <p:nvPr>
            <p:ph idx="7" type="body"/>
          </p:nvPr>
        </p:nvSpPr>
        <p:spPr>
          <a:xfrm>
            <a:off x="3875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32" name="Google Shape;332;p16"/>
          <p:cNvSpPr txBox="1"/>
          <p:nvPr>
            <p:ph idx="8" type="body"/>
          </p:nvPr>
        </p:nvSpPr>
        <p:spPr>
          <a:xfrm>
            <a:off x="2164609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1pPr>
            <a:lvl2pPr indent="-285750" lvl="1" marL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2pPr>
            <a:lvl3pPr indent="-285750" lvl="2" marL="1371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3pPr>
            <a:lvl4pPr indent="-285750" lvl="3" marL="1828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4pPr>
            <a:lvl5pPr indent="-285750" lvl="4" marL="22860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5pPr>
            <a:lvl6pPr indent="-285750" lvl="5" marL="2743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6pPr>
            <a:lvl7pPr indent="-285750" lvl="6" marL="3200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/>
            </a:lvl7pPr>
            <a:lvl8pPr indent="-285750" lvl="7" marL="3657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/>
            </a:lvl8pPr>
            <a:lvl9pPr indent="-285750" lvl="8" marL="411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333" name="Google Shape;333;p16"/>
          <p:cNvSpPr txBox="1"/>
          <p:nvPr>
            <p:ph idx="9" type="body"/>
          </p:nvPr>
        </p:nvSpPr>
        <p:spPr>
          <a:xfrm>
            <a:off x="39416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34" name="Google Shape;334;p16"/>
          <p:cNvSpPr txBox="1"/>
          <p:nvPr>
            <p:ph idx="13" type="body"/>
          </p:nvPr>
        </p:nvSpPr>
        <p:spPr>
          <a:xfrm>
            <a:off x="576448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35" name="Google Shape;335;p16"/>
          <p:cNvSpPr txBox="1"/>
          <p:nvPr>
            <p:ph idx="14" type="body"/>
          </p:nvPr>
        </p:nvSpPr>
        <p:spPr>
          <a:xfrm>
            <a:off x="7587334" y="2820600"/>
            <a:ext cx="12393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 w/ dots">
  <p:cSld name="CUSTOM_5_2_1">
    <p:spTree>
      <p:nvGrpSpPr>
        <p:cNvPr id="336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7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38" name="Google Shape;338;p17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39" name="Google Shape;339;p17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40" name="Google Shape;340;p17"/>
          <p:cNvSpPr txBox="1"/>
          <p:nvPr>
            <p:ph idx="2" type="subTitle"/>
          </p:nvPr>
        </p:nvSpPr>
        <p:spPr>
          <a:xfrm>
            <a:off x="35170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1" name="Google Shape;341;p17"/>
          <p:cNvSpPr txBox="1"/>
          <p:nvPr>
            <p:ph idx="3" type="subTitle"/>
          </p:nvPr>
        </p:nvSpPr>
        <p:spPr>
          <a:xfrm>
            <a:off x="3315050" y="2435600"/>
            <a:ext cx="1500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2" name="Google Shape;342;p17"/>
          <p:cNvSpPr txBox="1"/>
          <p:nvPr>
            <p:ph idx="4" type="subTitle"/>
          </p:nvPr>
        </p:nvSpPr>
        <p:spPr>
          <a:xfrm>
            <a:off x="6278400" y="2435600"/>
            <a:ext cx="1500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43" name="Google Shape;343;p17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grpSp>
        <p:nvGrpSpPr>
          <p:cNvPr id="344" name="Google Shape;344;p17"/>
          <p:cNvGrpSpPr/>
          <p:nvPr/>
        </p:nvGrpSpPr>
        <p:grpSpPr>
          <a:xfrm flipH="1">
            <a:off x="6903656" y="79823"/>
            <a:ext cx="2140834" cy="1767927"/>
            <a:chOff x="142083" y="79814"/>
            <a:chExt cx="1831025" cy="1512212"/>
          </a:xfrm>
        </p:grpSpPr>
        <p:sp>
          <p:nvSpPr>
            <p:cNvPr id="345" name="Google Shape;345;p17"/>
            <p:cNvSpPr/>
            <p:nvPr/>
          </p:nvSpPr>
          <p:spPr>
            <a:xfrm>
              <a:off x="142083" y="79814"/>
              <a:ext cx="256500" cy="256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6" name="Google Shape;346;p17"/>
            <p:cNvSpPr/>
            <p:nvPr/>
          </p:nvSpPr>
          <p:spPr>
            <a:xfrm>
              <a:off x="487858" y="87214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7" name="Google Shape;347;p17"/>
            <p:cNvSpPr/>
            <p:nvPr/>
          </p:nvSpPr>
          <p:spPr>
            <a:xfrm>
              <a:off x="839135" y="87214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8" name="Google Shape;348;p17"/>
            <p:cNvSpPr/>
            <p:nvPr/>
          </p:nvSpPr>
          <p:spPr>
            <a:xfrm>
              <a:off x="1191033" y="105414"/>
              <a:ext cx="174000" cy="174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49" name="Google Shape;349;p17"/>
            <p:cNvSpPr/>
            <p:nvPr/>
          </p:nvSpPr>
          <p:spPr>
            <a:xfrm>
              <a:off x="1537808" y="115439"/>
              <a:ext cx="140700" cy="141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0" name="Google Shape;350;p17"/>
            <p:cNvSpPr/>
            <p:nvPr/>
          </p:nvSpPr>
          <p:spPr>
            <a:xfrm>
              <a:off x="1908008" y="148714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1" name="Google Shape;351;p17"/>
            <p:cNvSpPr/>
            <p:nvPr/>
          </p:nvSpPr>
          <p:spPr>
            <a:xfrm>
              <a:off x="164883" y="422639"/>
              <a:ext cx="233700" cy="233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2" name="Google Shape;352;p17"/>
            <p:cNvSpPr/>
            <p:nvPr/>
          </p:nvSpPr>
          <p:spPr>
            <a:xfrm>
              <a:off x="506960" y="42788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3" name="Google Shape;353;p17"/>
            <p:cNvSpPr/>
            <p:nvPr/>
          </p:nvSpPr>
          <p:spPr>
            <a:xfrm>
              <a:off x="854387" y="4367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4" name="Google Shape;354;p17"/>
            <p:cNvSpPr/>
            <p:nvPr/>
          </p:nvSpPr>
          <p:spPr>
            <a:xfrm>
              <a:off x="1202034" y="45038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5" name="Google Shape;355;p17"/>
            <p:cNvSpPr/>
            <p:nvPr/>
          </p:nvSpPr>
          <p:spPr>
            <a:xfrm>
              <a:off x="1558407" y="470039"/>
              <a:ext cx="97800" cy="978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6" name="Google Shape;356;p17"/>
            <p:cNvSpPr/>
            <p:nvPr/>
          </p:nvSpPr>
          <p:spPr>
            <a:xfrm>
              <a:off x="1924408" y="499814"/>
              <a:ext cx="32400" cy="3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7" name="Google Shape;357;p17"/>
            <p:cNvSpPr/>
            <p:nvPr/>
          </p:nvSpPr>
          <p:spPr>
            <a:xfrm>
              <a:off x="529964" y="775614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8" name="Google Shape;358;p17"/>
            <p:cNvSpPr/>
            <p:nvPr/>
          </p:nvSpPr>
          <p:spPr>
            <a:xfrm>
              <a:off x="185718" y="765448"/>
              <a:ext cx="210300" cy="2103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59" name="Google Shape;359;p17"/>
            <p:cNvSpPr/>
            <p:nvPr/>
          </p:nvSpPr>
          <p:spPr>
            <a:xfrm>
              <a:off x="873448" y="7840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0" name="Google Shape;360;p17"/>
            <p:cNvSpPr/>
            <p:nvPr/>
          </p:nvSpPr>
          <p:spPr>
            <a:xfrm>
              <a:off x="1230921" y="80450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1" name="Google Shape;361;p17"/>
            <p:cNvSpPr/>
            <p:nvPr/>
          </p:nvSpPr>
          <p:spPr>
            <a:xfrm>
              <a:off x="1577346" y="824201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2" name="Google Shape;362;p17"/>
            <p:cNvSpPr/>
            <p:nvPr/>
          </p:nvSpPr>
          <p:spPr>
            <a:xfrm>
              <a:off x="551148" y="1122149"/>
              <a:ext cx="152100" cy="1524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3" name="Google Shape;363;p17"/>
            <p:cNvSpPr/>
            <p:nvPr/>
          </p:nvSpPr>
          <p:spPr>
            <a:xfrm>
              <a:off x="201014" y="1115389"/>
              <a:ext cx="179700" cy="1797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4" name="Google Shape;364;p17"/>
            <p:cNvSpPr/>
            <p:nvPr/>
          </p:nvSpPr>
          <p:spPr>
            <a:xfrm>
              <a:off x="900639" y="1144351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5" name="Google Shape;365;p17"/>
            <p:cNvSpPr/>
            <p:nvPr/>
          </p:nvSpPr>
          <p:spPr>
            <a:xfrm>
              <a:off x="1258496" y="1160976"/>
              <a:ext cx="65100" cy="651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6" name="Google Shape;366;p17"/>
            <p:cNvSpPr/>
            <p:nvPr/>
          </p:nvSpPr>
          <p:spPr>
            <a:xfrm>
              <a:off x="240458" y="1484026"/>
              <a:ext cx="108000" cy="1080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7" name="Google Shape;367;p17"/>
            <p:cNvSpPr/>
            <p:nvPr/>
          </p:nvSpPr>
          <p:spPr>
            <a:xfrm>
              <a:off x="583108" y="1486121"/>
              <a:ext cx="88200" cy="882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  <p:sp>
          <p:nvSpPr>
            <p:cNvPr id="368" name="Google Shape;368;p17"/>
            <p:cNvSpPr/>
            <p:nvPr/>
          </p:nvSpPr>
          <p:spPr>
            <a:xfrm>
              <a:off x="937805" y="1508513"/>
              <a:ext cx="43500" cy="43500"/>
            </a:xfrm>
            <a:prstGeom prst="ellipse">
              <a:avLst/>
            </a:prstGeom>
            <a:solidFill>
              <a:schemeClr val="accent2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endParaRPr>
            </a:p>
          </p:txBody>
        </p:sp>
      </p:grpSp>
      <p:sp>
        <p:nvSpPr>
          <p:cNvPr id="369" name="Google Shape;369;p17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70" name="Google Shape;370;p17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highlights">
  <p:cSld name="CUSTOM_5_2_1_1"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18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73" name="Google Shape;373;p18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74" name="Google Shape;374;p18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75" name="Google Shape;375;p18"/>
          <p:cNvSpPr txBox="1"/>
          <p:nvPr>
            <p:ph idx="2" type="subTitle"/>
          </p:nvPr>
        </p:nvSpPr>
        <p:spPr>
          <a:xfrm>
            <a:off x="35170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6" name="Google Shape;376;p18"/>
          <p:cNvSpPr txBox="1"/>
          <p:nvPr>
            <p:ph idx="3" type="subTitle"/>
          </p:nvPr>
        </p:nvSpPr>
        <p:spPr>
          <a:xfrm>
            <a:off x="3315050" y="2435600"/>
            <a:ext cx="2439900" cy="2646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7" name="Google Shape;377;p18"/>
          <p:cNvSpPr txBox="1"/>
          <p:nvPr>
            <p:ph idx="4" type="subTitle"/>
          </p:nvPr>
        </p:nvSpPr>
        <p:spPr>
          <a:xfrm>
            <a:off x="6278400" y="2435600"/>
            <a:ext cx="2439900" cy="2646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378" name="Google Shape;378;p18"/>
          <p:cNvSpPr txBox="1"/>
          <p:nvPr>
            <p:ph idx="5" type="body"/>
          </p:nvPr>
        </p:nvSpPr>
        <p:spPr>
          <a:xfrm>
            <a:off x="331505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1pPr>
            <a:lvl2pPr indent="-285750" lvl="1" marL="914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2pPr>
            <a:lvl3pPr indent="-285750" lvl="2" marL="1371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3pPr>
            <a:lvl4pPr indent="-285750" lvl="3" marL="18288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4pPr>
            <a:lvl5pPr indent="-285750" lvl="4" marL="22860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5pPr>
            <a:lvl6pPr indent="-285750" lvl="5" marL="27432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■"/>
              <a:defRPr sz="900"/>
            </a:lvl6pPr>
            <a:lvl7pPr indent="-285750" lvl="6" marL="32004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●"/>
              <a:defRPr sz="900"/>
            </a:lvl7pPr>
            <a:lvl8pPr indent="-285750" lvl="7" marL="3657600">
              <a:spcBef>
                <a:spcPts val="800"/>
              </a:spcBef>
              <a:spcAft>
                <a:spcPts val="0"/>
              </a:spcAft>
              <a:buSzPts val="900"/>
              <a:buFont typeface="Red Hat Display"/>
              <a:buChar char="○"/>
              <a:defRPr sz="900"/>
            </a:lvl8pPr>
            <a:lvl9pPr indent="-285750" lvl="8" marL="4114800">
              <a:spcBef>
                <a:spcPts val="800"/>
              </a:spcBef>
              <a:spcAft>
                <a:spcPts val="800"/>
              </a:spcAft>
              <a:buSzPts val="900"/>
              <a:buFont typeface="Red Hat Display"/>
              <a:buChar char="■"/>
              <a:defRPr sz="900"/>
            </a:lvl9pPr>
          </a:lstStyle>
          <a:p/>
        </p:txBody>
      </p:sp>
      <p:sp>
        <p:nvSpPr>
          <p:cNvPr id="379" name="Google Shape;379;p18"/>
          <p:cNvSpPr txBox="1"/>
          <p:nvPr>
            <p:ph idx="6" type="body"/>
          </p:nvPr>
        </p:nvSpPr>
        <p:spPr>
          <a:xfrm>
            <a:off x="3517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  <p:sp>
        <p:nvSpPr>
          <p:cNvPr id="380" name="Google Shape;380;p18"/>
          <p:cNvSpPr txBox="1"/>
          <p:nvPr>
            <p:ph idx="7" type="body"/>
          </p:nvPr>
        </p:nvSpPr>
        <p:spPr>
          <a:xfrm>
            <a:off x="6278400" y="2882813"/>
            <a:ext cx="2439900" cy="1165200"/>
          </a:xfrm>
          <a:prstGeom prst="rect">
            <a:avLst/>
          </a:prstGeom>
        </p:spPr>
        <p:txBody>
          <a:bodyPr anchorCtr="0" anchor="t" bIns="0" lIns="0" spcFirstLastPara="1" rIns="0" wrap="square" tIns="0">
            <a:spAutoFit/>
          </a:bodyPr>
          <a:lstStyle>
            <a:lvl1pPr indent="-28575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1pPr>
            <a:lvl2pPr indent="-285750" lvl="1" marL="914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2pPr>
            <a:lvl3pPr indent="-285750" lvl="2" marL="1371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3pPr>
            <a:lvl4pPr indent="-285750" lvl="3" marL="18288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4pPr>
            <a:lvl5pPr indent="-285750" lvl="4" marL="22860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5pPr>
            <a:lvl6pPr indent="-285750" lvl="5" marL="27432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6pPr>
            <a:lvl7pPr indent="-285750" lvl="6" marL="32004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/>
            </a:lvl7pPr>
            <a:lvl8pPr indent="-285750" lvl="7" marL="3657600">
              <a:lnSpc>
                <a:spcPct val="115000"/>
              </a:lnSpc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/>
            </a:lvl8pPr>
            <a:lvl9pPr indent="-285750" lvl="8" marL="4114800">
              <a:lnSpc>
                <a:spcPct val="115000"/>
              </a:lnSpc>
              <a:spcBef>
                <a:spcPts val="1000"/>
              </a:spcBef>
              <a:spcAft>
                <a:spcPts val="1000"/>
              </a:spcAft>
              <a:buClr>
                <a:schemeClr val="lt1"/>
              </a:buClr>
              <a:buSzPts val="900"/>
              <a:buFont typeface="Red Hat Display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4 highlights">
  <p:cSld name="CUSTOM_5_1"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19"/>
          <p:cNvSpPr/>
          <p:nvPr/>
        </p:nvSpPr>
        <p:spPr>
          <a:xfrm>
            <a:off x="225998" y="580123"/>
            <a:ext cx="253800" cy="2766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383" name="Google Shape;383;p19"/>
          <p:cNvSpPr txBox="1"/>
          <p:nvPr>
            <p:ph type="title"/>
          </p:nvPr>
        </p:nvSpPr>
        <p:spPr>
          <a:xfrm>
            <a:off x="609600" y="724825"/>
            <a:ext cx="40158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2000"/>
            </a:lvl9pPr>
          </a:lstStyle>
          <a:p/>
        </p:txBody>
      </p:sp>
      <p:sp>
        <p:nvSpPr>
          <p:cNvPr id="384" name="Google Shape;384;p19"/>
          <p:cNvSpPr txBox="1"/>
          <p:nvPr>
            <p:ph idx="1" type="subTitle"/>
          </p:nvPr>
        </p:nvSpPr>
        <p:spPr>
          <a:xfrm>
            <a:off x="609600" y="457200"/>
            <a:ext cx="4015800" cy="264600"/>
          </a:xfrm>
          <a:prstGeom prst="rect">
            <a:avLst/>
          </a:prstGeom>
        </p:spPr>
        <p:txBody>
          <a:bodyPr anchorCtr="0" anchor="b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000"/>
              <a:buFont typeface="Red Hat Display"/>
              <a:buNone/>
              <a:defRPr sz="1000">
                <a:solidFill>
                  <a:schemeClr val="accent3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400"/>
              <a:buFont typeface="Red Hat Display"/>
              <a:buNone/>
              <a:defRPr>
                <a:solidFill>
                  <a:schemeClr val="accent3"/>
                </a:solidFill>
              </a:defRPr>
            </a:lvl9pPr>
          </a:lstStyle>
          <a:p/>
        </p:txBody>
      </p:sp>
      <p:sp>
        <p:nvSpPr>
          <p:cNvPr id="385" name="Google Shape;385;p19"/>
          <p:cNvSpPr txBox="1"/>
          <p:nvPr>
            <p:ph idx="2" type="subTitle"/>
          </p:nvPr>
        </p:nvSpPr>
        <p:spPr>
          <a:xfrm>
            <a:off x="637000" y="1820550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6" name="Google Shape;386;p19"/>
          <p:cNvSpPr txBox="1"/>
          <p:nvPr>
            <p:ph idx="3" type="subTitle"/>
          </p:nvPr>
        </p:nvSpPr>
        <p:spPr>
          <a:xfrm>
            <a:off x="637000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7" name="Google Shape;387;p19"/>
          <p:cNvSpPr txBox="1"/>
          <p:nvPr>
            <p:ph idx="4" type="subTitle"/>
          </p:nvPr>
        </p:nvSpPr>
        <p:spPr>
          <a:xfrm>
            <a:off x="5028175" y="1820550"/>
            <a:ext cx="702300" cy="7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8" name="Google Shape;388;p19"/>
          <p:cNvSpPr txBox="1"/>
          <p:nvPr>
            <p:ph idx="5" type="subTitle"/>
          </p:nvPr>
        </p:nvSpPr>
        <p:spPr>
          <a:xfrm>
            <a:off x="5028175" y="3294325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2200"/>
              <a:buFont typeface="Red Hat Display SemiBold"/>
              <a:buNone/>
              <a:defRPr sz="22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389" name="Google Shape;389;p19"/>
          <p:cNvSpPr txBox="1"/>
          <p:nvPr>
            <p:ph idx="6" type="subTitle"/>
          </p:nvPr>
        </p:nvSpPr>
        <p:spPr>
          <a:xfrm>
            <a:off x="1546000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90" name="Google Shape;390;p19"/>
          <p:cNvSpPr txBox="1"/>
          <p:nvPr>
            <p:ph idx="7" type="subTitle"/>
          </p:nvPr>
        </p:nvSpPr>
        <p:spPr>
          <a:xfrm>
            <a:off x="1546000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91" name="Google Shape;391;p19"/>
          <p:cNvSpPr txBox="1"/>
          <p:nvPr>
            <p:ph idx="8" type="subTitle"/>
          </p:nvPr>
        </p:nvSpPr>
        <p:spPr>
          <a:xfrm>
            <a:off x="5937175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  <p:sp>
        <p:nvSpPr>
          <p:cNvPr id="392" name="Google Shape;392;p19"/>
          <p:cNvSpPr txBox="1"/>
          <p:nvPr>
            <p:ph idx="9" type="subTitle"/>
          </p:nvPr>
        </p:nvSpPr>
        <p:spPr>
          <a:xfrm>
            <a:off x="5937175" y="328835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>
            <a:lvl1pPr lv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None/>
              <a:defRPr sz="1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Font typeface="Red Hat Display"/>
              <a:buNone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Black">
  <p:cSld name="BLANK_1_1_1_1_1_1">
    <p:spTree>
      <p:nvGrpSpPr>
        <p:cNvPr id="393" name="Shape 3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94" name="Google Shape;394;p20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5" name="Google Shape;395;p20"/>
          <p:cNvCxnSpPr>
            <a:stCxn id="396" idx="1"/>
            <a:endCxn id="397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8" name="Google Shape;398;p20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399" name="Google Shape;399;p20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6" name="Google Shape;396;p20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00" name="Google Shape;400;p20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397" name="Google Shape;397;p20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01" name="Google Shape;401;p20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2" name="Google Shape;402;p20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03" name="Google Shape;403;p20"/>
          <p:cNvSpPr txBox="1"/>
          <p:nvPr>
            <p:ph idx="1" type="subTitle"/>
          </p:nvPr>
        </p:nvSpPr>
        <p:spPr>
          <a:xfrm>
            <a:off x="3948800" y="2677300"/>
            <a:ext cx="4966500" cy="200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04" name="Google Shape;404;p20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 / Green">
  <p:cSld name="BLANK_1_1_1_1_1_1_2">
    <p:bg>
      <p:bgPr>
        <a:solidFill>
          <a:schemeClr val="accent5"/>
        </a:solidFill>
      </p:bgPr>
    </p:bg>
    <p:spTree>
      <p:nvGrpSpPr>
        <p:cNvPr id="405" name="Shape 4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6" name="Google Shape;406;p21"/>
          <p:cNvCxnSpPr/>
          <p:nvPr/>
        </p:nvCxnSpPr>
        <p:spPr>
          <a:xfrm>
            <a:off x="3518300" y="712833"/>
            <a:ext cx="5617500" cy="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07" name="Google Shape;407;p21"/>
          <p:cNvCxnSpPr>
            <a:stCxn id="408" idx="1"/>
            <a:endCxn id="409" idx="3"/>
          </p:cNvCxnSpPr>
          <p:nvPr/>
        </p:nvCxnSpPr>
        <p:spPr>
          <a:xfrm>
            <a:off x="2641916" y="1598375"/>
            <a:ext cx="0" cy="1332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0" name="Google Shape;410;p21"/>
          <p:cNvCxnSpPr/>
          <p:nvPr/>
        </p:nvCxnSpPr>
        <p:spPr>
          <a:xfrm rot="10800000">
            <a:off x="-19425" y="711675"/>
            <a:ext cx="936600" cy="9366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cxnSp>
        <p:nvCxnSpPr>
          <p:cNvPr id="411" name="Google Shape;411;p21"/>
          <p:cNvCxnSpPr/>
          <p:nvPr/>
        </p:nvCxnSpPr>
        <p:spPr>
          <a:xfrm rot="10800000">
            <a:off x="1464900" y="-8025"/>
            <a:ext cx="958800" cy="9588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8" name="Google Shape;408;p21"/>
          <p:cNvSpPr/>
          <p:nvPr/>
        </p:nvSpPr>
        <p:spPr>
          <a:xfrm flipH="1">
            <a:off x="1761266" y="-61412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12" name="Google Shape;412;p21"/>
          <p:cNvCxnSpPr/>
          <p:nvPr/>
        </p:nvCxnSpPr>
        <p:spPr>
          <a:xfrm rot="10800000">
            <a:off x="709975" y="3201569"/>
            <a:ext cx="1758300" cy="17583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09" name="Google Shape;409;p21"/>
          <p:cNvSpPr/>
          <p:nvPr/>
        </p:nvSpPr>
        <p:spPr>
          <a:xfrm>
            <a:off x="1761265" y="2930748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cxnSp>
        <p:nvCxnSpPr>
          <p:cNvPr id="413" name="Google Shape;413;p21"/>
          <p:cNvCxnSpPr/>
          <p:nvPr/>
        </p:nvCxnSpPr>
        <p:spPr>
          <a:xfrm flipH="1" rot="10800000">
            <a:off x="-23900" y="3541825"/>
            <a:ext cx="1163100" cy="1163100"/>
          </a:xfrm>
          <a:prstGeom prst="straightConnector1">
            <a:avLst/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414" name="Google Shape;414;p21"/>
          <p:cNvSpPr/>
          <p:nvPr/>
        </p:nvSpPr>
        <p:spPr>
          <a:xfrm flipH="1">
            <a:off x="-34" y="1598375"/>
            <a:ext cx="1761300" cy="2212500"/>
          </a:xfrm>
          <a:prstGeom prst="snip2DiagRect">
            <a:avLst>
              <a:gd fmla="val 0" name="adj1"/>
              <a:gd fmla="val 50000" name="adj2"/>
            </a:avLst>
          </a:prstGeom>
          <a:solidFill>
            <a:schemeClr val="accen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15" name="Google Shape;415;p21"/>
          <p:cNvSpPr txBox="1"/>
          <p:nvPr>
            <p:ph idx="1" type="subTitle"/>
          </p:nvPr>
        </p:nvSpPr>
        <p:spPr>
          <a:xfrm>
            <a:off x="3948800" y="2677301"/>
            <a:ext cx="4941000" cy="19299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16" name="Google Shape;416;p21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>
                <a:solidFill>
                  <a:schemeClr val="lt1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 w/ description">
  <p:cSld name="BLANK_1_1_1_1_1_1_1_1_1_1_1">
    <p:spTree>
      <p:nvGrpSpPr>
        <p:cNvPr id="417" name="Shape 4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8" name="Google Shape;418;p22"/>
          <p:cNvSpPr txBox="1"/>
          <p:nvPr>
            <p:ph idx="1" type="subTitle"/>
          </p:nvPr>
        </p:nvSpPr>
        <p:spPr>
          <a:xfrm>
            <a:off x="4782025" y="17315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19" name="Google Shape;419;p22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20" name="Google Shape;420;p22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1" name="Google Shape;421;p22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2" name="Google Shape;422;p22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3" name="Google Shape;423;p22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24" name="Google Shape;424;p22"/>
          <p:cNvSpPr txBox="1"/>
          <p:nvPr>
            <p:ph idx="2" type="subTitle"/>
          </p:nvPr>
        </p:nvSpPr>
        <p:spPr>
          <a:xfrm>
            <a:off x="4944882" y="18751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5" name="Google Shape;425;p22"/>
          <p:cNvSpPr txBox="1"/>
          <p:nvPr>
            <p:ph idx="3" type="subTitle"/>
          </p:nvPr>
        </p:nvSpPr>
        <p:spPr>
          <a:xfrm>
            <a:off x="4782025" y="2682477"/>
            <a:ext cx="19269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26" name="Google Shape;426;p22"/>
          <p:cNvSpPr txBox="1"/>
          <p:nvPr>
            <p:ph idx="4" type="subTitle"/>
          </p:nvPr>
        </p:nvSpPr>
        <p:spPr>
          <a:xfrm>
            <a:off x="4944882" y="2826125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7" name="Google Shape;427;p22"/>
          <p:cNvSpPr txBox="1"/>
          <p:nvPr>
            <p:ph idx="5" type="subTitle"/>
          </p:nvPr>
        </p:nvSpPr>
        <p:spPr>
          <a:xfrm>
            <a:off x="4782025" y="3628000"/>
            <a:ext cx="19269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28" name="Google Shape;428;p22"/>
          <p:cNvSpPr txBox="1"/>
          <p:nvPr>
            <p:ph idx="6" type="subTitle"/>
          </p:nvPr>
        </p:nvSpPr>
        <p:spPr>
          <a:xfrm>
            <a:off x="4944882" y="3771650"/>
            <a:ext cx="15849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29" name="Google Shape;429;p22"/>
          <p:cNvSpPr txBox="1"/>
          <p:nvPr>
            <p:ph idx="7" type="subTitle"/>
          </p:nvPr>
        </p:nvSpPr>
        <p:spPr>
          <a:xfrm>
            <a:off x="7123375" y="17315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0" name="Google Shape;430;p22"/>
          <p:cNvSpPr txBox="1"/>
          <p:nvPr>
            <p:ph idx="8" type="subTitle"/>
          </p:nvPr>
        </p:nvSpPr>
        <p:spPr>
          <a:xfrm>
            <a:off x="7278029" y="18751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1" name="Google Shape;431;p22"/>
          <p:cNvSpPr txBox="1"/>
          <p:nvPr>
            <p:ph idx="9" type="subTitle"/>
          </p:nvPr>
        </p:nvSpPr>
        <p:spPr>
          <a:xfrm>
            <a:off x="7123375" y="2682477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2" name="Google Shape;432;p22"/>
          <p:cNvSpPr txBox="1"/>
          <p:nvPr>
            <p:ph idx="13" type="subTitle"/>
          </p:nvPr>
        </p:nvSpPr>
        <p:spPr>
          <a:xfrm>
            <a:off x="7278029" y="2826127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33" name="Google Shape;433;p22"/>
          <p:cNvSpPr txBox="1"/>
          <p:nvPr>
            <p:ph idx="14" type="subTitle"/>
          </p:nvPr>
        </p:nvSpPr>
        <p:spPr>
          <a:xfrm>
            <a:off x="7123375" y="3628000"/>
            <a:ext cx="17478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4" name="Google Shape;434;p22"/>
          <p:cNvSpPr txBox="1"/>
          <p:nvPr>
            <p:ph idx="15" type="subTitle"/>
          </p:nvPr>
        </p:nvSpPr>
        <p:spPr>
          <a:xfrm>
            <a:off x="7278029" y="3771650"/>
            <a:ext cx="1637400" cy="3015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"/>
              <a:buFont typeface="Red Hat Display"/>
              <a:buNone/>
              <a:defRPr sz="1200">
                <a:solidFill>
                  <a:schemeClr val="dk2"/>
                </a:solidFill>
              </a:defRPr>
            </a:lvl9pPr>
          </a:lstStyle>
          <a:p/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Agenda">
  <p:cSld name="BLANK_1_1_1_1_1_1_1_1_1_1_1_2">
    <p:spTree>
      <p:nvGrpSpPr>
        <p:cNvPr id="435" name="Shape 4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6" name="Google Shape;436;p23"/>
          <p:cNvSpPr txBox="1"/>
          <p:nvPr>
            <p:ph idx="1" type="subTitle"/>
          </p:nvPr>
        </p:nvSpPr>
        <p:spPr>
          <a:xfrm>
            <a:off x="5711285" y="17315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37" name="Google Shape;437;p23"/>
          <p:cNvSpPr txBox="1"/>
          <p:nvPr>
            <p:ph type="title"/>
          </p:nvPr>
        </p:nvSpPr>
        <p:spPr>
          <a:xfrm>
            <a:off x="1392601" y="836575"/>
            <a:ext cx="3205200" cy="587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>
            <a:lvl1pPr lvl="0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 sz="40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38" name="Google Shape;438;p23"/>
          <p:cNvSpPr/>
          <p:nvPr/>
        </p:nvSpPr>
        <p:spPr>
          <a:xfrm>
            <a:off x="1" y="1262825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39" name="Google Shape;439;p23"/>
          <p:cNvSpPr/>
          <p:nvPr/>
        </p:nvSpPr>
        <p:spPr>
          <a:xfrm>
            <a:off x="1" y="2556277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0" name="Google Shape;440;p23"/>
          <p:cNvSpPr/>
          <p:nvPr/>
        </p:nvSpPr>
        <p:spPr>
          <a:xfrm>
            <a:off x="1" y="3849830"/>
            <a:ext cx="1187700" cy="12936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1" name="Google Shape;441;p23"/>
          <p:cNvSpPr/>
          <p:nvPr/>
        </p:nvSpPr>
        <p:spPr>
          <a:xfrm>
            <a:off x="0" y="0"/>
            <a:ext cx="1187700" cy="12627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2" name="Google Shape;442;p23"/>
          <p:cNvSpPr txBox="1"/>
          <p:nvPr>
            <p:ph idx="2" type="subTitle"/>
          </p:nvPr>
        </p:nvSpPr>
        <p:spPr>
          <a:xfrm>
            <a:off x="5711285" y="22504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3" name="Google Shape;443;p23"/>
          <p:cNvSpPr txBox="1"/>
          <p:nvPr>
            <p:ph idx="3" type="subTitle"/>
          </p:nvPr>
        </p:nvSpPr>
        <p:spPr>
          <a:xfrm>
            <a:off x="5711285" y="2769450"/>
            <a:ext cx="2846700" cy="301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4" name="Google Shape;444;p23"/>
          <p:cNvSpPr txBox="1"/>
          <p:nvPr>
            <p:ph idx="4" type="subTitle"/>
          </p:nvPr>
        </p:nvSpPr>
        <p:spPr>
          <a:xfrm>
            <a:off x="5711285" y="328842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5" name="Google Shape;445;p23"/>
          <p:cNvSpPr txBox="1"/>
          <p:nvPr>
            <p:ph idx="5" type="subTitle"/>
          </p:nvPr>
        </p:nvSpPr>
        <p:spPr>
          <a:xfrm>
            <a:off x="5711285" y="3807400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46" name="Google Shape;446;p23"/>
          <p:cNvSpPr txBox="1"/>
          <p:nvPr>
            <p:ph idx="6" type="subTitle"/>
          </p:nvPr>
        </p:nvSpPr>
        <p:spPr>
          <a:xfrm>
            <a:off x="5711285" y="4326375"/>
            <a:ext cx="2846700" cy="301500"/>
          </a:xfrm>
          <a:prstGeom prst="rect">
            <a:avLst/>
          </a:prstGeom>
        </p:spPr>
        <p:txBody>
          <a:bodyPr anchorCtr="0" anchor="b" bIns="91425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ext steps">
  <p:cSld name="CUSTOM_6">
    <p:spTree>
      <p:nvGrpSpPr>
        <p:cNvPr id="447" name="Shape 4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8" name="Google Shape;448;p24"/>
          <p:cNvSpPr/>
          <p:nvPr/>
        </p:nvSpPr>
        <p:spPr>
          <a:xfrm rot="5400000">
            <a:off x="446600" y="-454900"/>
            <a:ext cx="2712900" cy="3605700"/>
          </a:xfrm>
          <a:prstGeom prst="snip1Rect">
            <a:avLst>
              <a:gd fmla="val 39812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449" name="Google Shape;449;p24"/>
          <p:cNvSpPr txBox="1"/>
          <p:nvPr>
            <p:ph type="title"/>
          </p:nvPr>
        </p:nvSpPr>
        <p:spPr>
          <a:xfrm>
            <a:off x="228600" y="525200"/>
            <a:ext cx="3154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None/>
              <a:defRPr sz="4000"/>
            </a:lvl1pPr>
            <a:lvl2pPr lvl="1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2pPr>
            <a:lvl3pPr lvl="2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3pPr>
            <a:lvl4pPr lvl="3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4pPr>
            <a:lvl5pPr lvl="4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5pPr>
            <a:lvl6pPr lvl="5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6pPr>
            <a:lvl7pPr lvl="6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7pPr>
            <a:lvl8pPr lvl="7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8pPr>
            <a:lvl9pPr lvl="8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  <a:defRPr/>
            </a:lvl9pPr>
          </a:lstStyle>
          <a:p/>
        </p:txBody>
      </p:sp>
      <p:sp>
        <p:nvSpPr>
          <p:cNvPr id="450" name="Google Shape;450;p24"/>
          <p:cNvSpPr txBox="1"/>
          <p:nvPr>
            <p:ph idx="1" type="subTitle"/>
          </p:nvPr>
        </p:nvSpPr>
        <p:spPr>
          <a:xfrm>
            <a:off x="228600" y="1185575"/>
            <a:ext cx="2806800" cy="9543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Font typeface="Red Hat Display"/>
              <a:buNone/>
              <a:defRPr/>
            </a:lvl9pPr>
          </a:lstStyle>
          <a:p/>
        </p:txBody>
      </p:sp>
      <p:sp>
        <p:nvSpPr>
          <p:cNvPr id="451" name="Google Shape;451;p24"/>
          <p:cNvSpPr txBox="1"/>
          <p:nvPr>
            <p:ph idx="2" type="subTitle"/>
          </p:nvPr>
        </p:nvSpPr>
        <p:spPr>
          <a:xfrm>
            <a:off x="4784300" y="1597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2" name="Google Shape;452;p24"/>
          <p:cNvSpPr txBox="1"/>
          <p:nvPr>
            <p:ph idx="3" type="subTitle"/>
          </p:nvPr>
        </p:nvSpPr>
        <p:spPr>
          <a:xfrm>
            <a:off x="6129000" y="16000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000"/>
              <a:buFont typeface="Red Hat Display SemiBold"/>
              <a:buNone/>
              <a:defRPr sz="1000">
                <a:solidFill>
                  <a:schemeClr val="dk2"/>
                </a:solidFill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3" name="Google Shape;453;p24"/>
          <p:cNvSpPr txBox="1"/>
          <p:nvPr>
            <p:ph idx="4" type="subTitle"/>
          </p:nvPr>
        </p:nvSpPr>
        <p:spPr>
          <a:xfrm>
            <a:off x="6129000" y="2669675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4" name="Google Shape;454;p24"/>
          <p:cNvSpPr txBox="1"/>
          <p:nvPr>
            <p:ph idx="5" type="subTitle"/>
          </p:nvPr>
        </p:nvSpPr>
        <p:spPr>
          <a:xfrm>
            <a:off x="6129000" y="3739250"/>
            <a:ext cx="1887300" cy="6519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5" name="Google Shape;455;p24"/>
          <p:cNvSpPr txBox="1"/>
          <p:nvPr>
            <p:ph idx="6" type="subTitle"/>
          </p:nvPr>
        </p:nvSpPr>
        <p:spPr>
          <a:xfrm>
            <a:off x="4784300" y="2668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  <p:sp>
        <p:nvSpPr>
          <p:cNvPr id="456" name="Google Shape;456;p24"/>
          <p:cNvSpPr txBox="1"/>
          <p:nvPr>
            <p:ph idx="7" type="subTitle"/>
          </p:nvPr>
        </p:nvSpPr>
        <p:spPr>
          <a:xfrm>
            <a:off x="4784300" y="3739250"/>
            <a:ext cx="873600" cy="3300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 SemiBold"/>
              <a:buNone/>
              <a:defRPr sz="1000">
                <a:latin typeface="Red Hat Display SemiBold"/>
                <a:ea typeface="Red Hat Display SemiBold"/>
                <a:cs typeface="Red Hat Display SemiBold"/>
                <a:sym typeface="Red Hat Display SemiBold"/>
              </a:defRPr>
            </a:lvl9pPr>
          </a:lstStyle>
          <a:p/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>
  <p:cSld name="Section header">
    <p:spTree>
      <p:nvGrpSpPr>
        <p:cNvPr id="457" name="Shape 4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8" name="Google Shape;458;p2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>
  <p:cSld name="Title and body">
    <p:spTree>
      <p:nvGrpSpPr>
        <p:cNvPr id="459" name="Shape 4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0" name="Google Shape;460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1" name="Google Shape;461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>
  <p:cSld name="Title and two columns">
    <p:spTree>
      <p:nvGrpSpPr>
        <p:cNvPr id="462" name="Shape 4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3" name="Google Shape;463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4" name="Google Shape;464;p2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5" name="Google Shape;465;p2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 column text"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28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68" name="Google Shape;468;p28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 point">
    <p:spTree>
      <p:nvGrpSpPr>
        <p:cNvPr id="469" name="Shape 4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0" name="Google Shape;470;p29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 title and description">
    <p:spTree>
      <p:nvGrpSpPr>
        <p:cNvPr id="47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2" name="Google Shape;472;p30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73" name="Google Shape;473;p30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74" name="Google Shape;474;p30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">
    <p:spTree>
      <p:nvGrpSpPr>
        <p:cNvPr id="475" name="Shape 4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6" name="Google Shape;476;p31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spcBef>
                <a:spcPts val="0"/>
              </a:spcBef>
              <a:spcAft>
                <a:spcPts val="0"/>
              </a:spcAft>
              <a:buSzPts val="900"/>
              <a:buNone/>
              <a:defRPr/>
            </a:lvl1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 number">
    <p:spTree>
      <p:nvGrpSpPr>
        <p:cNvPr id="477" name="Shape 4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8" name="Google Shape;478;p32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9" name="Google Shape;479;p32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 algn="ctr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 algn="ctr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 algn="ctr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>
  <p:cSld name="Blank"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, body and image">
  <p:cSld name="Title, body and image">
    <p:spTree>
      <p:nvGrpSpPr>
        <p:cNvPr id="481" name="Shape 4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2" name="Google Shape;482;p3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483" name="Google Shape;483;p34"/>
          <p:cNvSpPr txBox="1"/>
          <p:nvPr>
            <p:ph idx="1" type="body"/>
          </p:nvPr>
        </p:nvSpPr>
        <p:spPr>
          <a:xfrm>
            <a:off x="311700" y="1152475"/>
            <a:ext cx="4473900" cy="34164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4" name="Google Shape;484;p34"/>
          <p:cNvSpPr/>
          <p:nvPr>
            <p:ph idx="2" type="pic"/>
          </p:nvPr>
        </p:nvSpPr>
        <p:spPr>
          <a:xfrm>
            <a:off x="4992024" y="1152775"/>
            <a:ext cx="3840300" cy="3416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big ideas">
  <p:cSld name="Two big ideas">
    <p:spTree>
      <p:nvGrpSpPr>
        <p:cNvPr id="485" name="Shape 4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6" name="Google Shape;486;p35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87" name="Google Shape;487;p35"/>
          <p:cNvSpPr txBox="1"/>
          <p:nvPr>
            <p:ph idx="1" type="body"/>
          </p:nvPr>
        </p:nvSpPr>
        <p:spPr>
          <a:xfrm>
            <a:off x="483150" y="2237788"/>
            <a:ext cx="36198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88" name="Google Shape;488;p35"/>
          <p:cNvSpPr txBox="1"/>
          <p:nvPr>
            <p:ph idx="2" type="body"/>
          </p:nvPr>
        </p:nvSpPr>
        <p:spPr>
          <a:xfrm>
            <a:off x="5048000" y="2237788"/>
            <a:ext cx="36198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89" name="Google Shape;489;p35"/>
          <p:cNvSpPr txBox="1"/>
          <p:nvPr>
            <p:ph idx="3" type="subTitle"/>
          </p:nvPr>
        </p:nvSpPr>
        <p:spPr>
          <a:xfrm>
            <a:off x="48315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0" name="Google Shape;490;p35"/>
          <p:cNvSpPr txBox="1"/>
          <p:nvPr>
            <p:ph idx="4" type="subTitle"/>
          </p:nvPr>
        </p:nvSpPr>
        <p:spPr>
          <a:xfrm>
            <a:off x="5048000" y="1336161"/>
            <a:ext cx="3619800" cy="54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big ideas">
  <p:cSld name="Three big ideas">
    <p:spTree>
      <p:nvGrpSpPr>
        <p:cNvPr id="491" name="Shape 4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2" name="Google Shape;492;p36"/>
          <p:cNvSpPr txBox="1"/>
          <p:nvPr>
            <p:ph idx="1" type="body"/>
          </p:nvPr>
        </p:nvSpPr>
        <p:spPr>
          <a:xfrm>
            <a:off x="483175" y="2417500"/>
            <a:ext cx="2455500" cy="23736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spcBef>
                <a:spcPts val="0"/>
              </a:spcBef>
              <a:spcAft>
                <a:spcPts val="0"/>
              </a:spcAft>
              <a:buSzPts val="1000"/>
              <a:buChar char="●"/>
              <a:defRPr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493" name="Google Shape;493;p36"/>
          <p:cNvSpPr txBox="1"/>
          <p:nvPr>
            <p:ph idx="2" type="body"/>
          </p:nvPr>
        </p:nvSpPr>
        <p:spPr>
          <a:xfrm>
            <a:off x="334772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494" name="Google Shape;494;p36"/>
          <p:cNvSpPr txBox="1"/>
          <p:nvPr>
            <p:ph type="title"/>
          </p:nvPr>
        </p:nvSpPr>
        <p:spPr>
          <a:xfrm>
            <a:off x="483175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495" name="Google Shape;495;p36"/>
          <p:cNvSpPr txBox="1"/>
          <p:nvPr>
            <p:ph idx="3" type="subTitle"/>
          </p:nvPr>
        </p:nvSpPr>
        <p:spPr>
          <a:xfrm>
            <a:off x="4831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6" name="Google Shape;496;p36"/>
          <p:cNvSpPr txBox="1"/>
          <p:nvPr>
            <p:ph idx="4" type="subTitle"/>
          </p:nvPr>
        </p:nvSpPr>
        <p:spPr>
          <a:xfrm>
            <a:off x="334772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7" name="Google Shape;497;p36"/>
          <p:cNvSpPr txBox="1"/>
          <p:nvPr>
            <p:ph idx="5" type="subTitle"/>
          </p:nvPr>
        </p:nvSpPr>
        <p:spPr>
          <a:xfrm>
            <a:off x="6212275" y="1336150"/>
            <a:ext cx="2455500" cy="77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498" name="Google Shape;498;p36"/>
          <p:cNvSpPr txBox="1"/>
          <p:nvPr>
            <p:ph idx="6" type="body"/>
          </p:nvPr>
        </p:nvSpPr>
        <p:spPr>
          <a:xfrm>
            <a:off x="6212275" y="2417500"/>
            <a:ext cx="2455500" cy="237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Four big ideas">
  <p:cSld name="Four big ideas">
    <p:spTree>
      <p:nvGrpSpPr>
        <p:cNvPr id="499" name="Shape 4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0" name="Google Shape;500;p37"/>
          <p:cNvSpPr txBox="1"/>
          <p:nvPr>
            <p:ph idx="1" type="body"/>
          </p:nvPr>
        </p:nvSpPr>
        <p:spPr>
          <a:xfrm>
            <a:off x="366725" y="1759093"/>
            <a:ext cx="3838500" cy="113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92100" lvl="1" marL="9144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2pPr>
            <a:lvl3pPr indent="-292100" lvl="2" marL="13716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3pPr>
            <a:lvl4pPr indent="-292100" lvl="3" marL="18288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4pPr>
            <a:lvl5pPr indent="-292100" lvl="4" marL="22860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5pPr>
            <a:lvl6pPr indent="-292100" lvl="5" marL="2743200">
              <a:spcBef>
                <a:spcPts val="800"/>
              </a:spcBef>
              <a:spcAft>
                <a:spcPts val="0"/>
              </a:spcAft>
              <a:buSzPts val="1000"/>
              <a:buChar char="■"/>
              <a:defRPr/>
            </a:lvl6pPr>
            <a:lvl7pPr indent="-292100" lvl="6" marL="3200400">
              <a:spcBef>
                <a:spcPts val="800"/>
              </a:spcBef>
              <a:spcAft>
                <a:spcPts val="0"/>
              </a:spcAft>
              <a:buSzPts val="1000"/>
              <a:buChar char="●"/>
              <a:defRPr/>
            </a:lvl7pPr>
            <a:lvl8pPr indent="-292100" lvl="7" marL="3657600">
              <a:spcBef>
                <a:spcPts val="800"/>
              </a:spcBef>
              <a:spcAft>
                <a:spcPts val="0"/>
              </a:spcAft>
              <a:buSzPts val="1000"/>
              <a:buChar char="○"/>
              <a:defRPr/>
            </a:lvl8pPr>
            <a:lvl9pPr indent="-292100" lvl="8" marL="4114800">
              <a:spcBef>
                <a:spcPts val="800"/>
              </a:spcBef>
              <a:spcAft>
                <a:spcPts val="800"/>
              </a:spcAft>
              <a:buSzPts val="1000"/>
              <a:buChar char="■"/>
              <a:defRPr/>
            </a:lvl9pPr>
          </a:lstStyle>
          <a:p/>
        </p:txBody>
      </p:sp>
      <p:sp>
        <p:nvSpPr>
          <p:cNvPr id="501" name="Google Shape;501;p37"/>
          <p:cNvSpPr txBox="1"/>
          <p:nvPr>
            <p:ph idx="2" type="body"/>
          </p:nvPr>
        </p:nvSpPr>
        <p:spPr>
          <a:xfrm>
            <a:off x="4938725" y="1759093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2" name="Google Shape;502;p37"/>
          <p:cNvSpPr txBox="1"/>
          <p:nvPr>
            <p:ph idx="3" type="body"/>
          </p:nvPr>
        </p:nvSpPr>
        <p:spPr>
          <a:xfrm>
            <a:off x="366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3" name="Google Shape;503;p37"/>
          <p:cNvSpPr txBox="1"/>
          <p:nvPr>
            <p:ph idx="4" type="body"/>
          </p:nvPr>
        </p:nvSpPr>
        <p:spPr>
          <a:xfrm>
            <a:off x="4938750" y="3648575"/>
            <a:ext cx="3838500" cy="113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SzPts val="900"/>
              <a:buChar char="●"/>
              <a:defRPr/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SzPts val="900"/>
              <a:buChar char="○"/>
              <a:defRPr/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SzPts val="900"/>
              <a:buChar char="■"/>
              <a:defRPr/>
            </a:lvl9pPr>
          </a:lstStyle>
          <a:p/>
        </p:txBody>
      </p:sp>
      <p:sp>
        <p:nvSpPr>
          <p:cNvPr id="504" name="Google Shape;504;p37"/>
          <p:cNvSpPr txBox="1"/>
          <p:nvPr>
            <p:ph type="title"/>
          </p:nvPr>
        </p:nvSpPr>
        <p:spPr>
          <a:xfrm>
            <a:off x="366750" y="450025"/>
            <a:ext cx="8184600" cy="758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/>
        </p:txBody>
      </p:sp>
      <p:sp>
        <p:nvSpPr>
          <p:cNvPr id="505" name="Google Shape;505;p37"/>
          <p:cNvSpPr txBox="1"/>
          <p:nvPr>
            <p:ph idx="5" type="subTitle"/>
          </p:nvPr>
        </p:nvSpPr>
        <p:spPr>
          <a:xfrm>
            <a:off x="366763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6" name="Google Shape;506;p37"/>
          <p:cNvSpPr txBox="1"/>
          <p:nvPr>
            <p:ph idx="6" type="subTitle"/>
          </p:nvPr>
        </p:nvSpPr>
        <p:spPr>
          <a:xfrm>
            <a:off x="4938738" y="1277907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7" name="Google Shape;507;p37"/>
          <p:cNvSpPr txBox="1"/>
          <p:nvPr>
            <p:ph idx="7" type="subTitle"/>
          </p:nvPr>
        </p:nvSpPr>
        <p:spPr>
          <a:xfrm>
            <a:off x="4938761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  <p:sp>
        <p:nvSpPr>
          <p:cNvPr id="508" name="Google Shape;508;p37"/>
          <p:cNvSpPr txBox="1"/>
          <p:nvPr>
            <p:ph idx="8" type="subTitle"/>
          </p:nvPr>
        </p:nvSpPr>
        <p:spPr>
          <a:xfrm>
            <a:off x="366750" y="3167363"/>
            <a:ext cx="3838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1pPr>
            <a:lvl2pPr lvl="1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2pPr>
            <a:lvl3pPr lvl="2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3pPr>
            <a:lvl4pPr lvl="3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4pPr>
            <a:lvl5pPr lvl="4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5pPr>
            <a:lvl6pPr lvl="5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6pPr>
            <a:lvl7pPr lvl="6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7pPr>
            <a:lvl8pPr lvl="7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8pPr>
            <a:lvl9pPr lvl="8">
              <a:spcBef>
                <a:spcPts val="0"/>
              </a:spcBef>
              <a:spcAft>
                <a:spcPts val="0"/>
              </a:spcAft>
              <a:buSzPts val="2000"/>
              <a:buNone/>
              <a:defRPr sz="2000"/>
            </a:lvl9pPr>
          </a:lstStyle>
          <a:p/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image">
  <p:cSld name="Title and image">
    <p:spTree>
      <p:nvGrpSpPr>
        <p:cNvPr id="509" name="Shape 5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0" name="Google Shape;510;p3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11" name="Google Shape;511;p38"/>
          <p:cNvSpPr/>
          <p:nvPr>
            <p:ph idx="2" type="pic"/>
          </p:nvPr>
        </p:nvSpPr>
        <p:spPr>
          <a:xfrm>
            <a:off x="311700" y="1170425"/>
            <a:ext cx="8520600" cy="34929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storyboards">
  <p:cSld name="Two storyboards">
    <p:spTree>
      <p:nvGrpSpPr>
        <p:cNvPr id="512" name="Shape 5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3" name="Google Shape;513;p39"/>
          <p:cNvSpPr txBox="1"/>
          <p:nvPr>
            <p:ph idx="1" type="body"/>
          </p:nvPr>
        </p:nvSpPr>
        <p:spPr>
          <a:xfrm>
            <a:off x="311700" y="4080225"/>
            <a:ext cx="4027500" cy="9261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4" name="Google Shape;514;p39"/>
          <p:cNvSpPr/>
          <p:nvPr>
            <p:ph idx="2" type="pic"/>
          </p:nvPr>
        </p:nvSpPr>
        <p:spPr>
          <a:xfrm>
            <a:off x="48048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15" name="Google Shape;515;p39"/>
          <p:cNvSpPr/>
          <p:nvPr>
            <p:ph idx="3" type="pic"/>
          </p:nvPr>
        </p:nvSpPr>
        <p:spPr>
          <a:xfrm>
            <a:off x="311725" y="1133300"/>
            <a:ext cx="4027500" cy="2392800"/>
          </a:xfrm>
          <a:prstGeom prst="rect">
            <a:avLst/>
          </a:prstGeom>
          <a:noFill/>
          <a:ln>
            <a:noFill/>
          </a:ln>
        </p:spPr>
      </p:sp>
      <p:sp>
        <p:nvSpPr>
          <p:cNvPr id="516" name="Google Shape;516;p39"/>
          <p:cNvSpPr txBox="1"/>
          <p:nvPr>
            <p:ph idx="4" type="body"/>
          </p:nvPr>
        </p:nvSpPr>
        <p:spPr>
          <a:xfrm>
            <a:off x="4804825" y="4080225"/>
            <a:ext cx="4027500" cy="926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17" name="Google Shape;517;p3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18" name="Google Shape;518;p39"/>
          <p:cNvSpPr txBox="1"/>
          <p:nvPr>
            <p:ph idx="5" type="subTitle"/>
          </p:nvPr>
        </p:nvSpPr>
        <p:spPr>
          <a:xfrm>
            <a:off x="3117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19" name="Google Shape;519;p39"/>
          <p:cNvSpPr txBox="1"/>
          <p:nvPr>
            <p:ph idx="6" type="subTitle"/>
          </p:nvPr>
        </p:nvSpPr>
        <p:spPr>
          <a:xfrm>
            <a:off x="4804825" y="3582900"/>
            <a:ext cx="40275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ree storyboards">
  <p:cSld name="Three storyboards">
    <p:spTree>
      <p:nvGrpSpPr>
        <p:cNvPr id="520" name="Shape 5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1" name="Google Shape;521;p40"/>
          <p:cNvSpPr txBox="1"/>
          <p:nvPr>
            <p:ph idx="1" type="body"/>
          </p:nvPr>
        </p:nvSpPr>
        <p:spPr>
          <a:xfrm>
            <a:off x="311700" y="3911700"/>
            <a:ext cx="2627100" cy="10185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sp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8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8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8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800"/>
              </a:spcBef>
              <a:spcAft>
                <a:spcPts val="8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2" name="Google Shape;522;p40"/>
          <p:cNvSpPr/>
          <p:nvPr>
            <p:ph idx="2" type="pic"/>
          </p:nvPr>
        </p:nvSpPr>
        <p:spPr>
          <a:xfrm>
            <a:off x="62052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3" name="Google Shape;523;p40"/>
          <p:cNvSpPr/>
          <p:nvPr>
            <p:ph idx="3" type="pic"/>
          </p:nvPr>
        </p:nvSpPr>
        <p:spPr>
          <a:xfrm>
            <a:off x="311725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4" name="Google Shape;524;p40"/>
          <p:cNvSpPr txBox="1"/>
          <p:nvPr>
            <p:ph idx="4" type="body"/>
          </p:nvPr>
        </p:nvSpPr>
        <p:spPr>
          <a:xfrm>
            <a:off x="6205225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5" name="Google Shape;525;p40"/>
          <p:cNvSpPr/>
          <p:nvPr>
            <p:ph idx="5" type="pic"/>
          </p:nvPr>
        </p:nvSpPr>
        <p:spPr>
          <a:xfrm>
            <a:off x="3255250" y="1128325"/>
            <a:ext cx="2627100" cy="2273100"/>
          </a:xfrm>
          <a:prstGeom prst="rect">
            <a:avLst/>
          </a:prstGeom>
          <a:noFill/>
          <a:ln>
            <a:noFill/>
          </a:ln>
        </p:spPr>
      </p:sp>
      <p:sp>
        <p:nvSpPr>
          <p:cNvPr id="526" name="Google Shape;526;p40"/>
          <p:cNvSpPr txBox="1"/>
          <p:nvPr>
            <p:ph idx="6" type="body"/>
          </p:nvPr>
        </p:nvSpPr>
        <p:spPr>
          <a:xfrm>
            <a:off x="3255250" y="3911700"/>
            <a:ext cx="2627100" cy="1018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527" name="Google Shape;527;p4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28" name="Google Shape;528;p40"/>
          <p:cNvSpPr txBox="1"/>
          <p:nvPr>
            <p:ph idx="7" type="subTitle"/>
          </p:nvPr>
        </p:nvSpPr>
        <p:spPr>
          <a:xfrm>
            <a:off x="3117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29" name="Google Shape;529;p40"/>
          <p:cNvSpPr txBox="1"/>
          <p:nvPr>
            <p:ph idx="8" type="subTitle"/>
          </p:nvPr>
        </p:nvSpPr>
        <p:spPr>
          <a:xfrm>
            <a:off x="6205225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530" name="Google Shape;530;p40"/>
          <p:cNvSpPr txBox="1"/>
          <p:nvPr>
            <p:ph idx="9" type="subTitle"/>
          </p:nvPr>
        </p:nvSpPr>
        <p:spPr>
          <a:xfrm>
            <a:off x="3255250" y="3430500"/>
            <a:ext cx="2627100" cy="481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only">
  <p:cSld name="Image only">
    <p:spTree>
      <p:nvGrpSpPr>
        <p:cNvPr id="531" name="Shape 5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2" name="Google Shape;532;p41"/>
          <p:cNvSpPr/>
          <p:nvPr>
            <p:ph idx="2" type="pic"/>
          </p:nvPr>
        </p:nvSpPr>
        <p:spPr>
          <a:xfrm>
            <a:off x="311700" y="445025"/>
            <a:ext cx="8520600" cy="42183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 grid">
  <p:cSld name="Image grid">
    <p:spTree>
      <p:nvGrpSpPr>
        <p:cNvPr id="533" name="Shape 5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4" name="Google Shape;534;p42"/>
          <p:cNvSpPr/>
          <p:nvPr>
            <p:ph idx="2" type="pic"/>
          </p:nvPr>
        </p:nvSpPr>
        <p:spPr>
          <a:xfrm>
            <a:off x="338960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5" name="Google Shape;535;p42"/>
          <p:cNvSpPr/>
          <p:nvPr>
            <p:ph idx="3" type="pic"/>
          </p:nvPr>
        </p:nvSpPr>
        <p:spPr>
          <a:xfrm>
            <a:off x="5195935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6" name="Google Shape;536;p42"/>
          <p:cNvSpPr/>
          <p:nvPr>
            <p:ph idx="4" type="pic"/>
          </p:nvPr>
        </p:nvSpPr>
        <p:spPr>
          <a:xfrm>
            <a:off x="7002270" y="118913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7" name="Google Shape;537;p42"/>
          <p:cNvSpPr/>
          <p:nvPr>
            <p:ph idx="5" type="pic"/>
          </p:nvPr>
        </p:nvSpPr>
        <p:spPr>
          <a:xfrm>
            <a:off x="3389588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8" name="Google Shape;538;p42"/>
          <p:cNvSpPr/>
          <p:nvPr>
            <p:ph idx="6" type="pic"/>
          </p:nvPr>
        </p:nvSpPr>
        <p:spPr>
          <a:xfrm>
            <a:off x="5195922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39" name="Google Shape;539;p42"/>
          <p:cNvSpPr/>
          <p:nvPr>
            <p:ph idx="7" type="pic"/>
          </p:nvPr>
        </p:nvSpPr>
        <p:spPr>
          <a:xfrm>
            <a:off x="7002257" y="1804212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0" name="Google Shape;540;p42"/>
          <p:cNvSpPr txBox="1"/>
          <p:nvPr>
            <p:ph type="title"/>
          </p:nvPr>
        </p:nvSpPr>
        <p:spPr>
          <a:xfrm>
            <a:off x="351550" y="445025"/>
            <a:ext cx="2596800" cy="17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sp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/>
            </a:lvl9pPr>
          </a:lstStyle>
          <a:p/>
        </p:txBody>
      </p:sp>
      <p:sp>
        <p:nvSpPr>
          <p:cNvPr id="541" name="Google Shape;541;p42"/>
          <p:cNvSpPr/>
          <p:nvPr>
            <p:ph idx="8" type="pic"/>
          </p:nvPr>
        </p:nvSpPr>
        <p:spPr>
          <a:xfrm>
            <a:off x="3389588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2" name="Google Shape;542;p42"/>
          <p:cNvSpPr/>
          <p:nvPr>
            <p:ph idx="9" type="pic"/>
          </p:nvPr>
        </p:nvSpPr>
        <p:spPr>
          <a:xfrm>
            <a:off x="5195922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  <p:sp>
        <p:nvSpPr>
          <p:cNvPr id="543" name="Google Shape;543;p42"/>
          <p:cNvSpPr/>
          <p:nvPr>
            <p:ph idx="13" type="pic"/>
          </p:nvPr>
        </p:nvSpPr>
        <p:spPr>
          <a:xfrm>
            <a:off x="7002257" y="3489487"/>
            <a:ext cx="1643700" cy="15351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  <p:extLst>
    <p:ext uri="{DCECCB84-F9BA-43D5-87BE-67443E8EF086}">
      <p15:sldGuideLst>
        <p15:guide id="1" pos="5564">
          <p15:clr>
            <a:srgbClr val="E46962"/>
          </p15:clr>
        </p15:guide>
      </p15:sldGuideLst>
    </p:ext>
  </p:extLst>
</p:sldLayout>
</file>

<file path=ppt/slideMasters/_rels/slideMaster1.xml.rels><?xml version="1.0" encoding="UTF-8" standalone="yes"?><Relationships xmlns="http://schemas.openxmlformats.org/package/2006/relationships"><Relationship Id="rId40" Type="http://schemas.openxmlformats.org/officeDocument/2006/relationships/slideLayout" Target="../slideLayouts/slideLayout40.xml"/><Relationship Id="rId20" Type="http://schemas.openxmlformats.org/officeDocument/2006/relationships/slideLayout" Target="../slideLayouts/slideLayout20.xml"/><Relationship Id="rId42" Type="http://schemas.openxmlformats.org/officeDocument/2006/relationships/theme" Target="../theme/theme1.xml"/><Relationship Id="rId41" Type="http://schemas.openxmlformats.org/officeDocument/2006/relationships/slideLayout" Target="../slideLayouts/slideLayout41.xml"/><Relationship Id="rId22" Type="http://schemas.openxmlformats.org/officeDocument/2006/relationships/slideLayout" Target="../slideLayouts/slideLayout22.xml"/><Relationship Id="rId21" Type="http://schemas.openxmlformats.org/officeDocument/2006/relationships/slideLayout" Target="../slideLayouts/slideLayout21.xml"/><Relationship Id="rId24" Type="http://schemas.openxmlformats.org/officeDocument/2006/relationships/slideLayout" Target="../slideLayouts/slideLayout24.xml"/><Relationship Id="rId23" Type="http://schemas.openxmlformats.org/officeDocument/2006/relationships/slideLayout" Target="../slideLayouts/slideLayout23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26" Type="http://schemas.openxmlformats.org/officeDocument/2006/relationships/slideLayout" Target="../slideLayouts/slideLayout26.xml"/><Relationship Id="rId25" Type="http://schemas.openxmlformats.org/officeDocument/2006/relationships/slideLayout" Target="../slideLayouts/slideLayout25.xml"/><Relationship Id="rId28" Type="http://schemas.openxmlformats.org/officeDocument/2006/relationships/slideLayout" Target="../slideLayouts/slideLayout28.xml"/><Relationship Id="rId27" Type="http://schemas.openxmlformats.org/officeDocument/2006/relationships/slideLayout" Target="../slideLayouts/slideLayout27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29" Type="http://schemas.openxmlformats.org/officeDocument/2006/relationships/slideLayout" Target="../slideLayouts/slideLayout29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31" Type="http://schemas.openxmlformats.org/officeDocument/2006/relationships/slideLayout" Target="../slideLayouts/slideLayout31.xml"/><Relationship Id="rId30" Type="http://schemas.openxmlformats.org/officeDocument/2006/relationships/slideLayout" Target="../slideLayouts/slideLayout30.xml"/><Relationship Id="rId11" Type="http://schemas.openxmlformats.org/officeDocument/2006/relationships/slideLayout" Target="../slideLayouts/slideLayout11.xml"/><Relationship Id="rId33" Type="http://schemas.openxmlformats.org/officeDocument/2006/relationships/slideLayout" Target="../slideLayouts/slideLayout33.xml"/><Relationship Id="rId10" Type="http://schemas.openxmlformats.org/officeDocument/2006/relationships/slideLayout" Target="../slideLayouts/slideLayout10.xml"/><Relationship Id="rId32" Type="http://schemas.openxmlformats.org/officeDocument/2006/relationships/slideLayout" Target="../slideLayouts/slideLayout32.xml"/><Relationship Id="rId13" Type="http://schemas.openxmlformats.org/officeDocument/2006/relationships/slideLayout" Target="../slideLayouts/slideLayout13.xml"/><Relationship Id="rId35" Type="http://schemas.openxmlformats.org/officeDocument/2006/relationships/slideLayout" Target="../slideLayouts/slideLayout35.xml"/><Relationship Id="rId12" Type="http://schemas.openxmlformats.org/officeDocument/2006/relationships/slideLayout" Target="../slideLayouts/slideLayout12.xml"/><Relationship Id="rId34" Type="http://schemas.openxmlformats.org/officeDocument/2006/relationships/slideLayout" Target="../slideLayouts/slideLayout34.xml"/><Relationship Id="rId15" Type="http://schemas.openxmlformats.org/officeDocument/2006/relationships/slideLayout" Target="../slideLayouts/slideLayout15.xml"/><Relationship Id="rId37" Type="http://schemas.openxmlformats.org/officeDocument/2006/relationships/slideLayout" Target="../slideLayouts/slideLayout37.xml"/><Relationship Id="rId14" Type="http://schemas.openxmlformats.org/officeDocument/2006/relationships/slideLayout" Target="../slideLayouts/slideLayout14.xml"/><Relationship Id="rId36" Type="http://schemas.openxmlformats.org/officeDocument/2006/relationships/slideLayout" Target="../slideLayouts/slideLayout36.xml"/><Relationship Id="rId17" Type="http://schemas.openxmlformats.org/officeDocument/2006/relationships/slideLayout" Target="../slideLayouts/slideLayout17.xml"/><Relationship Id="rId39" Type="http://schemas.openxmlformats.org/officeDocument/2006/relationships/slideLayout" Target="../slideLayouts/slideLayout39.xml"/><Relationship Id="rId16" Type="http://schemas.openxmlformats.org/officeDocument/2006/relationships/slideLayout" Target="../slideLayouts/slideLayout16.xml"/><Relationship Id="rId38" Type="http://schemas.openxmlformats.org/officeDocument/2006/relationships/slideLayout" Target="../slideLayouts/slideLayout38.xml"/><Relationship Id="rId19" Type="http://schemas.openxmlformats.org/officeDocument/2006/relationships/slideLayout" Target="../slideLayouts/slideLayout19.xml"/><Relationship Id="rId18" Type="http://schemas.openxmlformats.org/officeDocument/2006/relationships/slideLayout" Target="../slideLayouts/slideLayout1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idx="1" type="body"/>
          </p:nvPr>
        </p:nvSpPr>
        <p:spPr>
          <a:xfrm>
            <a:off x="228600" y="1895400"/>
            <a:ext cx="5760600" cy="3016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0" spcFirstLastPara="1" rIns="91425" wrap="square" tIns="0">
            <a:spAutoFit/>
          </a:bodyPr>
          <a:lstStyle>
            <a:lvl1pPr indent="-2921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92100" lvl="1" marL="914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92100" lvl="2" marL="1371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92100" lvl="3" marL="18288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92100" lvl="4" marL="22860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92100" lvl="5" marL="27432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92100" lvl="6" marL="32004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●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92100" lvl="7" marL="3657600">
              <a:lnSpc>
                <a:spcPct val="115000"/>
              </a:lnSpc>
              <a:spcBef>
                <a:spcPts val="800"/>
              </a:spcBef>
              <a:spcAft>
                <a:spcPts val="0"/>
              </a:spcAft>
              <a:buClr>
                <a:schemeClr val="lt1"/>
              </a:buClr>
              <a:buSzPts val="1000"/>
              <a:buFont typeface="Red Hat Display"/>
              <a:buChar char="○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92100" lvl="8" marL="4114800">
              <a:lnSpc>
                <a:spcPct val="115000"/>
              </a:lnSpc>
              <a:spcBef>
                <a:spcPts val="800"/>
              </a:spcBef>
              <a:spcAft>
                <a:spcPts val="800"/>
              </a:spcAft>
              <a:buClr>
                <a:schemeClr val="lt1"/>
              </a:buClr>
              <a:buSzPts val="1000"/>
              <a:buFont typeface="Red Hat Display"/>
              <a:buChar char="■"/>
              <a:defRPr sz="10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type="title"/>
          </p:nvPr>
        </p:nvSpPr>
        <p:spPr>
          <a:xfrm>
            <a:off x="188850" y="312400"/>
            <a:ext cx="4469700" cy="44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Red Hat Display"/>
              <a:buNone/>
              <a:defRPr sz="2400">
                <a:solidFill>
                  <a:schemeClr val="dk2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2" type="body"/>
          </p:nvPr>
        </p:nvSpPr>
        <p:spPr>
          <a:xfrm>
            <a:off x="4523800" y="1983025"/>
            <a:ext cx="4043400" cy="2478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8575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1pPr>
            <a:lvl2pPr indent="-28575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2pPr>
            <a:lvl3pPr indent="-28575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3pPr>
            <a:lvl4pPr indent="-28575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4pPr>
            <a:lvl5pPr indent="-28575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5pPr>
            <a:lvl6pPr indent="-28575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6pPr>
            <a:lvl7pPr indent="-28575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●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7pPr>
            <a:lvl8pPr indent="-28575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○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8pPr>
            <a:lvl9pPr indent="-28575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900"/>
              <a:buFont typeface="Red Hat Display"/>
              <a:buChar char="■"/>
              <a:defRPr sz="9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  <p:sldLayoutId id="2147483663" r:id="rId16"/>
    <p:sldLayoutId id="2147483664" r:id="rId17"/>
    <p:sldLayoutId id="2147483665" r:id="rId18"/>
    <p:sldLayoutId id="2147483666" r:id="rId19"/>
    <p:sldLayoutId id="2147483667" r:id="rId20"/>
    <p:sldLayoutId id="2147483668" r:id="rId21"/>
    <p:sldLayoutId id="2147483669" r:id="rId22"/>
    <p:sldLayoutId id="2147483670" r:id="rId23"/>
    <p:sldLayoutId id="2147483671" r:id="rId24"/>
    <p:sldLayoutId id="2147483672" r:id="rId25"/>
    <p:sldLayoutId id="2147483673" r:id="rId26"/>
    <p:sldLayoutId id="2147483674" r:id="rId27"/>
    <p:sldLayoutId id="2147483675" r:id="rId28"/>
    <p:sldLayoutId id="2147483676" r:id="rId29"/>
    <p:sldLayoutId id="2147483677" r:id="rId30"/>
    <p:sldLayoutId id="2147483678" r:id="rId31"/>
    <p:sldLayoutId id="2147483679" r:id="rId32"/>
    <p:sldLayoutId id="2147483680" r:id="rId33"/>
    <p:sldLayoutId id="2147483681" r:id="rId34"/>
    <p:sldLayoutId id="2147483682" r:id="rId35"/>
    <p:sldLayoutId id="2147483683" r:id="rId36"/>
    <p:sldLayoutId id="2147483684" r:id="rId37"/>
    <p:sldLayoutId id="2147483685" r:id="rId38"/>
    <p:sldLayoutId id="2147483686" r:id="rId39"/>
    <p:sldLayoutId id="2147483687" r:id="rId40"/>
    <p:sldLayoutId id="2147483688" r:id="rId4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>
        <p15:guide id="1" pos="5616">
          <p15:clr>
            <a:srgbClr val="E46962"/>
          </p15:clr>
        </p15:guide>
        <p15:guide id="2" pos="144">
          <p15:clr>
            <a:srgbClr val="E46962"/>
          </p15:clr>
        </p15:guide>
        <p15:guide id="3" orient="horz" pos="144">
          <p15:clr>
            <a:srgbClr val="E46962"/>
          </p15:clr>
        </p15:guide>
        <p15:guide id="4" orient="horz" pos="3094">
          <p15:clr>
            <a:srgbClr val="E46962"/>
          </p15:clr>
        </p15:guide>
        <p15:guide id="5" pos="2850">
          <p15:clr>
            <a:srgbClr val="E46962"/>
          </p15:clr>
        </p15:guide>
        <p15:guide id="6" pos="2910">
          <p15:clr>
            <a:srgbClr val="E46962"/>
          </p15:clr>
        </p15:guide>
        <p15:guide id="7" pos="1468">
          <p15:clr>
            <a:srgbClr val="E46962"/>
          </p15:clr>
        </p15:guide>
        <p15:guide id="8" pos="1527">
          <p15:clr>
            <a:srgbClr val="E46962"/>
          </p15:clr>
        </p15:guide>
        <p15:guide id="9" pos="4226">
          <p15:clr>
            <a:srgbClr val="E46962"/>
          </p15:clr>
        </p15:guide>
        <p15:guide id="10" pos="4285">
          <p15:clr>
            <a:srgbClr val="E46962"/>
          </p15:clr>
        </p15:guide>
        <p15:guide id="11" pos="3773">
          <p15:clr>
            <a:srgbClr val="E46962"/>
          </p15:clr>
        </p15:guide>
        <p15:guide id="12" pos="3830">
          <p15:clr>
            <a:srgbClr val="E46962"/>
          </p15:clr>
        </p15:guide>
        <p15:guide id="13" pos="1930">
          <p15:clr>
            <a:srgbClr val="E46962"/>
          </p15:clr>
        </p15:guide>
        <p15:guide id="14" pos="1987">
          <p15:clr>
            <a:srgbClr val="E46962"/>
          </p15:clr>
        </p15:guide>
        <p15:guide id="15" orient="horz" pos="288">
          <p15:clr>
            <a:srgbClr val="E46962"/>
          </p15:clr>
        </p15:guide>
        <p15:guide id="16" orient="horz" pos="2950">
          <p15:clr>
            <a:srgbClr val="E46962"/>
          </p15:clr>
        </p15:guide>
        <p15:guide id="17" orient="horz" pos="1135">
          <p15:clr>
            <a:srgbClr val="E46962"/>
          </p15:clr>
        </p15:guide>
        <p15:guide id="18" orient="horz" pos="1194">
          <p15:clr>
            <a:srgbClr val="E46962"/>
          </p15:clr>
        </p15:guide>
        <p15:guide id="19" orient="horz" pos="2043">
          <p15:clr>
            <a:srgbClr val="E46962"/>
          </p15:clr>
        </p15:guide>
        <p15:guide id="20" orient="horz" pos="2103">
          <p15:clr>
            <a:srgbClr val="E46962"/>
          </p15:clr>
        </p15:guide>
      </p15:sldGuideLst>
    </p:ext>
  </p:extLst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9.png"/><Relationship Id="rId5" Type="http://schemas.openxmlformats.org/officeDocument/2006/relationships/image" Target="../media/image7.png"/><Relationship Id="rId6" Type="http://schemas.openxmlformats.org/officeDocument/2006/relationships/image" Target="../media/image12.png"/><Relationship Id="rId7" Type="http://schemas.openxmlformats.org/officeDocument/2006/relationships/image" Target="../media/image6.png"/><Relationship Id="rId8" Type="http://schemas.openxmlformats.org/officeDocument/2006/relationships/image" Target="../media/image10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4.png"/><Relationship Id="rId4" Type="http://schemas.openxmlformats.org/officeDocument/2006/relationships/image" Target="../media/image8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47" name="Shape 5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8" name="Google Shape;548;p43"/>
          <p:cNvSpPr txBox="1"/>
          <p:nvPr>
            <p:ph type="title"/>
          </p:nvPr>
        </p:nvSpPr>
        <p:spPr>
          <a:xfrm>
            <a:off x="259050" y="2207719"/>
            <a:ext cx="5760900" cy="20508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5G Edge Cloud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dk2"/>
                </a:solidFill>
              </a:rPr>
              <a:t>Applications</a:t>
            </a:r>
            <a:endParaRPr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52" name="Shape 5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3" name="Google Shape;553;p44"/>
          <p:cNvSpPr/>
          <p:nvPr/>
        </p:nvSpPr>
        <p:spPr>
          <a:xfrm>
            <a:off x="386600" y="2688950"/>
            <a:ext cx="1444500" cy="79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4" name="Google Shape;554;p44"/>
          <p:cNvSpPr/>
          <p:nvPr/>
        </p:nvSpPr>
        <p:spPr>
          <a:xfrm>
            <a:off x="2197134" y="2688950"/>
            <a:ext cx="1444500" cy="791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marR="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0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5" name="Google Shape;555;p44"/>
          <p:cNvSpPr/>
          <p:nvPr/>
        </p:nvSpPr>
        <p:spPr>
          <a:xfrm>
            <a:off x="1003772" y="2043300"/>
            <a:ext cx="822300" cy="8958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6" name="Google Shape;556;p44"/>
          <p:cNvSpPr/>
          <p:nvPr/>
        </p:nvSpPr>
        <p:spPr>
          <a:xfrm>
            <a:off x="2807872" y="2043300"/>
            <a:ext cx="822300" cy="895800"/>
          </a:xfrm>
          <a:prstGeom prst="snip2DiagRect">
            <a:avLst>
              <a:gd fmla="val 0" name="adj1"/>
              <a:gd fmla="val 50000" name="adj2"/>
            </a:avLst>
          </a:prstGeom>
          <a:noFill/>
          <a:ln cap="flat" cmpd="sng" w="9525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57" name="Google Shape;557;p44"/>
          <p:cNvSpPr txBox="1"/>
          <p:nvPr>
            <p:ph type="title"/>
          </p:nvPr>
        </p:nvSpPr>
        <p:spPr>
          <a:xfrm>
            <a:off x="432825" y="392167"/>
            <a:ext cx="6480300" cy="461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Meet the team</a:t>
            </a:r>
            <a:endParaRPr/>
          </a:p>
        </p:txBody>
      </p:sp>
      <p:sp>
        <p:nvSpPr>
          <p:cNvPr id="558" name="Google Shape;558;p44"/>
          <p:cNvSpPr txBox="1"/>
          <p:nvPr>
            <p:ph idx="1" type="subTitle"/>
          </p:nvPr>
        </p:nvSpPr>
        <p:spPr>
          <a:xfrm>
            <a:off x="490925" y="292560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Rahul Rajkumar</a:t>
            </a:r>
            <a:endParaRPr/>
          </a:p>
        </p:txBody>
      </p:sp>
      <p:sp>
        <p:nvSpPr>
          <p:cNvPr id="559" name="Google Shape;559;p44"/>
          <p:cNvSpPr txBox="1"/>
          <p:nvPr>
            <p:ph idx="8" type="subTitle"/>
          </p:nvPr>
        </p:nvSpPr>
        <p:spPr>
          <a:xfrm>
            <a:off x="2296088" y="2925600"/>
            <a:ext cx="1205400" cy="3015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Andrew </a:t>
            </a:r>
            <a:r>
              <a:rPr lang="en"/>
              <a:t>Michael</a:t>
            </a:r>
            <a:endParaRPr/>
          </a:p>
        </p:txBody>
      </p:sp>
      <p:pic>
        <p:nvPicPr>
          <p:cNvPr id="560" name="Google Shape;560;p44"/>
          <p:cNvPicPr preferRelativeResize="0"/>
          <p:nvPr/>
        </p:nvPicPr>
        <p:blipFill>
          <a:blip r:embed="rId3">
            <a:alphaModFix amt="97000"/>
          </a:blip>
          <a:stretch>
            <a:fillRect/>
          </a:stretch>
        </p:blipFill>
        <p:spPr>
          <a:xfrm>
            <a:off x="386448" y="1262301"/>
            <a:ext cx="1444500" cy="14244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1" name="Google Shape;561;p4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197125" y="1262150"/>
            <a:ext cx="1444500" cy="1424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65" name="Shape 5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6" name="Google Shape;566;p45"/>
          <p:cNvSpPr txBox="1"/>
          <p:nvPr>
            <p:ph type="title"/>
          </p:nvPr>
        </p:nvSpPr>
        <p:spPr>
          <a:xfrm>
            <a:off x="228600" y="2160392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Our Objective</a:t>
            </a:r>
            <a:endParaRPr/>
          </a:p>
        </p:txBody>
      </p:sp>
      <p:sp>
        <p:nvSpPr>
          <p:cNvPr id="567" name="Google Shape;567;p45"/>
          <p:cNvSpPr txBox="1"/>
          <p:nvPr>
            <p:ph idx="1" type="subTitle"/>
          </p:nvPr>
        </p:nvSpPr>
        <p:spPr>
          <a:xfrm>
            <a:off x="228600" y="2800192"/>
            <a:ext cx="4916700" cy="50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Creating benchmarks for Edge Platforms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Aiding the scheduler in assigning tasks</a:t>
            </a:r>
            <a:endParaRPr sz="17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71" name="Shape 5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2" name="Google Shape;572;p46"/>
          <p:cNvSpPr/>
          <p:nvPr/>
        </p:nvSpPr>
        <p:spPr>
          <a:xfrm>
            <a:off x="1344100" y="1565850"/>
            <a:ext cx="2947500" cy="1285500"/>
          </a:xfrm>
          <a:prstGeom prst="snip1Rect">
            <a:avLst>
              <a:gd fmla="val 1858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73" name="Google Shape;573;p46"/>
          <p:cNvSpPr/>
          <p:nvPr/>
        </p:nvSpPr>
        <p:spPr>
          <a:xfrm>
            <a:off x="3205050" y="3151025"/>
            <a:ext cx="2947500" cy="1285500"/>
          </a:xfrm>
          <a:prstGeom prst="snip1Rect">
            <a:avLst>
              <a:gd fmla="val 1858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74" name="Google Shape;574;p46"/>
          <p:cNvSpPr/>
          <p:nvPr/>
        </p:nvSpPr>
        <p:spPr>
          <a:xfrm>
            <a:off x="5330850" y="1565850"/>
            <a:ext cx="2947500" cy="1285500"/>
          </a:xfrm>
          <a:prstGeom prst="snip1Rect">
            <a:avLst>
              <a:gd fmla="val 18586" name="adj"/>
            </a:avLst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75" name="Google Shape;575;p46"/>
          <p:cNvSpPr/>
          <p:nvPr/>
        </p:nvSpPr>
        <p:spPr>
          <a:xfrm>
            <a:off x="4618950" y="1565850"/>
            <a:ext cx="711900" cy="1272000"/>
          </a:xfrm>
          <a:prstGeom prst="snip2DiagRect">
            <a:avLst>
              <a:gd fmla="val 0" name="adj1"/>
              <a:gd fmla="val 40297" name="adj2"/>
            </a:avLst>
          </a:prstGeom>
          <a:solidFill>
            <a:schemeClr val="dk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76" name="Google Shape;576;p46"/>
          <p:cNvSpPr/>
          <p:nvPr/>
        </p:nvSpPr>
        <p:spPr>
          <a:xfrm>
            <a:off x="632200" y="1572600"/>
            <a:ext cx="711900" cy="1272000"/>
          </a:xfrm>
          <a:prstGeom prst="snip2DiagRect">
            <a:avLst>
              <a:gd fmla="val 0" name="adj1"/>
              <a:gd fmla="val 40297" name="adj2"/>
            </a:avLst>
          </a:prstGeom>
          <a:solidFill>
            <a:schemeClr val="dk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77" name="Google Shape;577;p46"/>
          <p:cNvSpPr/>
          <p:nvPr/>
        </p:nvSpPr>
        <p:spPr>
          <a:xfrm>
            <a:off x="2493150" y="3157775"/>
            <a:ext cx="711900" cy="1272000"/>
          </a:xfrm>
          <a:prstGeom prst="snip2DiagRect">
            <a:avLst>
              <a:gd fmla="val 0" name="adj1"/>
              <a:gd fmla="val 40297" name="adj2"/>
            </a:avLst>
          </a:prstGeom>
          <a:solidFill>
            <a:schemeClr val="dk1"/>
          </a:solidFill>
          <a:ln cap="flat" cmpd="sng" w="1905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dk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578" name="Google Shape;578;p46"/>
          <p:cNvSpPr txBox="1"/>
          <p:nvPr>
            <p:ph type="title"/>
          </p:nvPr>
        </p:nvSpPr>
        <p:spPr>
          <a:xfrm>
            <a:off x="609600" y="496225"/>
            <a:ext cx="5121000" cy="461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Progress</a:t>
            </a:r>
            <a:endParaRPr/>
          </a:p>
        </p:txBody>
      </p:sp>
      <p:sp>
        <p:nvSpPr>
          <p:cNvPr id="579" name="Google Shape;579;p46"/>
          <p:cNvSpPr txBox="1"/>
          <p:nvPr>
            <p:ph idx="2" type="subTitle"/>
          </p:nvPr>
        </p:nvSpPr>
        <p:spPr>
          <a:xfrm>
            <a:off x="637000" y="1820550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1</a:t>
            </a:r>
            <a:endParaRPr/>
          </a:p>
        </p:txBody>
      </p:sp>
      <p:sp>
        <p:nvSpPr>
          <p:cNvPr id="580" name="Google Shape;580;p46"/>
          <p:cNvSpPr txBox="1"/>
          <p:nvPr>
            <p:ph idx="3" type="subTitle"/>
          </p:nvPr>
        </p:nvSpPr>
        <p:spPr>
          <a:xfrm>
            <a:off x="4623750" y="1813800"/>
            <a:ext cx="702300" cy="776100"/>
          </a:xfrm>
          <a:prstGeom prst="rect">
            <a:avLst/>
          </a:prstGeom>
        </p:spPr>
        <p:txBody>
          <a:bodyPr anchorCtr="0" anchor="t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2</a:t>
            </a:r>
            <a:endParaRPr/>
          </a:p>
        </p:txBody>
      </p:sp>
      <p:sp>
        <p:nvSpPr>
          <p:cNvPr id="581" name="Google Shape;581;p46"/>
          <p:cNvSpPr txBox="1"/>
          <p:nvPr>
            <p:ph idx="4" type="subTitle"/>
          </p:nvPr>
        </p:nvSpPr>
        <p:spPr>
          <a:xfrm>
            <a:off x="2497950" y="3405725"/>
            <a:ext cx="702300" cy="776100"/>
          </a:xfrm>
          <a:prstGeom prst="rect">
            <a:avLst/>
          </a:prstGeom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3</a:t>
            </a:r>
            <a:endParaRPr/>
          </a:p>
        </p:txBody>
      </p:sp>
      <p:sp>
        <p:nvSpPr>
          <p:cNvPr id="582" name="Google Shape;582;p46"/>
          <p:cNvSpPr txBox="1"/>
          <p:nvPr>
            <p:ph idx="6" type="subTitle"/>
          </p:nvPr>
        </p:nvSpPr>
        <p:spPr>
          <a:xfrm>
            <a:off x="1546000" y="18840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Created visualizations on the metrics collected versus time</a:t>
            </a:r>
            <a:endParaRPr sz="1400"/>
          </a:p>
        </p:txBody>
      </p:sp>
      <p:sp>
        <p:nvSpPr>
          <p:cNvPr id="583" name="Google Shape;583;p46"/>
          <p:cNvSpPr txBox="1"/>
          <p:nvPr>
            <p:ph idx="8" type="subTitle"/>
          </p:nvPr>
        </p:nvSpPr>
        <p:spPr>
          <a:xfrm>
            <a:off x="3406950" y="3393000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Rethought about the scheduling problem our benchmarks with help solve</a:t>
            </a:r>
            <a:endParaRPr sz="1400"/>
          </a:p>
        </p:txBody>
      </p:sp>
      <p:sp>
        <p:nvSpPr>
          <p:cNvPr id="584" name="Google Shape;584;p46"/>
          <p:cNvSpPr txBox="1"/>
          <p:nvPr>
            <p:ph idx="7" type="subTitle"/>
          </p:nvPr>
        </p:nvSpPr>
        <p:spPr>
          <a:xfrm>
            <a:off x="5532750" y="1807825"/>
            <a:ext cx="24777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Checked if there is strong statistical correlation between specific metrics and our target</a:t>
            </a:r>
            <a:endParaRPr sz="14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88" name="Shape 5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9" name="Google Shape;589;p47"/>
          <p:cNvSpPr txBox="1"/>
          <p:nvPr>
            <p:ph type="title"/>
          </p:nvPr>
        </p:nvSpPr>
        <p:spPr>
          <a:xfrm>
            <a:off x="228600" y="420017"/>
            <a:ext cx="6480300" cy="10158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Visualizations</a:t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(Part 1)</a:t>
            </a:r>
            <a:endParaRPr/>
          </a:p>
        </p:txBody>
      </p:sp>
      <p:pic>
        <p:nvPicPr>
          <p:cNvPr id="590" name="Google Shape;590;p4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0450" y="228600"/>
            <a:ext cx="6761950" cy="4496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94" name="Shape 5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5" name="Google Shape;595;p48"/>
          <p:cNvSpPr txBox="1"/>
          <p:nvPr>
            <p:ph type="title"/>
          </p:nvPr>
        </p:nvSpPr>
        <p:spPr>
          <a:xfrm>
            <a:off x="228600" y="267617"/>
            <a:ext cx="6480300" cy="461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Visualizations (Part 2)</a:t>
            </a:r>
            <a:endParaRPr/>
          </a:p>
        </p:txBody>
      </p:sp>
      <p:pic>
        <p:nvPicPr>
          <p:cNvPr id="596" name="Google Shape;596;p4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452050" y="159476"/>
            <a:ext cx="2628650" cy="203524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7" name="Google Shape;597;p4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261213" y="2385000"/>
            <a:ext cx="2819475" cy="2167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598" name="Google Shape;598;p48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265425" y="159474"/>
            <a:ext cx="2628650" cy="20496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99" name="Google Shape;599;p48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359676" y="881725"/>
            <a:ext cx="2425362" cy="18778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0" name="Google Shape;600;p48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359674" y="2878625"/>
            <a:ext cx="2425375" cy="1877851"/>
          </a:xfrm>
          <a:prstGeom prst="rect">
            <a:avLst/>
          </a:prstGeom>
          <a:noFill/>
          <a:ln>
            <a:noFill/>
          </a:ln>
        </p:spPr>
      </p:pic>
      <p:pic>
        <p:nvPicPr>
          <p:cNvPr id="601" name="Google Shape;601;p48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6233088" y="2361548"/>
            <a:ext cx="2758512" cy="213577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5" name="Shape 6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6" name="Google Shape;606;p49"/>
          <p:cNvSpPr txBox="1"/>
          <p:nvPr>
            <p:ph type="title"/>
          </p:nvPr>
        </p:nvSpPr>
        <p:spPr>
          <a:xfrm>
            <a:off x="228600" y="267617"/>
            <a:ext cx="6480300" cy="461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OLS Regression</a:t>
            </a:r>
            <a:endParaRPr/>
          </a:p>
        </p:txBody>
      </p:sp>
      <p:pic>
        <p:nvPicPr>
          <p:cNvPr id="607" name="Google Shape;607;p49"/>
          <p:cNvPicPr preferRelativeResize="0"/>
          <p:nvPr/>
        </p:nvPicPr>
        <p:blipFill rotWithShape="1">
          <a:blip r:embed="rId3">
            <a:alphaModFix/>
          </a:blip>
          <a:srcRect b="14529" l="0" r="9255" t="0"/>
          <a:stretch/>
        </p:blipFill>
        <p:spPr>
          <a:xfrm>
            <a:off x="228600" y="900700"/>
            <a:ext cx="4296450" cy="2671600"/>
          </a:xfrm>
          <a:prstGeom prst="rect">
            <a:avLst/>
          </a:prstGeom>
          <a:noFill/>
          <a:ln>
            <a:noFill/>
          </a:ln>
        </p:spPr>
      </p:pic>
      <p:pic>
        <p:nvPicPr>
          <p:cNvPr id="608" name="Google Shape;608;p4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72000" y="881725"/>
            <a:ext cx="4419601" cy="2671601"/>
          </a:xfrm>
          <a:prstGeom prst="rect">
            <a:avLst/>
          </a:prstGeom>
          <a:noFill/>
          <a:ln>
            <a:noFill/>
          </a:ln>
        </p:spPr>
      </p:pic>
      <p:sp>
        <p:nvSpPr>
          <p:cNvPr id="609" name="Google Shape;609;p49"/>
          <p:cNvSpPr txBox="1"/>
          <p:nvPr>
            <p:ph idx="1" type="subTitle"/>
          </p:nvPr>
        </p:nvSpPr>
        <p:spPr>
          <a:xfrm>
            <a:off x="671850" y="3688275"/>
            <a:ext cx="3072600" cy="2190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 GPU utilization vs Response Time</a:t>
            </a:r>
            <a:endParaRPr/>
          </a:p>
        </p:txBody>
      </p:sp>
      <p:sp>
        <p:nvSpPr>
          <p:cNvPr id="610" name="Google Shape;610;p49"/>
          <p:cNvSpPr txBox="1"/>
          <p:nvPr>
            <p:ph idx="1" type="subTitle"/>
          </p:nvPr>
        </p:nvSpPr>
        <p:spPr>
          <a:xfrm>
            <a:off x="4787775" y="3660550"/>
            <a:ext cx="3564600" cy="2190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Average Memory utilization vs Response Time</a:t>
            </a:r>
            <a:endParaRPr/>
          </a:p>
        </p:txBody>
      </p:sp>
      <p:sp>
        <p:nvSpPr>
          <p:cNvPr id="611" name="Google Shape;611;p49"/>
          <p:cNvSpPr/>
          <p:nvPr/>
        </p:nvSpPr>
        <p:spPr>
          <a:xfrm>
            <a:off x="2617725" y="2594325"/>
            <a:ext cx="314100" cy="138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12" name="Google Shape;612;p49"/>
          <p:cNvSpPr/>
          <p:nvPr/>
        </p:nvSpPr>
        <p:spPr>
          <a:xfrm>
            <a:off x="7027125" y="2635900"/>
            <a:ext cx="314100" cy="138600"/>
          </a:xfrm>
          <a:prstGeom prst="roundRect">
            <a:avLst>
              <a:gd fmla="val 16667" name="adj"/>
            </a:avLst>
          </a:prstGeom>
          <a:noFill/>
          <a:ln cap="flat" cmpd="sng" w="19050">
            <a:solidFill>
              <a:srgbClr val="3D85C6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6" name="Shape 6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7" name="Google Shape;617;p50"/>
          <p:cNvSpPr txBox="1"/>
          <p:nvPr>
            <p:ph idx="1" type="subTitle"/>
          </p:nvPr>
        </p:nvSpPr>
        <p:spPr>
          <a:xfrm>
            <a:off x="3948800" y="2677300"/>
            <a:ext cx="4966500" cy="20064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noAutofit/>
          </a:bodyPr>
          <a:lstStyle/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Create a trade-off between </a:t>
            </a:r>
            <a:r>
              <a:rPr lang="en" sz="1700"/>
              <a:t>average</a:t>
            </a:r>
            <a:r>
              <a:rPr lang="en" sz="1700"/>
              <a:t> response time and (GPU </a:t>
            </a:r>
            <a:r>
              <a:rPr lang="en" sz="1700"/>
              <a:t>temperature</a:t>
            </a:r>
            <a:r>
              <a:rPr lang="en" sz="1700"/>
              <a:t> and Power Consumption)</a:t>
            </a:r>
            <a:endParaRPr sz="1700"/>
          </a:p>
          <a:p>
            <a:pPr indent="-33655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700"/>
              <a:buChar char="●"/>
            </a:pPr>
            <a:r>
              <a:rPr lang="en" sz="1700"/>
              <a:t>Our weighted-sum benchmark with 2-3 parameters should reflect this trade-off</a:t>
            </a:r>
            <a:endParaRPr sz="17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618" name="Google Shape;618;p50"/>
          <p:cNvSpPr txBox="1"/>
          <p:nvPr>
            <p:ph type="title"/>
          </p:nvPr>
        </p:nvSpPr>
        <p:spPr>
          <a:xfrm>
            <a:off x="3948800" y="1956950"/>
            <a:ext cx="49665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The problem</a:t>
            </a:r>
            <a:endParaRPr/>
          </a:p>
        </p:txBody>
      </p:sp>
      <p:sp>
        <p:nvSpPr>
          <p:cNvPr id="619" name="Google Shape;619;p50"/>
          <p:cNvSpPr txBox="1"/>
          <p:nvPr/>
        </p:nvSpPr>
        <p:spPr>
          <a:xfrm>
            <a:off x="7128612" y="4793629"/>
            <a:ext cx="17307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0" wrap="square" tIns="0">
            <a:noAutofit/>
          </a:bodyPr>
          <a:lstStyle/>
          <a:p>
            <a:pPr indent="0" lvl="0" marL="0" rtl="0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Month Year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20" name="Google Shape;620;p50"/>
          <p:cNvSpPr txBox="1"/>
          <p:nvPr/>
        </p:nvSpPr>
        <p:spPr>
          <a:xfrm>
            <a:off x="228600" y="4793631"/>
            <a:ext cx="2996100" cy="175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0" lIns="0" spcFirstLastPara="1" rIns="91425" wrap="square" tIns="0">
            <a:noAutofit/>
          </a:bodyPr>
          <a:lstStyle/>
          <a:p>
            <a:pPr indent="0" lvl="0" marL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800">
                <a:solidFill>
                  <a:schemeClr val="lt2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Company Name</a:t>
            </a:r>
            <a:endParaRPr sz="800">
              <a:solidFill>
                <a:schemeClr val="lt2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4" name="Shape 6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5" name="Google Shape;625;p51"/>
          <p:cNvSpPr/>
          <p:nvPr/>
        </p:nvSpPr>
        <p:spPr>
          <a:xfrm>
            <a:off x="228600" y="1459115"/>
            <a:ext cx="2834700" cy="26388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</p:txBody>
      </p:sp>
      <p:sp>
        <p:nvSpPr>
          <p:cNvPr id="626" name="Google Shape;626;p51"/>
          <p:cNvSpPr/>
          <p:nvPr/>
        </p:nvSpPr>
        <p:spPr>
          <a:xfrm>
            <a:off x="3154650" y="1459125"/>
            <a:ext cx="3129900" cy="2638800"/>
          </a:xfrm>
          <a:prstGeom prst="snip2DiagRect">
            <a:avLst>
              <a:gd fmla="val 0" name="adj1"/>
              <a:gd fmla="val 16667" name="adj2"/>
            </a:avLst>
          </a:prstGeom>
          <a:solidFill>
            <a:schemeClr val="dk1"/>
          </a:solidFill>
          <a:ln cap="flat" cmpd="sng" w="952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marR="27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500">
                <a:solidFill>
                  <a:schemeClr val="lt1"/>
                </a:solidFill>
                <a:latin typeface="Red Hat Display"/>
                <a:ea typeface="Red Hat Display"/>
                <a:cs typeface="Red Hat Display"/>
                <a:sym typeface="Red Hat Display"/>
              </a:rPr>
              <a:t>Using an ML model to optimize weight of the metrics</a:t>
            </a:r>
            <a:endParaRPr sz="25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  <p:sp>
        <p:nvSpPr>
          <p:cNvPr id="627" name="Google Shape;627;p51"/>
          <p:cNvSpPr txBox="1"/>
          <p:nvPr>
            <p:ph type="title"/>
          </p:nvPr>
        </p:nvSpPr>
        <p:spPr>
          <a:xfrm>
            <a:off x="228600" y="420017"/>
            <a:ext cx="6480300" cy="461700"/>
          </a:xfrm>
          <a:prstGeom prst="rect">
            <a:avLst/>
          </a:prstGeom>
        </p:spPr>
        <p:txBody>
          <a:bodyPr anchorCtr="0" anchor="t" bIns="91425" lIns="0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Upcoming</a:t>
            </a:r>
            <a:endParaRPr/>
          </a:p>
        </p:txBody>
      </p:sp>
      <p:sp>
        <p:nvSpPr>
          <p:cNvPr id="628" name="Google Shape;628;p51"/>
          <p:cNvSpPr txBox="1"/>
          <p:nvPr>
            <p:ph idx="1" type="subTitle"/>
          </p:nvPr>
        </p:nvSpPr>
        <p:spPr>
          <a:xfrm>
            <a:off x="540525" y="1771575"/>
            <a:ext cx="2325000" cy="587700"/>
          </a:xfrm>
          <a:prstGeom prst="rect">
            <a:avLst/>
          </a:prstGeom>
        </p:spPr>
        <p:txBody>
          <a:bodyPr anchorCtr="0" anchor="t" bIns="91425" lIns="0" spcFirstLastPara="1" rIns="91425" wrap="square" tIns="0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900"/>
              <a:t>Finding the weights of the </a:t>
            </a:r>
            <a:r>
              <a:rPr lang="en" sz="2600"/>
              <a:t>metrics </a:t>
            </a:r>
            <a:endParaRPr sz="2600"/>
          </a:p>
        </p:txBody>
      </p:sp>
      <p:sp>
        <p:nvSpPr>
          <p:cNvPr id="629" name="Google Shape;629;p51"/>
          <p:cNvSpPr txBox="1"/>
          <p:nvPr/>
        </p:nvSpPr>
        <p:spPr>
          <a:xfrm>
            <a:off x="3477300" y="2001250"/>
            <a:ext cx="2417700" cy="32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900">
              <a:solidFill>
                <a:schemeClr val="lt1"/>
              </a:solidFill>
              <a:latin typeface="Red Hat Display"/>
              <a:ea typeface="Red Hat Display"/>
              <a:cs typeface="Red Hat Display"/>
              <a:sym typeface="Red Hat Displ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33" name="Shape 6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" name="Google Shape;634;p52"/>
          <p:cNvSpPr txBox="1"/>
          <p:nvPr>
            <p:ph type="title"/>
          </p:nvPr>
        </p:nvSpPr>
        <p:spPr>
          <a:xfrm>
            <a:off x="2472925" y="2495550"/>
            <a:ext cx="5760900" cy="587700"/>
          </a:xfrm>
          <a:prstGeom prst="rect">
            <a:avLst/>
          </a:prstGeom>
        </p:spPr>
        <p:txBody>
          <a:bodyPr anchorCtr="0" anchor="b" bIns="0" lIns="0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Thank you</a:t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Investor Pitch Presentation">
  <a:themeElements>
    <a:clrScheme name="Simple Light">
      <a:dk1>
        <a:srgbClr val="1B1B1B"/>
      </a:dk1>
      <a:lt1>
        <a:srgbClr val="FFFFFF"/>
      </a:lt1>
      <a:dk2>
        <a:srgbClr val="85C086"/>
      </a:dk2>
      <a:lt2>
        <a:srgbClr val="D0E1BE"/>
      </a:lt2>
      <a:accent1>
        <a:srgbClr val="85C085"/>
      </a:accent1>
      <a:accent2>
        <a:srgbClr val="50A350"/>
      </a:accent2>
      <a:accent3>
        <a:srgbClr val="3E863C"/>
      </a:accent3>
      <a:accent4>
        <a:srgbClr val="1E691E"/>
      </a:accent4>
      <a:accent5>
        <a:srgbClr val="074907"/>
      </a:accent5>
      <a:accent6>
        <a:srgbClr val="666666"/>
      </a:accent6>
      <a:hlink>
        <a:srgbClr val="FF00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